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Lst>
  <p:sldSz cx="9144000" cy="5143500"/>
  <p:notesSz cx="6858000" cy="9144000"/>
  <p:embeddedFontLst>
    <p:embeddedFont>
      <p:font typeface="Oswald"/>
      <p:regular r:id="rId72"/>
    </p:embeddedFont>
    <p:embeddedFont>
      <p:font typeface="Average"/>
      <p:regular r:id="rId73"/>
    </p:embeddedFont>
    <p:embeddedFont>
      <p:font typeface="Montserrat"/>
      <p:regular r:id="rId74"/>
      <p:bold r:id="rId75"/>
      <p:italic r:id="rId76"/>
      <p:boldItalic r:id="rId77"/>
    </p:embeddedFont>
    <p:embeddedFont>
      <p:font typeface="Calibri" panose="020F0502020204030204"/>
      <p:regular r:id="rId78"/>
    </p:embeddedFont>
    <p:embeddedFont>
      <p:font typeface="Oswald Light"/>
      <p:regular r:id="rId7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59BA99F-3408-4885-A42A-742625648A2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9" Type="http://schemas.openxmlformats.org/officeDocument/2006/relationships/font" Target="fonts/font8.fntdata"/><Relationship Id="rId78" Type="http://schemas.openxmlformats.org/officeDocument/2006/relationships/font" Target="fonts/font7.fntdata"/><Relationship Id="rId77" Type="http://schemas.openxmlformats.org/officeDocument/2006/relationships/font" Target="fonts/font6.fntdata"/><Relationship Id="rId76" Type="http://schemas.openxmlformats.org/officeDocument/2006/relationships/font" Target="fonts/font5.fntdata"/><Relationship Id="rId75" Type="http://schemas.openxmlformats.org/officeDocument/2006/relationships/font" Target="fonts/font4.fntdata"/><Relationship Id="rId74" Type="http://schemas.openxmlformats.org/officeDocument/2006/relationships/font" Target="fonts/font3.fntdata"/><Relationship Id="rId73" Type="http://schemas.openxmlformats.org/officeDocument/2006/relationships/font" Target="fonts/font2.fntdata"/><Relationship Id="rId72" Type="http://schemas.openxmlformats.org/officeDocument/2006/relationships/font" Target="fonts/font1.fntdata"/><Relationship Id="rId71" Type="http://schemas.openxmlformats.org/officeDocument/2006/relationships/tableStyles" Target="tableStyles.xml"/><Relationship Id="rId70" Type="http://schemas.openxmlformats.org/officeDocument/2006/relationships/viewProps" Target="viewProps.xml"/><Relationship Id="rId7" Type="http://schemas.openxmlformats.org/officeDocument/2006/relationships/slide" Target="slides/slide3.xml"/><Relationship Id="rId69" Type="http://schemas.openxmlformats.org/officeDocument/2006/relationships/presProps" Target="presProps.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9" name="Shape 289"/>
        <p:cNvGrpSpPr/>
        <p:nvPr/>
      </p:nvGrpSpPr>
      <p:grpSpPr>
        <a:xfrm>
          <a:off x="0" y="0"/>
          <a:ext cx="0" cy="0"/>
          <a:chOff x="0" y="0"/>
          <a:chExt cx="0" cy="0"/>
        </a:xfrm>
      </p:grpSpPr>
      <p:sp>
        <p:nvSpPr>
          <p:cNvPr id="290" name="Google Shape;290;g2b5c1d3055b_0_49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1" name="Google Shape;291;g2b5c1d3055b_0_49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6" name="Shape 296"/>
        <p:cNvGrpSpPr/>
        <p:nvPr/>
      </p:nvGrpSpPr>
      <p:grpSpPr>
        <a:xfrm>
          <a:off x="0" y="0"/>
          <a:ext cx="0" cy="0"/>
          <a:chOff x="0" y="0"/>
          <a:chExt cx="0" cy="0"/>
        </a:xfrm>
      </p:grpSpPr>
      <p:sp>
        <p:nvSpPr>
          <p:cNvPr id="297" name="Google Shape;297;g2b5c1d3055b_0_596: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8" name="Google Shape;298;g2b5c1d3055b_0_59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3" name="Shape 303"/>
        <p:cNvGrpSpPr/>
        <p:nvPr/>
      </p:nvGrpSpPr>
      <p:grpSpPr>
        <a:xfrm>
          <a:off x="0" y="0"/>
          <a:ext cx="0" cy="0"/>
          <a:chOff x="0" y="0"/>
          <a:chExt cx="0" cy="0"/>
        </a:xfrm>
      </p:grpSpPr>
      <p:sp>
        <p:nvSpPr>
          <p:cNvPr id="304" name="Google Shape;304;g2b9b4346e95_0_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5" name="Google Shape;305;g2b9b4346e95_0_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0" name="Shape 310"/>
        <p:cNvGrpSpPr/>
        <p:nvPr/>
      </p:nvGrpSpPr>
      <p:grpSpPr>
        <a:xfrm>
          <a:off x="0" y="0"/>
          <a:ext cx="0" cy="0"/>
          <a:chOff x="0" y="0"/>
          <a:chExt cx="0" cy="0"/>
        </a:xfrm>
      </p:grpSpPr>
      <p:sp>
        <p:nvSpPr>
          <p:cNvPr id="311" name="Google Shape;311;g2b9b4346e95_0_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312" name="Google Shape;312;g2b9b4346e95_0_9: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7" name="Shape 317"/>
        <p:cNvGrpSpPr/>
        <p:nvPr/>
      </p:nvGrpSpPr>
      <p:grpSpPr>
        <a:xfrm>
          <a:off x="0" y="0"/>
          <a:ext cx="0" cy="0"/>
          <a:chOff x="0" y="0"/>
          <a:chExt cx="0" cy="0"/>
        </a:xfrm>
      </p:grpSpPr>
      <p:sp>
        <p:nvSpPr>
          <p:cNvPr id="318" name="Google Shape;318;g2b96521544b_0_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319" name="Google Shape;319;g2b96521544b_0_1: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5" name="Shape 325"/>
        <p:cNvGrpSpPr/>
        <p:nvPr/>
      </p:nvGrpSpPr>
      <p:grpSpPr>
        <a:xfrm>
          <a:off x="0" y="0"/>
          <a:ext cx="0" cy="0"/>
          <a:chOff x="0" y="0"/>
          <a:chExt cx="0" cy="0"/>
        </a:xfrm>
      </p:grpSpPr>
      <p:sp>
        <p:nvSpPr>
          <p:cNvPr id="326" name="Google Shape;326;g2b9b4346e95_0_2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327" name="Google Shape;327;g2b9b4346e95_0_21: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2" name="Shape 332"/>
        <p:cNvGrpSpPr/>
        <p:nvPr/>
      </p:nvGrpSpPr>
      <p:grpSpPr>
        <a:xfrm>
          <a:off x="0" y="0"/>
          <a:ext cx="0" cy="0"/>
          <a:chOff x="0" y="0"/>
          <a:chExt cx="0" cy="0"/>
        </a:xfrm>
      </p:grpSpPr>
      <p:sp>
        <p:nvSpPr>
          <p:cNvPr id="333" name="Google Shape;333;g2695d13ebab_0_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334" name="Google Shape;334;g2695d13ebab_0_9: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9" name="Shape 339"/>
        <p:cNvGrpSpPr/>
        <p:nvPr/>
      </p:nvGrpSpPr>
      <p:grpSpPr>
        <a:xfrm>
          <a:off x="0" y="0"/>
          <a:ext cx="0" cy="0"/>
          <a:chOff x="0" y="0"/>
          <a:chExt cx="0" cy="0"/>
        </a:xfrm>
      </p:grpSpPr>
      <p:sp>
        <p:nvSpPr>
          <p:cNvPr id="340" name="Google Shape;340;g2b9b4346e95_0_2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341" name="Google Shape;341;g2b9b4346e95_0_28: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6" name="Shape 346"/>
        <p:cNvGrpSpPr/>
        <p:nvPr/>
      </p:nvGrpSpPr>
      <p:grpSpPr>
        <a:xfrm>
          <a:off x="0" y="0"/>
          <a:ext cx="0" cy="0"/>
          <a:chOff x="0" y="0"/>
          <a:chExt cx="0" cy="0"/>
        </a:xfrm>
      </p:grpSpPr>
      <p:sp>
        <p:nvSpPr>
          <p:cNvPr id="347" name="Google Shape;347;g2b9b4346e95_0_4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348" name="Google Shape;348;g2b9b4346e95_0_40: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3" name="Shape 353"/>
        <p:cNvGrpSpPr/>
        <p:nvPr/>
      </p:nvGrpSpPr>
      <p:grpSpPr>
        <a:xfrm>
          <a:off x="0" y="0"/>
          <a:ext cx="0" cy="0"/>
          <a:chOff x="0" y="0"/>
          <a:chExt cx="0" cy="0"/>
        </a:xfrm>
      </p:grpSpPr>
      <p:sp>
        <p:nvSpPr>
          <p:cNvPr id="354" name="Google Shape;354;g2b9b4346e95_0_4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355" name="Google Shape;355;g2b9b4346e95_0_46: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1" name="Shape 361"/>
        <p:cNvGrpSpPr/>
        <p:nvPr/>
      </p:nvGrpSpPr>
      <p:grpSpPr>
        <a:xfrm>
          <a:off x="0" y="0"/>
          <a:ext cx="0" cy="0"/>
          <a:chOff x="0" y="0"/>
          <a:chExt cx="0" cy="0"/>
        </a:xfrm>
      </p:grpSpPr>
      <p:sp>
        <p:nvSpPr>
          <p:cNvPr id="362" name="Google Shape;362;g2695d13ebab_0_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363" name="Google Shape;363;g2695d13ebab_0_0: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9" name="Shape 369"/>
        <p:cNvGrpSpPr/>
        <p:nvPr/>
      </p:nvGrpSpPr>
      <p:grpSpPr>
        <a:xfrm>
          <a:off x="0" y="0"/>
          <a:ext cx="0" cy="0"/>
          <a:chOff x="0" y="0"/>
          <a:chExt cx="0" cy="0"/>
        </a:xfrm>
      </p:grpSpPr>
      <p:sp>
        <p:nvSpPr>
          <p:cNvPr id="370" name="Google Shape;370;g2695d13ebab_0_1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371" name="Google Shape;371;g2695d13ebab_0_16: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6" name="Shape 376"/>
        <p:cNvGrpSpPr/>
        <p:nvPr/>
      </p:nvGrpSpPr>
      <p:grpSpPr>
        <a:xfrm>
          <a:off x="0" y="0"/>
          <a:ext cx="0" cy="0"/>
          <a:chOff x="0" y="0"/>
          <a:chExt cx="0" cy="0"/>
        </a:xfrm>
      </p:grpSpPr>
      <p:sp>
        <p:nvSpPr>
          <p:cNvPr id="377" name="Google Shape;377;g2695d13ebab_0_2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378" name="Google Shape;378;g2695d13ebab_0_22: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3" name="Shape 383"/>
        <p:cNvGrpSpPr/>
        <p:nvPr/>
      </p:nvGrpSpPr>
      <p:grpSpPr>
        <a:xfrm>
          <a:off x="0" y="0"/>
          <a:ext cx="0" cy="0"/>
          <a:chOff x="0" y="0"/>
          <a:chExt cx="0" cy="0"/>
        </a:xfrm>
      </p:grpSpPr>
      <p:sp>
        <p:nvSpPr>
          <p:cNvPr id="384" name="Google Shape;384;g2695d13ebab_0_2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385" name="Google Shape;385;g2695d13ebab_0_29: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0" name="Shape 390"/>
        <p:cNvGrpSpPr/>
        <p:nvPr/>
      </p:nvGrpSpPr>
      <p:grpSpPr>
        <a:xfrm>
          <a:off x="0" y="0"/>
          <a:ext cx="0" cy="0"/>
          <a:chOff x="0" y="0"/>
          <a:chExt cx="0" cy="0"/>
        </a:xfrm>
      </p:grpSpPr>
      <p:sp>
        <p:nvSpPr>
          <p:cNvPr id="391" name="Google Shape;391;g26a8a9f9139_0_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392" name="Google Shape;392;g26a8a9f9139_0_0: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7" name="Shape 397"/>
        <p:cNvGrpSpPr/>
        <p:nvPr/>
      </p:nvGrpSpPr>
      <p:grpSpPr>
        <a:xfrm>
          <a:off x="0" y="0"/>
          <a:ext cx="0" cy="0"/>
          <a:chOff x="0" y="0"/>
          <a:chExt cx="0" cy="0"/>
        </a:xfrm>
      </p:grpSpPr>
      <p:sp>
        <p:nvSpPr>
          <p:cNvPr id="398" name="Google Shape;398;g2695d13ebab_0_3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399" name="Google Shape;399;g2695d13ebab_0_38: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4" name="Shape 404"/>
        <p:cNvGrpSpPr/>
        <p:nvPr/>
      </p:nvGrpSpPr>
      <p:grpSpPr>
        <a:xfrm>
          <a:off x="0" y="0"/>
          <a:ext cx="0" cy="0"/>
          <a:chOff x="0" y="0"/>
          <a:chExt cx="0" cy="0"/>
        </a:xfrm>
      </p:grpSpPr>
      <p:sp>
        <p:nvSpPr>
          <p:cNvPr id="405" name="Google Shape;405;g2695d13ebab_0_4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406" name="Google Shape;406;g2695d13ebab_0_46: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0" name="Shape 420"/>
        <p:cNvGrpSpPr/>
        <p:nvPr/>
      </p:nvGrpSpPr>
      <p:grpSpPr>
        <a:xfrm>
          <a:off x="0" y="0"/>
          <a:ext cx="0" cy="0"/>
          <a:chOff x="0" y="0"/>
          <a:chExt cx="0" cy="0"/>
        </a:xfrm>
      </p:grpSpPr>
      <p:sp>
        <p:nvSpPr>
          <p:cNvPr id="421" name="Google Shape;421;g2695d13ebab_0_8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422" name="Google Shape;422;g2695d13ebab_0_89: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7" name="Shape 427"/>
        <p:cNvGrpSpPr/>
        <p:nvPr/>
      </p:nvGrpSpPr>
      <p:grpSpPr>
        <a:xfrm>
          <a:off x="0" y="0"/>
          <a:ext cx="0" cy="0"/>
          <a:chOff x="0" y="0"/>
          <a:chExt cx="0" cy="0"/>
        </a:xfrm>
      </p:grpSpPr>
      <p:sp>
        <p:nvSpPr>
          <p:cNvPr id="428" name="Google Shape;428;g2695d13ebab_0_10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429" name="Google Shape;429;g2695d13ebab_0_106: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434" name="Shape 434"/>
        <p:cNvGrpSpPr/>
        <p:nvPr/>
      </p:nvGrpSpPr>
      <p:grpSpPr>
        <a:xfrm>
          <a:off x="0" y="0"/>
          <a:ext cx="0" cy="0"/>
          <a:chOff x="0" y="0"/>
          <a:chExt cx="0" cy="0"/>
        </a:xfrm>
      </p:grpSpPr>
      <p:sp>
        <p:nvSpPr>
          <p:cNvPr id="435" name="Google Shape;435;g2695d13ebab_0_11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436" name="Google Shape;436;g2695d13ebab_0_112: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1" name="Shape 441"/>
        <p:cNvGrpSpPr/>
        <p:nvPr/>
      </p:nvGrpSpPr>
      <p:grpSpPr>
        <a:xfrm>
          <a:off x="0" y="0"/>
          <a:ext cx="0" cy="0"/>
          <a:chOff x="0" y="0"/>
          <a:chExt cx="0" cy="0"/>
        </a:xfrm>
      </p:grpSpPr>
      <p:sp>
        <p:nvSpPr>
          <p:cNvPr id="442" name="Google Shape;442;g2695d13ebab_0_12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443" name="Google Shape;443;g2695d13ebab_0_122: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9" name="Shape 449"/>
        <p:cNvGrpSpPr/>
        <p:nvPr/>
      </p:nvGrpSpPr>
      <p:grpSpPr>
        <a:xfrm>
          <a:off x="0" y="0"/>
          <a:ext cx="0" cy="0"/>
          <a:chOff x="0" y="0"/>
          <a:chExt cx="0" cy="0"/>
        </a:xfrm>
      </p:grpSpPr>
      <p:sp>
        <p:nvSpPr>
          <p:cNvPr id="450" name="Google Shape;450;g2695d13ebab_0_13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451" name="Google Shape;451;g2695d13ebab_0_133: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56" name="Shape 456"/>
        <p:cNvGrpSpPr/>
        <p:nvPr/>
      </p:nvGrpSpPr>
      <p:grpSpPr>
        <a:xfrm>
          <a:off x="0" y="0"/>
          <a:ext cx="0" cy="0"/>
          <a:chOff x="0" y="0"/>
          <a:chExt cx="0" cy="0"/>
        </a:xfrm>
      </p:grpSpPr>
      <p:sp>
        <p:nvSpPr>
          <p:cNvPr id="457" name="Google Shape;457;g2695d13ebab_0_14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458" name="Google Shape;458;g2695d13ebab_0_140: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63" name="Shape 463"/>
        <p:cNvGrpSpPr/>
        <p:nvPr/>
      </p:nvGrpSpPr>
      <p:grpSpPr>
        <a:xfrm>
          <a:off x="0" y="0"/>
          <a:ext cx="0" cy="0"/>
          <a:chOff x="0" y="0"/>
          <a:chExt cx="0" cy="0"/>
        </a:xfrm>
      </p:grpSpPr>
      <p:sp>
        <p:nvSpPr>
          <p:cNvPr id="464" name="Google Shape;464;g2695d13ebab_0_15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465" name="Google Shape;465;g2695d13ebab_0_155: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0" name="Shape 470"/>
        <p:cNvGrpSpPr/>
        <p:nvPr/>
      </p:nvGrpSpPr>
      <p:grpSpPr>
        <a:xfrm>
          <a:off x="0" y="0"/>
          <a:ext cx="0" cy="0"/>
          <a:chOff x="0" y="0"/>
          <a:chExt cx="0" cy="0"/>
        </a:xfrm>
      </p:grpSpPr>
      <p:sp>
        <p:nvSpPr>
          <p:cNvPr id="471" name="Google Shape;471;g2695d13ebab_0_16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472" name="Google Shape;472;g2695d13ebab_0_161: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7" name="Shape 477"/>
        <p:cNvGrpSpPr/>
        <p:nvPr/>
      </p:nvGrpSpPr>
      <p:grpSpPr>
        <a:xfrm>
          <a:off x="0" y="0"/>
          <a:ext cx="0" cy="0"/>
          <a:chOff x="0" y="0"/>
          <a:chExt cx="0" cy="0"/>
        </a:xfrm>
      </p:grpSpPr>
      <p:sp>
        <p:nvSpPr>
          <p:cNvPr id="478" name="Google Shape;478;g2695d13ebab_0_16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479" name="Google Shape;479;g2695d13ebab_0_168: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4" name="Shape 484"/>
        <p:cNvGrpSpPr/>
        <p:nvPr/>
      </p:nvGrpSpPr>
      <p:grpSpPr>
        <a:xfrm>
          <a:off x="0" y="0"/>
          <a:ext cx="0" cy="0"/>
          <a:chOff x="0" y="0"/>
          <a:chExt cx="0" cy="0"/>
        </a:xfrm>
      </p:grpSpPr>
      <p:sp>
        <p:nvSpPr>
          <p:cNvPr id="485" name="Google Shape;485;g26a8a9f9139_0_1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486" name="Google Shape;486;g26a8a9f9139_0_10: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2" name="Shape 492"/>
        <p:cNvGrpSpPr/>
        <p:nvPr/>
      </p:nvGrpSpPr>
      <p:grpSpPr>
        <a:xfrm>
          <a:off x="0" y="0"/>
          <a:ext cx="0" cy="0"/>
          <a:chOff x="0" y="0"/>
          <a:chExt cx="0" cy="0"/>
        </a:xfrm>
      </p:grpSpPr>
      <p:sp>
        <p:nvSpPr>
          <p:cNvPr id="493" name="Google Shape;493;g2695d13ebab_0_20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494" name="Google Shape;494;g2695d13ebab_0_208: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9" name="Shape 499"/>
        <p:cNvGrpSpPr/>
        <p:nvPr/>
      </p:nvGrpSpPr>
      <p:grpSpPr>
        <a:xfrm>
          <a:off x="0" y="0"/>
          <a:ext cx="0" cy="0"/>
          <a:chOff x="0" y="0"/>
          <a:chExt cx="0" cy="0"/>
        </a:xfrm>
      </p:grpSpPr>
      <p:sp>
        <p:nvSpPr>
          <p:cNvPr id="500" name="Google Shape;500;g2695d13ebab_0_22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501" name="Google Shape;501;g2695d13ebab_0_228: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6" name="Shape 506"/>
        <p:cNvGrpSpPr/>
        <p:nvPr/>
      </p:nvGrpSpPr>
      <p:grpSpPr>
        <a:xfrm>
          <a:off x="0" y="0"/>
          <a:ext cx="0" cy="0"/>
          <a:chOff x="0" y="0"/>
          <a:chExt cx="0" cy="0"/>
        </a:xfrm>
      </p:grpSpPr>
      <p:sp>
        <p:nvSpPr>
          <p:cNvPr id="507" name="Google Shape;507;g2695d13ebab_0_23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508" name="Google Shape;508;g2695d13ebab_0_235: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3" name="Shape 513"/>
        <p:cNvGrpSpPr/>
        <p:nvPr/>
      </p:nvGrpSpPr>
      <p:grpSpPr>
        <a:xfrm>
          <a:off x="0" y="0"/>
          <a:ext cx="0" cy="0"/>
          <a:chOff x="0" y="0"/>
          <a:chExt cx="0" cy="0"/>
        </a:xfrm>
      </p:grpSpPr>
      <p:sp>
        <p:nvSpPr>
          <p:cNvPr id="514" name="Google Shape;514;g2695d13ebab_0_24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515" name="Google Shape;515;g2695d13ebab_0_242: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0" name="Shape 520"/>
        <p:cNvGrpSpPr/>
        <p:nvPr/>
      </p:nvGrpSpPr>
      <p:grpSpPr>
        <a:xfrm>
          <a:off x="0" y="0"/>
          <a:ext cx="0" cy="0"/>
          <a:chOff x="0" y="0"/>
          <a:chExt cx="0" cy="0"/>
        </a:xfrm>
      </p:grpSpPr>
      <p:sp>
        <p:nvSpPr>
          <p:cNvPr id="521" name="Google Shape;521;g2695d13ebab_0_26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522" name="Google Shape;522;g2695d13ebab_0_269: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8" name="Shape 528"/>
        <p:cNvGrpSpPr/>
        <p:nvPr/>
      </p:nvGrpSpPr>
      <p:grpSpPr>
        <a:xfrm>
          <a:off x="0" y="0"/>
          <a:ext cx="0" cy="0"/>
          <a:chOff x="0" y="0"/>
          <a:chExt cx="0" cy="0"/>
        </a:xfrm>
      </p:grpSpPr>
      <p:sp>
        <p:nvSpPr>
          <p:cNvPr id="529" name="Google Shape;529;g26a8a9f9139_0_6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530" name="Google Shape;530;g26a8a9f9139_0_65: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36" name="Shape 536"/>
        <p:cNvGrpSpPr/>
        <p:nvPr/>
      </p:nvGrpSpPr>
      <p:grpSpPr>
        <a:xfrm>
          <a:off x="0" y="0"/>
          <a:ext cx="0" cy="0"/>
          <a:chOff x="0" y="0"/>
          <a:chExt cx="0" cy="0"/>
        </a:xfrm>
      </p:grpSpPr>
      <p:sp>
        <p:nvSpPr>
          <p:cNvPr id="537" name="Google Shape;537;g2695d13ebab_0_25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538" name="Google Shape;538;g2695d13ebab_0_258: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544" name="Shape 544"/>
        <p:cNvGrpSpPr/>
        <p:nvPr/>
      </p:nvGrpSpPr>
      <p:grpSpPr>
        <a:xfrm>
          <a:off x="0" y="0"/>
          <a:ext cx="0" cy="0"/>
          <a:chOff x="0" y="0"/>
          <a:chExt cx="0" cy="0"/>
        </a:xfrm>
      </p:grpSpPr>
      <p:sp>
        <p:nvSpPr>
          <p:cNvPr id="545" name="Google Shape;545;g2695d13ebab_0_30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546" name="Google Shape;546;g2695d13ebab_0_309: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2" name="Shape 552"/>
        <p:cNvGrpSpPr/>
        <p:nvPr/>
      </p:nvGrpSpPr>
      <p:grpSpPr>
        <a:xfrm>
          <a:off x="0" y="0"/>
          <a:ext cx="0" cy="0"/>
          <a:chOff x="0" y="0"/>
          <a:chExt cx="0" cy="0"/>
        </a:xfrm>
      </p:grpSpPr>
      <p:sp>
        <p:nvSpPr>
          <p:cNvPr id="553" name="Google Shape;553;g2695d13ebab_0_24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554" name="Google Shape;554;g2695d13ebab_0_249: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0" name="Shape 560"/>
        <p:cNvGrpSpPr/>
        <p:nvPr/>
      </p:nvGrpSpPr>
      <p:grpSpPr>
        <a:xfrm>
          <a:off x="0" y="0"/>
          <a:ext cx="0" cy="0"/>
          <a:chOff x="0" y="0"/>
          <a:chExt cx="0" cy="0"/>
        </a:xfrm>
      </p:grpSpPr>
      <p:sp>
        <p:nvSpPr>
          <p:cNvPr id="561" name="Google Shape;561;g2695d13ebab_0_28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562" name="Google Shape;562;g2695d13ebab_0_280: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8" name="Shape 568"/>
        <p:cNvGrpSpPr/>
        <p:nvPr/>
      </p:nvGrpSpPr>
      <p:grpSpPr>
        <a:xfrm>
          <a:off x="0" y="0"/>
          <a:ext cx="0" cy="0"/>
          <a:chOff x="0" y="0"/>
          <a:chExt cx="0" cy="0"/>
        </a:xfrm>
      </p:grpSpPr>
      <p:sp>
        <p:nvSpPr>
          <p:cNvPr id="569" name="Google Shape;569;g2695d13ebab_0_28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570" name="Google Shape;570;g2695d13ebab_0_289: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576" name="Shape 576"/>
        <p:cNvGrpSpPr/>
        <p:nvPr/>
      </p:nvGrpSpPr>
      <p:grpSpPr>
        <a:xfrm>
          <a:off x="0" y="0"/>
          <a:ext cx="0" cy="0"/>
          <a:chOff x="0" y="0"/>
          <a:chExt cx="0" cy="0"/>
        </a:xfrm>
      </p:grpSpPr>
      <p:sp>
        <p:nvSpPr>
          <p:cNvPr id="577" name="Google Shape;577;g2695d13ebab_0_29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578" name="Google Shape;578;g2695d13ebab_0_298: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584" name="Shape 584"/>
        <p:cNvGrpSpPr/>
        <p:nvPr/>
      </p:nvGrpSpPr>
      <p:grpSpPr>
        <a:xfrm>
          <a:off x="0" y="0"/>
          <a:ext cx="0" cy="0"/>
          <a:chOff x="0" y="0"/>
          <a:chExt cx="0" cy="0"/>
        </a:xfrm>
      </p:grpSpPr>
      <p:sp>
        <p:nvSpPr>
          <p:cNvPr id="585" name="Google Shape;585;g2695d13ebab_0_31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586" name="Google Shape;586;g2695d13ebab_0_318: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91" name="Shape 591"/>
        <p:cNvGrpSpPr/>
        <p:nvPr/>
      </p:nvGrpSpPr>
      <p:grpSpPr>
        <a:xfrm>
          <a:off x="0" y="0"/>
          <a:ext cx="0" cy="0"/>
          <a:chOff x="0" y="0"/>
          <a:chExt cx="0" cy="0"/>
        </a:xfrm>
      </p:grpSpPr>
      <p:sp>
        <p:nvSpPr>
          <p:cNvPr id="592" name="Google Shape;592;g2695d13ebab_0_32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593" name="Google Shape;593;g2695d13ebab_0_326: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98" name="Shape 598"/>
        <p:cNvGrpSpPr/>
        <p:nvPr/>
      </p:nvGrpSpPr>
      <p:grpSpPr>
        <a:xfrm>
          <a:off x="0" y="0"/>
          <a:ext cx="0" cy="0"/>
          <a:chOff x="0" y="0"/>
          <a:chExt cx="0" cy="0"/>
        </a:xfrm>
      </p:grpSpPr>
      <p:sp>
        <p:nvSpPr>
          <p:cNvPr id="599" name="Google Shape;599;g2695d13ebab_0_33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600" name="Google Shape;600;g2695d13ebab_0_333: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5" name="Shape 605"/>
        <p:cNvGrpSpPr/>
        <p:nvPr/>
      </p:nvGrpSpPr>
      <p:grpSpPr>
        <a:xfrm>
          <a:off x="0" y="0"/>
          <a:ext cx="0" cy="0"/>
          <a:chOff x="0" y="0"/>
          <a:chExt cx="0" cy="0"/>
        </a:xfrm>
      </p:grpSpPr>
      <p:sp>
        <p:nvSpPr>
          <p:cNvPr id="606" name="Google Shape;606;g2695d13ebab_0_34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607" name="Google Shape;607;g2695d13ebab_0_341: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2" name="Shape 612"/>
        <p:cNvGrpSpPr/>
        <p:nvPr/>
      </p:nvGrpSpPr>
      <p:grpSpPr>
        <a:xfrm>
          <a:off x="0" y="0"/>
          <a:ext cx="0" cy="0"/>
          <a:chOff x="0" y="0"/>
          <a:chExt cx="0" cy="0"/>
        </a:xfrm>
      </p:grpSpPr>
      <p:sp>
        <p:nvSpPr>
          <p:cNvPr id="613" name="Google Shape;613;g2695d13ebab_0_34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614" name="Google Shape;614;g2695d13ebab_0_349: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9" name="Shape 619"/>
        <p:cNvGrpSpPr/>
        <p:nvPr/>
      </p:nvGrpSpPr>
      <p:grpSpPr>
        <a:xfrm>
          <a:off x="0" y="0"/>
          <a:ext cx="0" cy="0"/>
          <a:chOff x="0" y="0"/>
          <a:chExt cx="0" cy="0"/>
        </a:xfrm>
      </p:grpSpPr>
      <p:sp>
        <p:nvSpPr>
          <p:cNvPr id="620" name="Google Shape;620;g2695d13ebab_0_35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621" name="Google Shape;621;g2695d13ebab_0_359: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25" name="Shape 625"/>
        <p:cNvGrpSpPr/>
        <p:nvPr/>
      </p:nvGrpSpPr>
      <p:grpSpPr>
        <a:xfrm>
          <a:off x="0" y="0"/>
          <a:ext cx="0" cy="0"/>
          <a:chOff x="0" y="0"/>
          <a:chExt cx="0" cy="0"/>
        </a:xfrm>
      </p:grpSpPr>
      <p:sp>
        <p:nvSpPr>
          <p:cNvPr id="626" name="Google Shape;626;g2695d13ebab_0_36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627" name="Google Shape;627;g2695d13ebab_0_367: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8" name="Shape 648"/>
        <p:cNvGrpSpPr/>
        <p:nvPr/>
      </p:nvGrpSpPr>
      <p:grpSpPr>
        <a:xfrm>
          <a:off x="0" y="0"/>
          <a:ext cx="0" cy="0"/>
          <a:chOff x="0" y="0"/>
          <a:chExt cx="0" cy="0"/>
        </a:xfrm>
      </p:grpSpPr>
      <p:sp>
        <p:nvSpPr>
          <p:cNvPr id="649" name="Google Shape;649;g2695d13ebab_0_39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650" name="Google Shape;650;g2695d13ebab_0_390: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5" name="Shape 655"/>
        <p:cNvGrpSpPr/>
        <p:nvPr/>
      </p:nvGrpSpPr>
      <p:grpSpPr>
        <a:xfrm>
          <a:off x="0" y="0"/>
          <a:ext cx="0" cy="0"/>
          <a:chOff x="0" y="0"/>
          <a:chExt cx="0" cy="0"/>
        </a:xfrm>
      </p:grpSpPr>
      <p:sp>
        <p:nvSpPr>
          <p:cNvPr id="656" name="Google Shape;656;g2695d13ebab_0_41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657" name="Google Shape;657;g2695d13ebab_0_416: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PhAnim="0" showMasterSp="0">
  <p:cSld>
    <p:spTree>
      <p:nvGrpSpPr>
        <p:cNvPr id="662" name="Shape 662"/>
        <p:cNvGrpSpPr/>
        <p:nvPr/>
      </p:nvGrpSpPr>
      <p:grpSpPr>
        <a:xfrm>
          <a:off x="0" y="0"/>
          <a:ext cx="0" cy="0"/>
          <a:chOff x="0" y="0"/>
          <a:chExt cx="0" cy="0"/>
        </a:xfrm>
      </p:grpSpPr>
      <p:sp>
        <p:nvSpPr>
          <p:cNvPr id="663" name="Google Shape;663;g2695d13ebab_0_42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664" name="Google Shape;664;g2695d13ebab_0_422: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PhAnim="0" showMasterSp="0">
  <p:cSld>
    <p:spTree>
      <p:nvGrpSpPr>
        <p:cNvPr id="669" name="Shape 669"/>
        <p:cNvGrpSpPr/>
        <p:nvPr/>
      </p:nvGrpSpPr>
      <p:grpSpPr>
        <a:xfrm>
          <a:off x="0" y="0"/>
          <a:ext cx="0" cy="0"/>
          <a:chOff x="0" y="0"/>
          <a:chExt cx="0" cy="0"/>
        </a:xfrm>
      </p:grpSpPr>
      <p:sp>
        <p:nvSpPr>
          <p:cNvPr id="670" name="Google Shape;670;g2695d13ebab_0_42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671" name="Google Shape;671;g2695d13ebab_0_428: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6" name="Shape 676"/>
        <p:cNvGrpSpPr/>
        <p:nvPr/>
      </p:nvGrpSpPr>
      <p:grpSpPr>
        <a:xfrm>
          <a:off x="0" y="0"/>
          <a:ext cx="0" cy="0"/>
          <a:chOff x="0" y="0"/>
          <a:chExt cx="0" cy="0"/>
        </a:xfrm>
      </p:grpSpPr>
      <p:sp>
        <p:nvSpPr>
          <p:cNvPr id="677" name="Google Shape;677;g26a2a98cd75_0_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678" name="Google Shape;678;g26a2a98cd75_0_0: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83" name="Shape 683"/>
        <p:cNvGrpSpPr/>
        <p:nvPr/>
      </p:nvGrpSpPr>
      <p:grpSpPr>
        <a:xfrm>
          <a:off x="0" y="0"/>
          <a:ext cx="0" cy="0"/>
          <a:chOff x="0" y="0"/>
          <a:chExt cx="0" cy="0"/>
        </a:xfrm>
      </p:grpSpPr>
      <p:sp>
        <p:nvSpPr>
          <p:cNvPr id="684" name="Google Shape;684;g26a2a98cd75_0_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685" name="Google Shape;685;g26a2a98cd75_0_7: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95" name="Shape 695"/>
        <p:cNvGrpSpPr/>
        <p:nvPr/>
      </p:nvGrpSpPr>
      <p:grpSpPr>
        <a:xfrm>
          <a:off x="0" y="0"/>
          <a:ext cx="0" cy="0"/>
          <a:chOff x="0" y="0"/>
          <a:chExt cx="0" cy="0"/>
        </a:xfrm>
      </p:grpSpPr>
      <p:sp>
        <p:nvSpPr>
          <p:cNvPr id="696" name="Google Shape;696;g26a2a98cd75_0_2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697" name="Google Shape;697;g26a2a98cd75_0_25: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6" name="Shape 706"/>
        <p:cNvGrpSpPr/>
        <p:nvPr/>
      </p:nvGrpSpPr>
      <p:grpSpPr>
        <a:xfrm>
          <a:off x="0" y="0"/>
          <a:ext cx="0" cy="0"/>
          <a:chOff x="0" y="0"/>
          <a:chExt cx="0" cy="0"/>
        </a:xfrm>
      </p:grpSpPr>
      <p:sp>
        <p:nvSpPr>
          <p:cNvPr id="707" name="Google Shape;707;g26a2a98cd75_0_4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708" name="Google Shape;708;g26a2a98cd75_0_49: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13" name="Shape 713"/>
        <p:cNvGrpSpPr/>
        <p:nvPr/>
      </p:nvGrpSpPr>
      <p:grpSpPr>
        <a:xfrm>
          <a:off x="0" y="0"/>
          <a:ext cx="0" cy="0"/>
          <a:chOff x="0" y="0"/>
          <a:chExt cx="0" cy="0"/>
        </a:xfrm>
      </p:grpSpPr>
      <p:sp>
        <p:nvSpPr>
          <p:cNvPr id="714" name="Google Shape;714;g26a8a9f9139_0_8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715" name="Google Shape;715;g26a8a9f9139_0_84: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0" name="Shape 720"/>
        <p:cNvGrpSpPr/>
        <p:nvPr/>
      </p:nvGrpSpPr>
      <p:grpSpPr>
        <a:xfrm>
          <a:off x="0" y="0"/>
          <a:ext cx="0" cy="0"/>
          <a:chOff x="0" y="0"/>
          <a:chExt cx="0" cy="0"/>
        </a:xfrm>
      </p:grpSpPr>
      <p:sp>
        <p:nvSpPr>
          <p:cNvPr id="721" name="Google Shape;721;g26a2a98cd75_0_6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722" name="Google Shape;722;g26a2a98cd75_0_63: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7" name="Shape 727"/>
        <p:cNvGrpSpPr/>
        <p:nvPr/>
      </p:nvGrpSpPr>
      <p:grpSpPr>
        <a:xfrm>
          <a:off x="0" y="0"/>
          <a:ext cx="0" cy="0"/>
          <a:chOff x="0" y="0"/>
          <a:chExt cx="0" cy="0"/>
        </a:xfrm>
      </p:grpSpPr>
      <p:sp>
        <p:nvSpPr>
          <p:cNvPr id="728" name="Google Shape;728;g26a2a98cd75_0_7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729" name="Google Shape;729;g26a2a98cd75_0_70: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4" name="Shape 734"/>
        <p:cNvGrpSpPr/>
        <p:nvPr/>
      </p:nvGrpSpPr>
      <p:grpSpPr>
        <a:xfrm>
          <a:off x="0" y="0"/>
          <a:ext cx="0" cy="0"/>
          <a:chOff x="0" y="0"/>
          <a:chExt cx="0" cy="0"/>
        </a:xfrm>
      </p:grpSpPr>
      <p:sp>
        <p:nvSpPr>
          <p:cNvPr id="735" name="Google Shape;735;g26a2a98cd75_0_8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736" name="Google Shape;736;g26a2a98cd75_0_84: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1" name="Shape 741"/>
        <p:cNvGrpSpPr/>
        <p:nvPr/>
      </p:nvGrpSpPr>
      <p:grpSpPr>
        <a:xfrm>
          <a:off x="0" y="0"/>
          <a:ext cx="0" cy="0"/>
          <a:chOff x="0" y="0"/>
          <a:chExt cx="0" cy="0"/>
        </a:xfrm>
      </p:grpSpPr>
      <p:sp>
        <p:nvSpPr>
          <p:cNvPr id="742" name="Google Shape;742;g26a2a98cd75_0_9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743" name="Google Shape;743;g26a2a98cd75_0_91: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9" name="Shape 749"/>
        <p:cNvGrpSpPr/>
        <p:nvPr/>
      </p:nvGrpSpPr>
      <p:grpSpPr>
        <a:xfrm>
          <a:off x="0" y="0"/>
          <a:ext cx="0" cy="0"/>
          <a:chOff x="0" y="0"/>
          <a:chExt cx="0" cy="0"/>
        </a:xfrm>
      </p:grpSpPr>
      <p:sp>
        <p:nvSpPr>
          <p:cNvPr id="750" name="Google Shape;750;g26a2a98cd75_0_10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751" name="Google Shape;751;g26a2a98cd75_0_105: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56" name="Shape 756"/>
        <p:cNvGrpSpPr/>
        <p:nvPr/>
      </p:nvGrpSpPr>
      <p:grpSpPr>
        <a:xfrm>
          <a:off x="0" y="0"/>
          <a:ext cx="0" cy="0"/>
          <a:chOff x="0" y="0"/>
          <a:chExt cx="0" cy="0"/>
        </a:xfrm>
      </p:grpSpPr>
      <p:sp>
        <p:nvSpPr>
          <p:cNvPr id="757" name="Google Shape;757;g26a2a98cd75_0_11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758" name="Google Shape;758;g26a2a98cd75_0_112: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PhAnim="0" showMasterSp="0">
  <p:cSld>
    <p:spTree>
      <p:nvGrpSpPr>
        <p:cNvPr id="763" name="Shape 763"/>
        <p:cNvGrpSpPr/>
        <p:nvPr/>
      </p:nvGrpSpPr>
      <p:grpSpPr>
        <a:xfrm>
          <a:off x="0" y="0"/>
          <a:ext cx="0" cy="0"/>
          <a:chOff x="0" y="0"/>
          <a:chExt cx="0" cy="0"/>
        </a:xfrm>
      </p:grpSpPr>
      <p:sp>
        <p:nvSpPr>
          <p:cNvPr id="764" name="Google Shape;764;g26a2a98cd75_0_11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765" name="Google Shape;765;g26a2a98cd75_0_119: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70" name="Shape 770"/>
        <p:cNvGrpSpPr/>
        <p:nvPr/>
      </p:nvGrpSpPr>
      <p:grpSpPr>
        <a:xfrm>
          <a:off x="0" y="0"/>
          <a:ext cx="0" cy="0"/>
          <a:chOff x="0" y="0"/>
          <a:chExt cx="0" cy="0"/>
        </a:xfrm>
      </p:grpSpPr>
      <p:sp>
        <p:nvSpPr>
          <p:cNvPr id="771" name="Google Shape;771;g26a2a98cd75_0_12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p>
        </p:txBody>
      </p:sp>
      <p:sp>
        <p:nvSpPr>
          <p:cNvPr id="772" name="Google Shape;772;g26a2a98cd75_0_126:notes"/>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78" name="Shape 778"/>
        <p:cNvGrpSpPr/>
        <p:nvPr/>
      </p:nvGrpSpPr>
      <p:grpSpPr>
        <a:xfrm>
          <a:off x="0" y="0"/>
          <a:ext cx="0" cy="0"/>
          <a:chOff x="0" y="0"/>
          <a:chExt cx="0" cy="0"/>
        </a:xfrm>
      </p:grpSpPr>
      <p:sp>
        <p:nvSpPr>
          <p:cNvPr id="779" name="Google Shape;779;g2b5ccd29d25_0_3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0" name="Google Shape;780;g2b5ccd29d25_0_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54" name="Shape 54"/>
        <p:cNvGrpSpPr/>
        <p:nvPr/>
      </p:nvGrpSpPr>
      <p:grpSpPr>
        <a:xfrm>
          <a:off x="0" y="0"/>
          <a:ext cx="0" cy="0"/>
          <a:chOff x="0" y="0"/>
          <a:chExt cx="0" cy="0"/>
        </a:xfrm>
      </p:grpSpPr>
      <p:grpSp>
        <p:nvGrpSpPr>
          <p:cNvPr id="55" name="Google Shape;55;p14"/>
          <p:cNvGrpSpPr/>
          <p:nvPr/>
        </p:nvGrpSpPr>
        <p:grpSpPr>
          <a:xfrm>
            <a:off x="4350279" y="2855377"/>
            <a:ext cx="443589" cy="105632"/>
            <a:chOff x="4137525" y="2915950"/>
            <a:chExt cx="869100" cy="207000"/>
          </a:xfrm>
        </p:grpSpPr>
        <p:sp>
          <p:nvSpPr>
            <p:cNvPr id="56" name="Google Shape;56;p14"/>
            <p:cNvSpPr/>
            <p:nvPr/>
          </p:nvSpPr>
          <p:spPr>
            <a:xfrm>
              <a:off x="446857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 name="Google Shape;57;p14"/>
            <p:cNvSpPr/>
            <p:nvPr/>
          </p:nvSpPr>
          <p:spPr>
            <a:xfrm>
              <a:off x="47996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 name="Google Shape;58;p14"/>
            <p:cNvSpPr/>
            <p:nvPr/>
          </p:nvSpPr>
          <p:spPr>
            <a:xfrm>
              <a:off x="4137525" y="2915950"/>
              <a:ext cx="207000" cy="20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59" name="Google Shape;59;p14"/>
          <p:cNvSpPr txBox="1"/>
          <p:nvPr>
            <p:ph type="ctrTitle"/>
          </p:nvPr>
        </p:nvSpPr>
        <p:spPr>
          <a:xfrm>
            <a:off x="671258" y="990800"/>
            <a:ext cx="7801500" cy="17301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800"/>
              <a:buNone/>
              <a:defRPr sz="48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p:txBody>
      </p:sp>
      <p:sp>
        <p:nvSpPr>
          <p:cNvPr id="60" name="Google Shape;60;p14"/>
          <p:cNvSpPr txBox="1"/>
          <p:nvPr>
            <p:ph type="subTitle" idx="1"/>
          </p:nvPr>
        </p:nvSpPr>
        <p:spPr>
          <a:xfrm>
            <a:off x="671250" y="3174876"/>
            <a:ext cx="7801500" cy="79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p:txBody>
      </p:sp>
      <p:sp>
        <p:nvSpPr>
          <p:cNvPr id="61" name="Google Shape;61;p14"/>
          <p:cNvSpPr txBox="1"/>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62" name="Shape 62"/>
        <p:cNvGrpSpPr/>
        <p:nvPr/>
      </p:nvGrpSpPr>
      <p:grpSpPr>
        <a:xfrm>
          <a:off x="0" y="0"/>
          <a:ext cx="0" cy="0"/>
          <a:chOff x="0" y="0"/>
          <a:chExt cx="0" cy="0"/>
        </a:xfrm>
      </p:grpSpPr>
      <p:sp>
        <p:nvSpPr>
          <p:cNvPr id="63" name="Google Shape;63;p15"/>
          <p:cNvSpPr txBox="1"/>
          <p:nvPr>
            <p:ph type="title"/>
          </p:nvPr>
        </p:nvSpPr>
        <p:spPr>
          <a:xfrm>
            <a:off x="671250" y="2141250"/>
            <a:ext cx="7852200" cy="8610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p:txBody>
      </p:sp>
      <p:sp>
        <p:nvSpPr>
          <p:cNvPr id="64" name="Google Shape;64;p15"/>
          <p:cNvSpPr txBox="1"/>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65" name="Shape 65"/>
        <p:cNvGrpSpPr/>
        <p:nvPr/>
      </p:nvGrpSpPr>
      <p:grpSpPr>
        <a:xfrm>
          <a:off x="0" y="0"/>
          <a:ext cx="0" cy="0"/>
          <a:chOff x="0" y="0"/>
          <a:chExt cx="0" cy="0"/>
        </a:xfrm>
      </p:grpSpPr>
      <p:sp>
        <p:nvSpPr>
          <p:cNvPr id="66" name="Google Shape;66;p1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7" name="Google Shape;67;p16"/>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p:txBody>
      </p:sp>
      <p:sp>
        <p:nvSpPr>
          <p:cNvPr id="68" name="Google Shape;68;p16"/>
          <p:cNvSpPr txBox="1"/>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69" name="Shape 69"/>
        <p:cNvGrpSpPr/>
        <p:nvPr/>
      </p:nvGrpSpPr>
      <p:grpSpPr>
        <a:xfrm>
          <a:off x="0" y="0"/>
          <a:ext cx="0" cy="0"/>
          <a:chOff x="0" y="0"/>
          <a:chExt cx="0" cy="0"/>
        </a:xfrm>
      </p:grpSpPr>
      <p:sp>
        <p:nvSpPr>
          <p:cNvPr id="70" name="Google Shape;70;p17"/>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1" name="Google Shape;71;p17"/>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p:txBody>
      </p:sp>
      <p:sp>
        <p:nvSpPr>
          <p:cNvPr id="72" name="Google Shape;72;p17"/>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p:txBody>
      </p:sp>
      <p:sp>
        <p:nvSpPr>
          <p:cNvPr id="73" name="Google Shape;73;p17"/>
          <p:cNvSpPr txBox="1"/>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74" name="Shape 74"/>
        <p:cNvGrpSpPr/>
        <p:nvPr/>
      </p:nvGrpSpPr>
      <p:grpSpPr>
        <a:xfrm>
          <a:off x="0" y="0"/>
          <a:ext cx="0" cy="0"/>
          <a:chOff x="0" y="0"/>
          <a:chExt cx="0" cy="0"/>
        </a:xfrm>
      </p:grpSpPr>
      <p:sp>
        <p:nvSpPr>
          <p:cNvPr id="75" name="Google Shape;75;p18"/>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6" name="Google Shape;76;p18"/>
          <p:cNvSpPr txBox="1"/>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77" name="Shape 77"/>
        <p:cNvGrpSpPr/>
        <p:nvPr/>
      </p:nvGrpSpPr>
      <p:grpSpPr>
        <a:xfrm>
          <a:off x="0" y="0"/>
          <a:ext cx="0" cy="0"/>
          <a:chOff x="0" y="0"/>
          <a:chExt cx="0" cy="0"/>
        </a:xfrm>
      </p:grpSpPr>
      <p:sp>
        <p:nvSpPr>
          <p:cNvPr id="78" name="Google Shape;78;p19"/>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9" name="Google Shape;79;p19"/>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p:txBody>
      </p:sp>
      <p:sp>
        <p:nvSpPr>
          <p:cNvPr id="80" name="Google Shape;80;p19"/>
          <p:cNvSpPr txBox="1"/>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81" name="Shape 81"/>
        <p:cNvGrpSpPr/>
        <p:nvPr/>
      </p:nvGrpSpPr>
      <p:grpSpPr>
        <a:xfrm>
          <a:off x="0" y="0"/>
          <a:ext cx="0" cy="0"/>
          <a:chOff x="0" y="0"/>
          <a:chExt cx="0" cy="0"/>
        </a:xfrm>
      </p:grpSpPr>
      <p:sp>
        <p:nvSpPr>
          <p:cNvPr id="82" name="Google Shape;82;p20"/>
          <p:cNvSpPr txBox="1"/>
          <p:nvPr>
            <p:ph type="title"/>
          </p:nvPr>
        </p:nvSpPr>
        <p:spPr>
          <a:xfrm>
            <a:off x="490250" y="526350"/>
            <a:ext cx="6227100" cy="40908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83" name="Google Shape;83;p20"/>
          <p:cNvSpPr txBox="1"/>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84" name="Shape 84"/>
        <p:cNvGrpSpPr/>
        <p:nvPr/>
      </p:nvGrpSpPr>
      <p:grpSpPr>
        <a:xfrm>
          <a:off x="0" y="0"/>
          <a:ext cx="0" cy="0"/>
          <a:chOff x="0" y="0"/>
          <a:chExt cx="0" cy="0"/>
        </a:xfrm>
      </p:grpSpPr>
      <p:sp>
        <p:nvSpPr>
          <p:cNvPr id="85" name="Google Shape;85;p21"/>
          <p:cNvSpPr/>
          <p:nvPr/>
        </p:nvSpPr>
        <p:spPr>
          <a:xfrm>
            <a:off x="457200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86" name="Google Shape;86;p21"/>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87" name="Google Shape;87;p21"/>
          <p:cNvSpPr txBox="1"/>
          <p:nvPr>
            <p:ph type="title"/>
          </p:nvPr>
        </p:nvSpPr>
        <p:spPr>
          <a:xfrm>
            <a:off x="265500" y="1081400"/>
            <a:ext cx="4045200" cy="17103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p:txBody>
      </p:sp>
      <p:sp>
        <p:nvSpPr>
          <p:cNvPr id="88" name="Google Shape;88;p21"/>
          <p:cNvSpPr txBox="1"/>
          <p:nvPr>
            <p:ph type="subTitle" idx="1"/>
          </p:nvPr>
        </p:nvSpPr>
        <p:spPr>
          <a:xfrm>
            <a:off x="265500" y="2845201"/>
            <a:ext cx="4045200" cy="13455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Clr>
                <a:schemeClr val="dk1"/>
              </a:buClr>
              <a:buSzPts val="2100"/>
              <a:buNone/>
              <a:defRPr sz="21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p:txBody>
      </p:sp>
      <p:sp>
        <p:nvSpPr>
          <p:cNvPr id="89" name="Google Shape;89;p21"/>
          <p:cNvSpPr txBox="1"/>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Clr>
                <a:schemeClr val="lt1"/>
              </a:buClr>
              <a:buSzPts val="1800"/>
              <a:buChar char="●"/>
              <a:defRPr>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Clr>
                <a:schemeClr val="lt1"/>
              </a:buClr>
              <a:buSzPts val="1400"/>
              <a:buChar char="■"/>
              <a:defRPr>
                <a:solidFill>
                  <a:schemeClr val="lt1"/>
                </a:solidFill>
              </a:defRPr>
            </a:lvl3pPr>
            <a:lvl4pPr marL="1828800" lvl="3" indent="-317500" rtl="0">
              <a:spcBef>
                <a:spcPts val="0"/>
              </a:spcBef>
              <a:spcAft>
                <a:spcPts val="0"/>
              </a:spcAft>
              <a:buClr>
                <a:schemeClr val="lt1"/>
              </a:buClr>
              <a:buSzPts val="1400"/>
              <a:buChar char="●"/>
              <a:defRPr>
                <a:solidFill>
                  <a:schemeClr val="lt1"/>
                </a:solidFill>
              </a:defRPr>
            </a:lvl4pPr>
            <a:lvl5pPr marL="2286000" lvl="4" indent="-317500" rtl="0">
              <a:spcBef>
                <a:spcPts val="0"/>
              </a:spcBef>
              <a:spcAft>
                <a:spcPts val="0"/>
              </a:spcAft>
              <a:buClr>
                <a:schemeClr val="lt1"/>
              </a:buClr>
              <a:buSzPts val="1400"/>
              <a:buChar char="○"/>
              <a:defRPr>
                <a:solidFill>
                  <a:schemeClr val="lt1"/>
                </a:solidFill>
              </a:defRPr>
            </a:lvl5pPr>
            <a:lvl6pPr marL="2743200" lvl="5" indent="-317500" rtl="0">
              <a:spcBef>
                <a:spcPts val="0"/>
              </a:spcBef>
              <a:spcAft>
                <a:spcPts val="0"/>
              </a:spcAft>
              <a:buClr>
                <a:schemeClr val="lt1"/>
              </a:buClr>
              <a:buSzPts val="1400"/>
              <a:buChar char="■"/>
              <a:defRPr>
                <a:solidFill>
                  <a:schemeClr val="lt1"/>
                </a:solidFill>
              </a:defRPr>
            </a:lvl6pPr>
            <a:lvl7pPr marL="3200400" lvl="6" indent="-317500" rtl="0">
              <a:spcBef>
                <a:spcPts val="0"/>
              </a:spcBef>
              <a:spcAft>
                <a:spcPts val="0"/>
              </a:spcAft>
              <a:buClr>
                <a:schemeClr val="lt1"/>
              </a:buClr>
              <a:buSzPts val="1400"/>
              <a:buChar char="●"/>
              <a:defRPr>
                <a:solidFill>
                  <a:schemeClr val="lt1"/>
                </a:solidFill>
              </a:defRPr>
            </a:lvl7pPr>
            <a:lvl8pPr marL="3657600" lvl="7" indent="-317500" rtl="0">
              <a:spcBef>
                <a:spcPts val="0"/>
              </a:spcBef>
              <a:spcAft>
                <a:spcPts val="0"/>
              </a:spcAft>
              <a:buClr>
                <a:schemeClr val="lt1"/>
              </a:buClr>
              <a:buSzPts val="1400"/>
              <a:buChar char="○"/>
              <a:defRPr>
                <a:solidFill>
                  <a:schemeClr val="lt1"/>
                </a:solidFill>
              </a:defRPr>
            </a:lvl8pPr>
            <a:lvl9pPr marL="4114800" lvl="8" indent="-317500" rtl="0">
              <a:spcBef>
                <a:spcPts val="0"/>
              </a:spcBef>
              <a:spcAft>
                <a:spcPts val="0"/>
              </a:spcAft>
              <a:buClr>
                <a:schemeClr val="lt1"/>
              </a:buClr>
              <a:buSzPts val="1400"/>
              <a:buChar char="■"/>
              <a:defRPr>
                <a:solidFill>
                  <a:schemeClr val="lt1"/>
                </a:solidFill>
              </a:defRPr>
            </a:lvl9pPr>
          </a:lstStyle>
          <a:p/>
        </p:txBody>
      </p:sp>
      <p:sp>
        <p:nvSpPr>
          <p:cNvPr id="90" name="Google Shape;90;p21"/>
          <p:cNvSpPr txBox="1"/>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91" name="Shape 91"/>
        <p:cNvGrpSpPr/>
        <p:nvPr/>
      </p:nvGrpSpPr>
      <p:grpSpPr>
        <a:xfrm>
          <a:off x="0" y="0"/>
          <a:ext cx="0" cy="0"/>
          <a:chOff x="0" y="0"/>
          <a:chExt cx="0" cy="0"/>
        </a:xfrm>
      </p:grpSpPr>
      <p:sp>
        <p:nvSpPr>
          <p:cNvPr id="92" name="Google Shape;92;p22"/>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93" name="Google Shape;93;p22"/>
          <p:cNvSpPr txBox="1"/>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94" name="Shape 94"/>
        <p:cNvGrpSpPr/>
        <p:nvPr/>
      </p:nvGrpSpPr>
      <p:grpSpPr>
        <a:xfrm>
          <a:off x="0" y="0"/>
          <a:ext cx="0" cy="0"/>
          <a:chOff x="0" y="0"/>
          <a:chExt cx="0" cy="0"/>
        </a:xfrm>
      </p:grpSpPr>
      <p:sp>
        <p:nvSpPr>
          <p:cNvPr id="95" name="Google Shape;95;p23"/>
          <p:cNvSpPr txBox="1"/>
          <p:nvPr>
            <p:ph type="title" hasCustomPrompt="1"/>
          </p:nvPr>
        </p:nvSpPr>
        <p:spPr>
          <a:xfrm>
            <a:off x="311700" y="1255275"/>
            <a:ext cx="8520600" cy="18906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96" name="Google Shape;96;p23"/>
          <p:cNvSpPr txBox="1"/>
          <p:nvPr>
            <p:ph type="body" idx="1"/>
          </p:nvPr>
        </p:nvSpPr>
        <p:spPr>
          <a:xfrm>
            <a:off x="311700" y="3228425"/>
            <a:ext cx="85206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p:txBody>
      </p:sp>
      <p:sp>
        <p:nvSpPr>
          <p:cNvPr id="97" name="Google Shape;97;p23"/>
          <p:cNvSpPr txBox="1"/>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98" name="Shape 98"/>
        <p:cNvGrpSpPr/>
        <p:nvPr/>
      </p:nvGrpSpPr>
      <p:grpSpPr>
        <a:xfrm>
          <a:off x="0" y="0"/>
          <a:ext cx="0" cy="0"/>
          <a:chOff x="0" y="0"/>
          <a:chExt cx="0" cy="0"/>
        </a:xfrm>
      </p:grpSpPr>
      <p:sp>
        <p:nvSpPr>
          <p:cNvPr id="99" name="Google Shape;99;p24"/>
          <p:cNvSpPr txBox="1"/>
          <p:nvPr>
            <p:ph type="sldNum" idx="12"/>
          </p:nvPr>
        </p:nvSpPr>
        <p:spPr>
          <a:xfrm>
            <a:off x="8490250" y="4681009"/>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p:cSld name="TITLE_1">
    <p:bg>
      <p:bgPr>
        <a:solidFill>
          <a:srgbClr val="6FA8DC"/>
        </a:solidFill>
        <a:effectLst/>
      </p:bgPr>
    </p:bg>
    <p:spTree>
      <p:nvGrpSpPr>
        <p:cNvPr id="100" name="Shape 100"/>
        <p:cNvGrpSpPr/>
        <p:nvPr/>
      </p:nvGrpSpPr>
      <p:grpSpPr>
        <a:xfrm>
          <a:off x="0" y="0"/>
          <a:ext cx="0" cy="0"/>
          <a:chOff x="0" y="0"/>
          <a:chExt cx="0" cy="0"/>
        </a:xfrm>
      </p:grpSpPr>
      <p:sp>
        <p:nvSpPr>
          <p:cNvPr id="101" name="Google Shape;101;p25"/>
          <p:cNvSpPr txBox="1"/>
          <p:nvPr>
            <p:ph type="ctrTitle"/>
          </p:nvPr>
        </p:nvSpPr>
        <p:spPr>
          <a:xfrm>
            <a:off x="2786525" y="1968875"/>
            <a:ext cx="5859600" cy="2766300"/>
          </a:xfrm>
          <a:prstGeom prst="rect">
            <a:avLst/>
          </a:prstGeom>
          <a:noFill/>
          <a:ln>
            <a:noFill/>
          </a:ln>
        </p:spPr>
        <p:txBody>
          <a:bodyPr spcFirstLastPara="1" wrap="square" lIns="91425" tIns="91425" rIns="91425" bIns="91425" anchor="b" anchorCtr="0">
            <a:noAutofit/>
          </a:bodyPr>
          <a:lstStyle>
            <a:lvl1pPr lvl="0" algn="r" rtl="0">
              <a:lnSpc>
                <a:spcPct val="100000"/>
              </a:lnSpc>
              <a:spcBef>
                <a:spcPts val="0"/>
              </a:spcBef>
              <a:spcAft>
                <a:spcPts val="0"/>
              </a:spcAft>
              <a:buClr>
                <a:srgbClr val="FFFFFF"/>
              </a:buClr>
              <a:buSzPts val="4800"/>
              <a:buNone/>
              <a:defRPr sz="4800">
                <a:solidFill>
                  <a:srgbClr val="FFFFFF"/>
                </a:solidFill>
              </a:defRPr>
            </a:lvl1pPr>
            <a:lvl2pPr lvl="1" algn="ctr" rtl="0">
              <a:lnSpc>
                <a:spcPct val="100000"/>
              </a:lnSpc>
              <a:spcBef>
                <a:spcPts val="0"/>
              </a:spcBef>
              <a:spcAft>
                <a:spcPts val="0"/>
              </a:spcAft>
              <a:buClr>
                <a:srgbClr val="FFFFFF"/>
              </a:buClr>
              <a:buSzPts val="4800"/>
              <a:buNone/>
              <a:defRPr sz="4800">
                <a:solidFill>
                  <a:srgbClr val="FFFFFF"/>
                </a:solidFill>
              </a:defRPr>
            </a:lvl2pPr>
            <a:lvl3pPr lvl="2" algn="ctr" rtl="0">
              <a:lnSpc>
                <a:spcPct val="100000"/>
              </a:lnSpc>
              <a:spcBef>
                <a:spcPts val="0"/>
              </a:spcBef>
              <a:spcAft>
                <a:spcPts val="0"/>
              </a:spcAft>
              <a:buClr>
                <a:srgbClr val="FFFFFF"/>
              </a:buClr>
              <a:buSzPts val="4800"/>
              <a:buNone/>
              <a:defRPr sz="4800">
                <a:solidFill>
                  <a:srgbClr val="FFFFFF"/>
                </a:solidFill>
              </a:defRPr>
            </a:lvl3pPr>
            <a:lvl4pPr lvl="3" algn="ctr" rtl="0">
              <a:lnSpc>
                <a:spcPct val="100000"/>
              </a:lnSpc>
              <a:spcBef>
                <a:spcPts val="0"/>
              </a:spcBef>
              <a:spcAft>
                <a:spcPts val="0"/>
              </a:spcAft>
              <a:buClr>
                <a:srgbClr val="FFFFFF"/>
              </a:buClr>
              <a:buSzPts val="4800"/>
              <a:buNone/>
              <a:defRPr sz="4800">
                <a:solidFill>
                  <a:srgbClr val="FFFFFF"/>
                </a:solidFill>
              </a:defRPr>
            </a:lvl4pPr>
            <a:lvl5pPr lvl="4" algn="ctr" rtl="0">
              <a:lnSpc>
                <a:spcPct val="100000"/>
              </a:lnSpc>
              <a:spcBef>
                <a:spcPts val="0"/>
              </a:spcBef>
              <a:spcAft>
                <a:spcPts val="0"/>
              </a:spcAft>
              <a:buClr>
                <a:srgbClr val="FFFFFF"/>
              </a:buClr>
              <a:buSzPts val="4800"/>
              <a:buNone/>
              <a:defRPr sz="4800">
                <a:solidFill>
                  <a:srgbClr val="FFFFFF"/>
                </a:solidFill>
              </a:defRPr>
            </a:lvl5pPr>
            <a:lvl6pPr lvl="5" algn="ctr" rtl="0">
              <a:lnSpc>
                <a:spcPct val="100000"/>
              </a:lnSpc>
              <a:spcBef>
                <a:spcPts val="0"/>
              </a:spcBef>
              <a:spcAft>
                <a:spcPts val="0"/>
              </a:spcAft>
              <a:buClr>
                <a:srgbClr val="FFFFFF"/>
              </a:buClr>
              <a:buSzPts val="4800"/>
              <a:buNone/>
              <a:defRPr sz="4800">
                <a:solidFill>
                  <a:srgbClr val="FFFFFF"/>
                </a:solidFill>
              </a:defRPr>
            </a:lvl6pPr>
            <a:lvl7pPr lvl="6" algn="ctr" rtl="0">
              <a:lnSpc>
                <a:spcPct val="100000"/>
              </a:lnSpc>
              <a:spcBef>
                <a:spcPts val="0"/>
              </a:spcBef>
              <a:spcAft>
                <a:spcPts val="0"/>
              </a:spcAft>
              <a:buClr>
                <a:srgbClr val="FFFFFF"/>
              </a:buClr>
              <a:buSzPts val="4800"/>
              <a:buNone/>
              <a:defRPr sz="4800">
                <a:solidFill>
                  <a:srgbClr val="FFFFFF"/>
                </a:solidFill>
              </a:defRPr>
            </a:lvl7pPr>
            <a:lvl8pPr lvl="7" algn="ctr" rtl="0">
              <a:lnSpc>
                <a:spcPct val="100000"/>
              </a:lnSpc>
              <a:spcBef>
                <a:spcPts val="0"/>
              </a:spcBef>
              <a:spcAft>
                <a:spcPts val="0"/>
              </a:spcAft>
              <a:buClr>
                <a:srgbClr val="FFFFFF"/>
              </a:buClr>
              <a:buSzPts val="4800"/>
              <a:buNone/>
              <a:defRPr sz="4800">
                <a:solidFill>
                  <a:srgbClr val="FFFFFF"/>
                </a:solidFill>
              </a:defRPr>
            </a:lvl8pPr>
            <a:lvl9pPr lvl="8" algn="ctr" rtl="0">
              <a:lnSpc>
                <a:spcPct val="100000"/>
              </a:lnSpc>
              <a:spcBef>
                <a:spcPts val="0"/>
              </a:spcBef>
              <a:spcAft>
                <a:spcPts val="0"/>
              </a:spcAft>
              <a:buClr>
                <a:srgbClr val="FFFFFF"/>
              </a:buClr>
              <a:buSzPts val="4800"/>
              <a:buNone/>
              <a:defRPr sz="4800">
                <a:solidFill>
                  <a:srgbClr val="FFFFFF"/>
                </a:solidFill>
              </a:defRPr>
            </a:lvl9pPr>
          </a:lstStyle>
          <a:p/>
        </p:txBody>
      </p:sp>
      <p:grpSp>
        <p:nvGrpSpPr>
          <p:cNvPr id="102" name="Google Shape;102;p25"/>
          <p:cNvGrpSpPr/>
          <p:nvPr/>
        </p:nvGrpSpPr>
        <p:grpSpPr>
          <a:xfrm>
            <a:off x="-190653" y="180462"/>
            <a:ext cx="9618282" cy="1632387"/>
            <a:chOff x="-114453" y="180462"/>
            <a:chExt cx="9618282" cy="1632387"/>
          </a:xfrm>
        </p:grpSpPr>
        <p:sp>
          <p:nvSpPr>
            <p:cNvPr id="103" name="Google Shape;103;p25"/>
            <p:cNvSpPr/>
            <p:nvPr/>
          </p:nvSpPr>
          <p:spPr>
            <a:xfrm>
              <a:off x="313552" y="221405"/>
              <a:ext cx="351077" cy="349039"/>
            </a:xfrm>
            <a:custGeom>
              <a:avLst/>
              <a:gdLst/>
              <a:ahLst/>
              <a:cxnLst/>
              <a:rect l="l" t="t" r="r" b="b"/>
              <a:pathLst>
                <a:path w="16708" h="16611" fill="none" extrusionOk="0">
                  <a:moveTo>
                    <a:pt x="414" y="8842"/>
                  </a:moveTo>
                  <a:lnTo>
                    <a:pt x="8403" y="1048"/>
                  </a:lnTo>
                  <a:lnTo>
                    <a:pt x="8403" y="1048"/>
                  </a:lnTo>
                  <a:lnTo>
                    <a:pt x="8500" y="951"/>
                  </a:lnTo>
                  <a:lnTo>
                    <a:pt x="8597" y="829"/>
                  </a:lnTo>
                  <a:lnTo>
                    <a:pt x="8865" y="658"/>
                  </a:lnTo>
                  <a:lnTo>
                    <a:pt x="9158" y="488"/>
                  </a:lnTo>
                  <a:lnTo>
                    <a:pt x="9450" y="317"/>
                  </a:lnTo>
                  <a:lnTo>
                    <a:pt x="9450" y="317"/>
                  </a:lnTo>
                  <a:lnTo>
                    <a:pt x="9839" y="171"/>
                  </a:lnTo>
                  <a:lnTo>
                    <a:pt x="10180" y="74"/>
                  </a:lnTo>
                  <a:lnTo>
                    <a:pt x="10497" y="25"/>
                  </a:lnTo>
                  <a:lnTo>
                    <a:pt x="10814" y="1"/>
                  </a:lnTo>
                  <a:lnTo>
                    <a:pt x="15344" y="1"/>
                  </a:lnTo>
                  <a:lnTo>
                    <a:pt x="15344" y="1"/>
                  </a:lnTo>
                  <a:lnTo>
                    <a:pt x="15465" y="1"/>
                  </a:lnTo>
                  <a:lnTo>
                    <a:pt x="15587" y="49"/>
                  </a:lnTo>
                  <a:lnTo>
                    <a:pt x="15855" y="122"/>
                  </a:lnTo>
                  <a:lnTo>
                    <a:pt x="16099" y="269"/>
                  </a:lnTo>
                  <a:lnTo>
                    <a:pt x="16294" y="415"/>
                  </a:lnTo>
                  <a:lnTo>
                    <a:pt x="16294" y="415"/>
                  </a:lnTo>
                  <a:lnTo>
                    <a:pt x="16391" y="537"/>
                  </a:lnTo>
                  <a:lnTo>
                    <a:pt x="16488" y="658"/>
                  </a:lnTo>
                  <a:lnTo>
                    <a:pt x="16561" y="780"/>
                  </a:lnTo>
                  <a:lnTo>
                    <a:pt x="16610" y="902"/>
                  </a:lnTo>
                  <a:lnTo>
                    <a:pt x="16659" y="1048"/>
                  </a:lnTo>
                  <a:lnTo>
                    <a:pt x="16683" y="1170"/>
                  </a:lnTo>
                  <a:lnTo>
                    <a:pt x="16708" y="1486"/>
                  </a:lnTo>
                  <a:lnTo>
                    <a:pt x="16708" y="5992"/>
                  </a:lnTo>
                  <a:lnTo>
                    <a:pt x="16708" y="5992"/>
                  </a:lnTo>
                  <a:lnTo>
                    <a:pt x="16683" y="6309"/>
                  </a:lnTo>
                  <a:lnTo>
                    <a:pt x="16635" y="6625"/>
                  </a:lnTo>
                  <a:lnTo>
                    <a:pt x="16537" y="6942"/>
                  </a:lnTo>
                  <a:lnTo>
                    <a:pt x="16391" y="7258"/>
                  </a:lnTo>
                  <a:lnTo>
                    <a:pt x="16391" y="7258"/>
                  </a:lnTo>
                  <a:lnTo>
                    <a:pt x="16342" y="7453"/>
                  </a:lnTo>
                  <a:lnTo>
                    <a:pt x="16294" y="7624"/>
                  </a:lnTo>
                  <a:lnTo>
                    <a:pt x="16196" y="7770"/>
                  </a:lnTo>
                  <a:lnTo>
                    <a:pt x="16123" y="7916"/>
                  </a:lnTo>
                  <a:lnTo>
                    <a:pt x="15928" y="8160"/>
                  </a:lnTo>
                  <a:lnTo>
                    <a:pt x="15758" y="8403"/>
                  </a:lnTo>
                  <a:lnTo>
                    <a:pt x="7891" y="16197"/>
                  </a:lnTo>
                  <a:lnTo>
                    <a:pt x="7891" y="16197"/>
                  </a:lnTo>
                  <a:lnTo>
                    <a:pt x="7794" y="16294"/>
                  </a:lnTo>
                  <a:lnTo>
                    <a:pt x="7696" y="16392"/>
                  </a:lnTo>
                  <a:lnTo>
                    <a:pt x="7574" y="16465"/>
                  </a:lnTo>
                  <a:lnTo>
                    <a:pt x="7453" y="16513"/>
                  </a:lnTo>
                  <a:lnTo>
                    <a:pt x="7185" y="16586"/>
                  </a:lnTo>
                  <a:lnTo>
                    <a:pt x="6941" y="16611"/>
                  </a:lnTo>
                  <a:lnTo>
                    <a:pt x="6941" y="16611"/>
                  </a:lnTo>
                  <a:lnTo>
                    <a:pt x="6649" y="16586"/>
                  </a:lnTo>
                  <a:lnTo>
                    <a:pt x="6503" y="16562"/>
                  </a:lnTo>
                  <a:lnTo>
                    <a:pt x="6381" y="16513"/>
                  </a:lnTo>
                  <a:lnTo>
                    <a:pt x="6235" y="16465"/>
                  </a:lnTo>
                  <a:lnTo>
                    <a:pt x="6113" y="16392"/>
                  </a:lnTo>
                  <a:lnTo>
                    <a:pt x="5991" y="16294"/>
                  </a:lnTo>
                  <a:lnTo>
                    <a:pt x="5894" y="16197"/>
                  </a:lnTo>
                  <a:lnTo>
                    <a:pt x="414" y="10839"/>
                  </a:lnTo>
                  <a:lnTo>
                    <a:pt x="414" y="10839"/>
                  </a:lnTo>
                  <a:lnTo>
                    <a:pt x="268" y="10595"/>
                  </a:lnTo>
                  <a:lnTo>
                    <a:pt x="122" y="10352"/>
                  </a:lnTo>
                  <a:lnTo>
                    <a:pt x="24" y="10108"/>
                  </a:lnTo>
                  <a:lnTo>
                    <a:pt x="0" y="10011"/>
                  </a:lnTo>
                  <a:lnTo>
                    <a:pt x="0" y="9889"/>
                  </a:lnTo>
                  <a:lnTo>
                    <a:pt x="0" y="9889"/>
                  </a:lnTo>
                  <a:lnTo>
                    <a:pt x="0" y="9718"/>
                  </a:lnTo>
                  <a:lnTo>
                    <a:pt x="24" y="9597"/>
                  </a:lnTo>
                  <a:lnTo>
                    <a:pt x="122" y="9329"/>
                  </a:lnTo>
                  <a:lnTo>
                    <a:pt x="268" y="9061"/>
                  </a:lnTo>
                  <a:lnTo>
                    <a:pt x="414" y="8842"/>
                  </a:lnTo>
                  <a:lnTo>
                    <a:pt x="414" y="8842"/>
                  </a:lnTo>
                  <a:close/>
                  <a:moveTo>
                    <a:pt x="12519" y="4190"/>
                  </a:moveTo>
                  <a:lnTo>
                    <a:pt x="12519" y="4190"/>
                  </a:lnTo>
                  <a:lnTo>
                    <a:pt x="12689" y="4336"/>
                  </a:lnTo>
                  <a:lnTo>
                    <a:pt x="12859" y="4433"/>
                  </a:lnTo>
                  <a:lnTo>
                    <a:pt x="13030" y="4482"/>
                  </a:lnTo>
                  <a:lnTo>
                    <a:pt x="13249" y="4482"/>
                  </a:lnTo>
                  <a:lnTo>
                    <a:pt x="13249" y="4482"/>
                  </a:lnTo>
                  <a:lnTo>
                    <a:pt x="13444" y="4482"/>
                  </a:lnTo>
                  <a:lnTo>
                    <a:pt x="13615" y="4433"/>
                  </a:lnTo>
                  <a:lnTo>
                    <a:pt x="13761" y="4336"/>
                  </a:lnTo>
                  <a:lnTo>
                    <a:pt x="13882" y="4190"/>
                  </a:lnTo>
                  <a:lnTo>
                    <a:pt x="13882" y="4190"/>
                  </a:lnTo>
                  <a:lnTo>
                    <a:pt x="14029" y="4044"/>
                  </a:lnTo>
                  <a:lnTo>
                    <a:pt x="14102" y="3873"/>
                  </a:lnTo>
                  <a:lnTo>
                    <a:pt x="14150" y="3727"/>
                  </a:lnTo>
                  <a:lnTo>
                    <a:pt x="14175" y="3557"/>
                  </a:lnTo>
                  <a:lnTo>
                    <a:pt x="14175" y="3557"/>
                  </a:lnTo>
                  <a:lnTo>
                    <a:pt x="14150" y="3362"/>
                  </a:lnTo>
                  <a:lnTo>
                    <a:pt x="14102" y="3167"/>
                  </a:lnTo>
                  <a:lnTo>
                    <a:pt x="14029" y="2996"/>
                  </a:lnTo>
                  <a:lnTo>
                    <a:pt x="13882" y="2850"/>
                  </a:lnTo>
                  <a:lnTo>
                    <a:pt x="13882" y="2850"/>
                  </a:lnTo>
                  <a:lnTo>
                    <a:pt x="13761" y="2728"/>
                  </a:lnTo>
                  <a:lnTo>
                    <a:pt x="13615" y="2655"/>
                  </a:lnTo>
                  <a:lnTo>
                    <a:pt x="13444" y="2582"/>
                  </a:lnTo>
                  <a:lnTo>
                    <a:pt x="13249" y="2558"/>
                  </a:lnTo>
                  <a:lnTo>
                    <a:pt x="13249" y="2558"/>
                  </a:lnTo>
                  <a:lnTo>
                    <a:pt x="13030" y="2582"/>
                  </a:lnTo>
                  <a:lnTo>
                    <a:pt x="12859" y="2655"/>
                  </a:lnTo>
                  <a:lnTo>
                    <a:pt x="12689" y="2728"/>
                  </a:lnTo>
                  <a:lnTo>
                    <a:pt x="12519" y="2850"/>
                  </a:lnTo>
                  <a:lnTo>
                    <a:pt x="12519" y="2850"/>
                  </a:lnTo>
                  <a:lnTo>
                    <a:pt x="12445" y="2996"/>
                  </a:lnTo>
                  <a:lnTo>
                    <a:pt x="12372" y="3167"/>
                  </a:lnTo>
                  <a:lnTo>
                    <a:pt x="12324" y="3362"/>
                  </a:lnTo>
                  <a:lnTo>
                    <a:pt x="12324" y="3557"/>
                  </a:lnTo>
                  <a:lnTo>
                    <a:pt x="12324" y="3557"/>
                  </a:lnTo>
                  <a:lnTo>
                    <a:pt x="12324" y="3727"/>
                  </a:lnTo>
                  <a:lnTo>
                    <a:pt x="12372" y="3873"/>
                  </a:lnTo>
                  <a:lnTo>
                    <a:pt x="12445" y="4044"/>
                  </a:lnTo>
                  <a:lnTo>
                    <a:pt x="12519" y="4190"/>
                  </a:lnTo>
                  <a:lnTo>
                    <a:pt x="12519" y="4190"/>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4" name="Google Shape;104;p25"/>
            <p:cNvSpPr/>
            <p:nvPr/>
          </p:nvSpPr>
          <p:spPr>
            <a:xfrm>
              <a:off x="1222212" y="227541"/>
              <a:ext cx="336767" cy="336767"/>
            </a:xfrm>
            <a:custGeom>
              <a:avLst/>
              <a:gdLst/>
              <a:ahLst/>
              <a:cxnLst/>
              <a:rect l="l" t="t" r="r" b="b"/>
              <a:pathLst>
                <a:path w="16027" h="16027" fill="none" extrusionOk="0">
                  <a:moveTo>
                    <a:pt x="14029" y="4019"/>
                  </a:moveTo>
                  <a:lnTo>
                    <a:pt x="14029" y="4019"/>
                  </a:lnTo>
                  <a:lnTo>
                    <a:pt x="14200" y="3849"/>
                  </a:lnTo>
                  <a:lnTo>
                    <a:pt x="14395" y="3752"/>
                  </a:lnTo>
                  <a:lnTo>
                    <a:pt x="14614" y="3678"/>
                  </a:lnTo>
                  <a:lnTo>
                    <a:pt x="14809" y="3630"/>
                  </a:lnTo>
                  <a:lnTo>
                    <a:pt x="15028" y="3581"/>
                  </a:lnTo>
                  <a:lnTo>
                    <a:pt x="15247" y="3484"/>
                  </a:lnTo>
                  <a:lnTo>
                    <a:pt x="15442" y="3362"/>
                  </a:lnTo>
                  <a:lnTo>
                    <a:pt x="15661" y="3191"/>
                  </a:lnTo>
                  <a:lnTo>
                    <a:pt x="15661" y="3191"/>
                  </a:lnTo>
                  <a:lnTo>
                    <a:pt x="15832" y="2997"/>
                  </a:lnTo>
                  <a:lnTo>
                    <a:pt x="15929" y="2777"/>
                  </a:lnTo>
                  <a:lnTo>
                    <a:pt x="16002" y="2534"/>
                  </a:lnTo>
                  <a:lnTo>
                    <a:pt x="16026" y="2266"/>
                  </a:lnTo>
                  <a:lnTo>
                    <a:pt x="16026" y="2266"/>
                  </a:lnTo>
                  <a:lnTo>
                    <a:pt x="16002" y="2047"/>
                  </a:lnTo>
                  <a:lnTo>
                    <a:pt x="15978" y="1827"/>
                  </a:lnTo>
                  <a:lnTo>
                    <a:pt x="15905" y="1633"/>
                  </a:lnTo>
                  <a:lnTo>
                    <a:pt x="15807" y="1413"/>
                  </a:lnTo>
                  <a:lnTo>
                    <a:pt x="15710" y="1243"/>
                  </a:lnTo>
                  <a:lnTo>
                    <a:pt x="15588" y="1048"/>
                  </a:lnTo>
                  <a:lnTo>
                    <a:pt x="15466" y="878"/>
                  </a:lnTo>
                  <a:lnTo>
                    <a:pt x="15320" y="707"/>
                  </a:lnTo>
                  <a:lnTo>
                    <a:pt x="15320" y="707"/>
                  </a:lnTo>
                  <a:lnTo>
                    <a:pt x="15150" y="561"/>
                  </a:lnTo>
                  <a:lnTo>
                    <a:pt x="14979" y="439"/>
                  </a:lnTo>
                  <a:lnTo>
                    <a:pt x="14784" y="317"/>
                  </a:lnTo>
                  <a:lnTo>
                    <a:pt x="14590" y="196"/>
                  </a:lnTo>
                  <a:lnTo>
                    <a:pt x="14395" y="123"/>
                  </a:lnTo>
                  <a:lnTo>
                    <a:pt x="14175" y="50"/>
                  </a:lnTo>
                  <a:lnTo>
                    <a:pt x="13981" y="25"/>
                  </a:lnTo>
                  <a:lnTo>
                    <a:pt x="13761" y="1"/>
                  </a:lnTo>
                  <a:lnTo>
                    <a:pt x="13761" y="1"/>
                  </a:lnTo>
                  <a:lnTo>
                    <a:pt x="13494" y="25"/>
                  </a:lnTo>
                  <a:lnTo>
                    <a:pt x="13250" y="98"/>
                  </a:lnTo>
                  <a:lnTo>
                    <a:pt x="13031" y="196"/>
                  </a:lnTo>
                  <a:lnTo>
                    <a:pt x="12836" y="366"/>
                  </a:lnTo>
                  <a:lnTo>
                    <a:pt x="12836" y="366"/>
                  </a:lnTo>
                  <a:lnTo>
                    <a:pt x="12665" y="561"/>
                  </a:lnTo>
                  <a:lnTo>
                    <a:pt x="12544" y="780"/>
                  </a:lnTo>
                  <a:lnTo>
                    <a:pt x="12471" y="975"/>
                  </a:lnTo>
                  <a:lnTo>
                    <a:pt x="12422" y="1194"/>
                  </a:lnTo>
                  <a:lnTo>
                    <a:pt x="12349" y="1413"/>
                  </a:lnTo>
                  <a:lnTo>
                    <a:pt x="12276" y="1608"/>
                  </a:lnTo>
                  <a:lnTo>
                    <a:pt x="12178" y="1827"/>
                  </a:lnTo>
                  <a:lnTo>
                    <a:pt x="12008" y="1998"/>
                  </a:lnTo>
                  <a:lnTo>
                    <a:pt x="12008" y="1998"/>
                  </a:lnTo>
                  <a:lnTo>
                    <a:pt x="11740" y="2266"/>
                  </a:lnTo>
                  <a:lnTo>
                    <a:pt x="11496" y="2436"/>
                  </a:lnTo>
                  <a:lnTo>
                    <a:pt x="11277" y="2534"/>
                  </a:lnTo>
                  <a:lnTo>
                    <a:pt x="11082" y="2582"/>
                  </a:lnTo>
                  <a:lnTo>
                    <a:pt x="10888" y="2582"/>
                  </a:lnTo>
                  <a:lnTo>
                    <a:pt x="10717" y="2534"/>
                  </a:lnTo>
                  <a:lnTo>
                    <a:pt x="10547" y="2412"/>
                  </a:lnTo>
                  <a:lnTo>
                    <a:pt x="10376" y="2290"/>
                  </a:lnTo>
                  <a:lnTo>
                    <a:pt x="10206" y="2095"/>
                  </a:lnTo>
                  <a:lnTo>
                    <a:pt x="10035" y="1901"/>
                  </a:lnTo>
                  <a:lnTo>
                    <a:pt x="9670" y="1413"/>
                  </a:lnTo>
                  <a:lnTo>
                    <a:pt x="9231" y="878"/>
                  </a:lnTo>
                  <a:lnTo>
                    <a:pt x="8988" y="585"/>
                  </a:lnTo>
                  <a:lnTo>
                    <a:pt x="8720" y="293"/>
                  </a:lnTo>
                  <a:lnTo>
                    <a:pt x="8720" y="293"/>
                  </a:lnTo>
                  <a:lnTo>
                    <a:pt x="8574" y="171"/>
                  </a:lnTo>
                  <a:lnTo>
                    <a:pt x="8379" y="74"/>
                  </a:lnTo>
                  <a:lnTo>
                    <a:pt x="8209" y="25"/>
                  </a:lnTo>
                  <a:lnTo>
                    <a:pt x="8014" y="1"/>
                  </a:lnTo>
                  <a:lnTo>
                    <a:pt x="8014" y="1"/>
                  </a:lnTo>
                  <a:lnTo>
                    <a:pt x="7916" y="25"/>
                  </a:lnTo>
                  <a:lnTo>
                    <a:pt x="7770" y="98"/>
                  </a:lnTo>
                  <a:lnTo>
                    <a:pt x="7307" y="366"/>
                  </a:lnTo>
                  <a:lnTo>
                    <a:pt x="7039" y="537"/>
                  </a:lnTo>
                  <a:lnTo>
                    <a:pt x="6747" y="756"/>
                  </a:lnTo>
                  <a:lnTo>
                    <a:pt x="6431" y="975"/>
                  </a:lnTo>
                  <a:lnTo>
                    <a:pt x="6138" y="1243"/>
                  </a:lnTo>
                  <a:lnTo>
                    <a:pt x="5870" y="1511"/>
                  </a:lnTo>
                  <a:lnTo>
                    <a:pt x="5627" y="1803"/>
                  </a:lnTo>
                  <a:lnTo>
                    <a:pt x="5432" y="2095"/>
                  </a:lnTo>
                  <a:lnTo>
                    <a:pt x="5359" y="2242"/>
                  </a:lnTo>
                  <a:lnTo>
                    <a:pt x="5310" y="2412"/>
                  </a:lnTo>
                  <a:lnTo>
                    <a:pt x="5262" y="2558"/>
                  </a:lnTo>
                  <a:lnTo>
                    <a:pt x="5237" y="2704"/>
                  </a:lnTo>
                  <a:lnTo>
                    <a:pt x="5237" y="2850"/>
                  </a:lnTo>
                  <a:lnTo>
                    <a:pt x="5262" y="3021"/>
                  </a:lnTo>
                  <a:lnTo>
                    <a:pt x="5310" y="3167"/>
                  </a:lnTo>
                  <a:lnTo>
                    <a:pt x="5383" y="3313"/>
                  </a:lnTo>
                  <a:lnTo>
                    <a:pt x="5481" y="3459"/>
                  </a:lnTo>
                  <a:lnTo>
                    <a:pt x="5603" y="3605"/>
                  </a:lnTo>
                  <a:lnTo>
                    <a:pt x="5603" y="3605"/>
                  </a:lnTo>
                  <a:lnTo>
                    <a:pt x="5797" y="3752"/>
                  </a:lnTo>
                  <a:lnTo>
                    <a:pt x="5992" y="3849"/>
                  </a:lnTo>
                  <a:lnTo>
                    <a:pt x="6187" y="3946"/>
                  </a:lnTo>
                  <a:lnTo>
                    <a:pt x="6406" y="3995"/>
                  </a:lnTo>
                  <a:lnTo>
                    <a:pt x="6625" y="4044"/>
                  </a:lnTo>
                  <a:lnTo>
                    <a:pt x="6845" y="4141"/>
                  </a:lnTo>
                  <a:lnTo>
                    <a:pt x="7039" y="4239"/>
                  </a:lnTo>
                  <a:lnTo>
                    <a:pt x="7234" y="4409"/>
                  </a:lnTo>
                  <a:lnTo>
                    <a:pt x="7234" y="4409"/>
                  </a:lnTo>
                  <a:lnTo>
                    <a:pt x="7405" y="4604"/>
                  </a:lnTo>
                  <a:lnTo>
                    <a:pt x="7502" y="4823"/>
                  </a:lnTo>
                  <a:lnTo>
                    <a:pt x="7575" y="5067"/>
                  </a:lnTo>
                  <a:lnTo>
                    <a:pt x="7600" y="5359"/>
                  </a:lnTo>
                  <a:lnTo>
                    <a:pt x="7600" y="5359"/>
                  </a:lnTo>
                  <a:lnTo>
                    <a:pt x="7575" y="5554"/>
                  </a:lnTo>
                  <a:lnTo>
                    <a:pt x="7551" y="5773"/>
                  </a:lnTo>
                  <a:lnTo>
                    <a:pt x="7478" y="5968"/>
                  </a:lnTo>
                  <a:lnTo>
                    <a:pt x="7405" y="6163"/>
                  </a:lnTo>
                  <a:lnTo>
                    <a:pt x="7307" y="6357"/>
                  </a:lnTo>
                  <a:lnTo>
                    <a:pt x="7186" y="6552"/>
                  </a:lnTo>
                  <a:lnTo>
                    <a:pt x="7039" y="6723"/>
                  </a:lnTo>
                  <a:lnTo>
                    <a:pt x="6893" y="6893"/>
                  </a:lnTo>
                  <a:lnTo>
                    <a:pt x="6893" y="6893"/>
                  </a:lnTo>
                  <a:lnTo>
                    <a:pt x="6723" y="7039"/>
                  </a:lnTo>
                  <a:lnTo>
                    <a:pt x="6552" y="7186"/>
                  </a:lnTo>
                  <a:lnTo>
                    <a:pt x="6382" y="7283"/>
                  </a:lnTo>
                  <a:lnTo>
                    <a:pt x="6187" y="7405"/>
                  </a:lnTo>
                  <a:lnTo>
                    <a:pt x="5992" y="7478"/>
                  </a:lnTo>
                  <a:lnTo>
                    <a:pt x="5773" y="7551"/>
                  </a:lnTo>
                  <a:lnTo>
                    <a:pt x="5554" y="7575"/>
                  </a:lnTo>
                  <a:lnTo>
                    <a:pt x="5359" y="7600"/>
                  </a:lnTo>
                  <a:lnTo>
                    <a:pt x="5359" y="7600"/>
                  </a:lnTo>
                  <a:lnTo>
                    <a:pt x="5091" y="7575"/>
                  </a:lnTo>
                  <a:lnTo>
                    <a:pt x="4848" y="7502"/>
                  </a:lnTo>
                  <a:lnTo>
                    <a:pt x="4604" y="7405"/>
                  </a:lnTo>
                  <a:lnTo>
                    <a:pt x="4409" y="7234"/>
                  </a:lnTo>
                  <a:lnTo>
                    <a:pt x="4409" y="7234"/>
                  </a:lnTo>
                  <a:lnTo>
                    <a:pt x="4239" y="7039"/>
                  </a:lnTo>
                  <a:lnTo>
                    <a:pt x="4117" y="6820"/>
                  </a:lnTo>
                  <a:lnTo>
                    <a:pt x="4044" y="6601"/>
                  </a:lnTo>
                  <a:lnTo>
                    <a:pt x="3971" y="6382"/>
                  </a:lnTo>
                  <a:lnTo>
                    <a:pt x="3922" y="6187"/>
                  </a:lnTo>
                  <a:lnTo>
                    <a:pt x="3849" y="5992"/>
                  </a:lnTo>
                  <a:lnTo>
                    <a:pt x="3752" y="5797"/>
                  </a:lnTo>
                  <a:lnTo>
                    <a:pt x="3605" y="5602"/>
                  </a:lnTo>
                  <a:lnTo>
                    <a:pt x="3605" y="5602"/>
                  </a:lnTo>
                  <a:lnTo>
                    <a:pt x="3459" y="5481"/>
                  </a:lnTo>
                  <a:lnTo>
                    <a:pt x="3313" y="5383"/>
                  </a:lnTo>
                  <a:lnTo>
                    <a:pt x="3167" y="5310"/>
                  </a:lnTo>
                  <a:lnTo>
                    <a:pt x="3021" y="5262"/>
                  </a:lnTo>
                  <a:lnTo>
                    <a:pt x="2850" y="5237"/>
                  </a:lnTo>
                  <a:lnTo>
                    <a:pt x="2704" y="5237"/>
                  </a:lnTo>
                  <a:lnTo>
                    <a:pt x="2558" y="5262"/>
                  </a:lnTo>
                  <a:lnTo>
                    <a:pt x="2412" y="5310"/>
                  </a:lnTo>
                  <a:lnTo>
                    <a:pt x="2242" y="5359"/>
                  </a:lnTo>
                  <a:lnTo>
                    <a:pt x="2095" y="5432"/>
                  </a:lnTo>
                  <a:lnTo>
                    <a:pt x="1803" y="5627"/>
                  </a:lnTo>
                  <a:lnTo>
                    <a:pt x="1511" y="5870"/>
                  </a:lnTo>
                  <a:lnTo>
                    <a:pt x="1243" y="6138"/>
                  </a:lnTo>
                  <a:lnTo>
                    <a:pt x="975" y="6431"/>
                  </a:lnTo>
                  <a:lnTo>
                    <a:pt x="756" y="6747"/>
                  </a:lnTo>
                  <a:lnTo>
                    <a:pt x="537" y="7039"/>
                  </a:lnTo>
                  <a:lnTo>
                    <a:pt x="366" y="7307"/>
                  </a:lnTo>
                  <a:lnTo>
                    <a:pt x="98" y="7770"/>
                  </a:lnTo>
                  <a:lnTo>
                    <a:pt x="25" y="7916"/>
                  </a:lnTo>
                  <a:lnTo>
                    <a:pt x="1" y="8014"/>
                  </a:lnTo>
                  <a:lnTo>
                    <a:pt x="1" y="8014"/>
                  </a:lnTo>
                  <a:lnTo>
                    <a:pt x="25" y="8208"/>
                  </a:lnTo>
                  <a:lnTo>
                    <a:pt x="74" y="8379"/>
                  </a:lnTo>
                  <a:lnTo>
                    <a:pt x="171" y="8574"/>
                  </a:lnTo>
                  <a:lnTo>
                    <a:pt x="293" y="8720"/>
                  </a:lnTo>
                  <a:lnTo>
                    <a:pt x="293" y="8720"/>
                  </a:lnTo>
                  <a:lnTo>
                    <a:pt x="585" y="8988"/>
                  </a:lnTo>
                  <a:lnTo>
                    <a:pt x="878" y="9231"/>
                  </a:lnTo>
                  <a:lnTo>
                    <a:pt x="1413" y="9670"/>
                  </a:lnTo>
                  <a:lnTo>
                    <a:pt x="1901" y="10035"/>
                  </a:lnTo>
                  <a:lnTo>
                    <a:pt x="2095" y="10206"/>
                  </a:lnTo>
                  <a:lnTo>
                    <a:pt x="2290" y="10376"/>
                  </a:lnTo>
                  <a:lnTo>
                    <a:pt x="2412" y="10547"/>
                  </a:lnTo>
                  <a:lnTo>
                    <a:pt x="2534" y="10717"/>
                  </a:lnTo>
                  <a:lnTo>
                    <a:pt x="2583" y="10888"/>
                  </a:lnTo>
                  <a:lnTo>
                    <a:pt x="2583" y="11082"/>
                  </a:lnTo>
                  <a:lnTo>
                    <a:pt x="2534" y="11277"/>
                  </a:lnTo>
                  <a:lnTo>
                    <a:pt x="2436" y="11496"/>
                  </a:lnTo>
                  <a:lnTo>
                    <a:pt x="2266" y="11740"/>
                  </a:lnTo>
                  <a:lnTo>
                    <a:pt x="1998" y="12008"/>
                  </a:lnTo>
                  <a:lnTo>
                    <a:pt x="1998" y="12008"/>
                  </a:lnTo>
                  <a:lnTo>
                    <a:pt x="1828" y="12178"/>
                  </a:lnTo>
                  <a:lnTo>
                    <a:pt x="1633" y="12276"/>
                  </a:lnTo>
                  <a:lnTo>
                    <a:pt x="1413" y="12349"/>
                  </a:lnTo>
                  <a:lnTo>
                    <a:pt x="1219" y="12398"/>
                  </a:lnTo>
                  <a:lnTo>
                    <a:pt x="999" y="12446"/>
                  </a:lnTo>
                  <a:lnTo>
                    <a:pt x="780" y="12544"/>
                  </a:lnTo>
                  <a:lnTo>
                    <a:pt x="585" y="12665"/>
                  </a:lnTo>
                  <a:lnTo>
                    <a:pt x="366" y="12836"/>
                  </a:lnTo>
                  <a:lnTo>
                    <a:pt x="366" y="12836"/>
                  </a:lnTo>
                  <a:lnTo>
                    <a:pt x="196" y="13031"/>
                  </a:lnTo>
                  <a:lnTo>
                    <a:pt x="98" y="13250"/>
                  </a:lnTo>
                  <a:lnTo>
                    <a:pt x="25" y="13493"/>
                  </a:lnTo>
                  <a:lnTo>
                    <a:pt x="1" y="13761"/>
                  </a:lnTo>
                  <a:lnTo>
                    <a:pt x="1" y="13761"/>
                  </a:lnTo>
                  <a:lnTo>
                    <a:pt x="25" y="13981"/>
                  </a:lnTo>
                  <a:lnTo>
                    <a:pt x="50" y="14200"/>
                  </a:lnTo>
                  <a:lnTo>
                    <a:pt x="123" y="14395"/>
                  </a:lnTo>
                  <a:lnTo>
                    <a:pt x="220" y="14614"/>
                  </a:lnTo>
                  <a:lnTo>
                    <a:pt x="318" y="14784"/>
                  </a:lnTo>
                  <a:lnTo>
                    <a:pt x="439" y="14979"/>
                  </a:lnTo>
                  <a:lnTo>
                    <a:pt x="561" y="15150"/>
                  </a:lnTo>
                  <a:lnTo>
                    <a:pt x="707" y="15320"/>
                  </a:lnTo>
                  <a:lnTo>
                    <a:pt x="707" y="15320"/>
                  </a:lnTo>
                  <a:lnTo>
                    <a:pt x="878" y="15466"/>
                  </a:lnTo>
                  <a:lnTo>
                    <a:pt x="1048" y="15588"/>
                  </a:lnTo>
                  <a:lnTo>
                    <a:pt x="1243" y="15710"/>
                  </a:lnTo>
                  <a:lnTo>
                    <a:pt x="1438" y="15832"/>
                  </a:lnTo>
                  <a:lnTo>
                    <a:pt x="1633" y="15905"/>
                  </a:lnTo>
                  <a:lnTo>
                    <a:pt x="1852" y="15978"/>
                  </a:lnTo>
                  <a:lnTo>
                    <a:pt x="2047" y="16002"/>
                  </a:lnTo>
                  <a:lnTo>
                    <a:pt x="2266" y="16026"/>
                  </a:lnTo>
                  <a:lnTo>
                    <a:pt x="2266" y="16026"/>
                  </a:lnTo>
                  <a:lnTo>
                    <a:pt x="2534" y="16002"/>
                  </a:lnTo>
                  <a:lnTo>
                    <a:pt x="2777" y="15929"/>
                  </a:lnTo>
                  <a:lnTo>
                    <a:pt x="2997" y="15832"/>
                  </a:lnTo>
                  <a:lnTo>
                    <a:pt x="3191" y="15661"/>
                  </a:lnTo>
                  <a:lnTo>
                    <a:pt x="3191" y="15661"/>
                  </a:lnTo>
                  <a:lnTo>
                    <a:pt x="3362" y="15466"/>
                  </a:lnTo>
                  <a:lnTo>
                    <a:pt x="3484" y="15247"/>
                  </a:lnTo>
                  <a:lnTo>
                    <a:pt x="3557" y="15052"/>
                  </a:lnTo>
                  <a:lnTo>
                    <a:pt x="3605" y="14833"/>
                  </a:lnTo>
                  <a:lnTo>
                    <a:pt x="3679" y="14614"/>
                  </a:lnTo>
                  <a:lnTo>
                    <a:pt x="3752" y="14419"/>
                  </a:lnTo>
                  <a:lnTo>
                    <a:pt x="3849" y="14200"/>
                  </a:lnTo>
                  <a:lnTo>
                    <a:pt x="4019" y="14029"/>
                  </a:lnTo>
                  <a:lnTo>
                    <a:pt x="4019" y="14029"/>
                  </a:lnTo>
                  <a:lnTo>
                    <a:pt x="4287" y="13786"/>
                  </a:lnTo>
                  <a:lnTo>
                    <a:pt x="4531" y="13591"/>
                  </a:lnTo>
                  <a:lnTo>
                    <a:pt x="4750" y="13493"/>
                  </a:lnTo>
                  <a:lnTo>
                    <a:pt x="4945" y="13445"/>
                  </a:lnTo>
                  <a:lnTo>
                    <a:pt x="5140" y="13445"/>
                  </a:lnTo>
                  <a:lnTo>
                    <a:pt x="5310" y="13493"/>
                  </a:lnTo>
                  <a:lnTo>
                    <a:pt x="5481" y="13615"/>
                  </a:lnTo>
                  <a:lnTo>
                    <a:pt x="5651" y="13737"/>
                  </a:lnTo>
                  <a:lnTo>
                    <a:pt x="5822" y="13932"/>
                  </a:lnTo>
                  <a:lnTo>
                    <a:pt x="5992" y="14127"/>
                  </a:lnTo>
                  <a:lnTo>
                    <a:pt x="6358" y="14614"/>
                  </a:lnTo>
                  <a:lnTo>
                    <a:pt x="6796" y="15150"/>
                  </a:lnTo>
                  <a:lnTo>
                    <a:pt x="7039" y="15442"/>
                  </a:lnTo>
                  <a:lnTo>
                    <a:pt x="7307" y="15734"/>
                  </a:lnTo>
                  <a:lnTo>
                    <a:pt x="7307" y="15734"/>
                  </a:lnTo>
                  <a:lnTo>
                    <a:pt x="7454" y="15856"/>
                  </a:lnTo>
                  <a:lnTo>
                    <a:pt x="7648" y="15953"/>
                  </a:lnTo>
                  <a:lnTo>
                    <a:pt x="7819" y="16002"/>
                  </a:lnTo>
                  <a:lnTo>
                    <a:pt x="8014" y="16026"/>
                  </a:lnTo>
                  <a:lnTo>
                    <a:pt x="8014" y="16026"/>
                  </a:lnTo>
                  <a:lnTo>
                    <a:pt x="8111" y="16002"/>
                  </a:lnTo>
                  <a:lnTo>
                    <a:pt x="8257" y="15929"/>
                  </a:lnTo>
                  <a:lnTo>
                    <a:pt x="8720" y="15661"/>
                  </a:lnTo>
                  <a:lnTo>
                    <a:pt x="8988" y="15491"/>
                  </a:lnTo>
                  <a:lnTo>
                    <a:pt x="9280" y="15271"/>
                  </a:lnTo>
                  <a:lnTo>
                    <a:pt x="9597" y="15052"/>
                  </a:lnTo>
                  <a:lnTo>
                    <a:pt x="9889" y="14784"/>
                  </a:lnTo>
                  <a:lnTo>
                    <a:pt x="10157" y="14516"/>
                  </a:lnTo>
                  <a:lnTo>
                    <a:pt x="10400" y="14224"/>
                  </a:lnTo>
                  <a:lnTo>
                    <a:pt x="10595" y="13932"/>
                  </a:lnTo>
                  <a:lnTo>
                    <a:pt x="10668" y="13786"/>
                  </a:lnTo>
                  <a:lnTo>
                    <a:pt x="10717" y="13615"/>
                  </a:lnTo>
                  <a:lnTo>
                    <a:pt x="10766" y="13469"/>
                  </a:lnTo>
                  <a:lnTo>
                    <a:pt x="10790" y="13323"/>
                  </a:lnTo>
                  <a:lnTo>
                    <a:pt x="10790" y="13177"/>
                  </a:lnTo>
                  <a:lnTo>
                    <a:pt x="10766" y="13006"/>
                  </a:lnTo>
                  <a:lnTo>
                    <a:pt x="10717" y="12860"/>
                  </a:lnTo>
                  <a:lnTo>
                    <a:pt x="10644" y="12714"/>
                  </a:lnTo>
                  <a:lnTo>
                    <a:pt x="10547" y="12568"/>
                  </a:lnTo>
                  <a:lnTo>
                    <a:pt x="10425" y="12422"/>
                  </a:lnTo>
                  <a:lnTo>
                    <a:pt x="10425" y="12422"/>
                  </a:lnTo>
                  <a:lnTo>
                    <a:pt x="10230" y="12276"/>
                  </a:lnTo>
                  <a:lnTo>
                    <a:pt x="10035" y="12178"/>
                  </a:lnTo>
                  <a:lnTo>
                    <a:pt x="9840" y="12105"/>
                  </a:lnTo>
                  <a:lnTo>
                    <a:pt x="9621" y="12032"/>
                  </a:lnTo>
                  <a:lnTo>
                    <a:pt x="9402" y="11983"/>
                  </a:lnTo>
                  <a:lnTo>
                    <a:pt x="9183" y="11886"/>
                  </a:lnTo>
                  <a:lnTo>
                    <a:pt x="8988" y="11789"/>
                  </a:lnTo>
                  <a:lnTo>
                    <a:pt x="8793" y="11618"/>
                  </a:lnTo>
                  <a:lnTo>
                    <a:pt x="8793" y="11618"/>
                  </a:lnTo>
                  <a:lnTo>
                    <a:pt x="8623" y="11423"/>
                  </a:lnTo>
                  <a:lnTo>
                    <a:pt x="8525" y="11204"/>
                  </a:lnTo>
                  <a:lnTo>
                    <a:pt x="8452" y="10961"/>
                  </a:lnTo>
                  <a:lnTo>
                    <a:pt x="8428" y="10668"/>
                  </a:lnTo>
                  <a:lnTo>
                    <a:pt x="8428" y="10668"/>
                  </a:lnTo>
                  <a:lnTo>
                    <a:pt x="8452" y="10473"/>
                  </a:lnTo>
                  <a:lnTo>
                    <a:pt x="8476" y="10254"/>
                  </a:lnTo>
                  <a:lnTo>
                    <a:pt x="8549" y="10059"/>
                  </a:lnTo>
                  <a:lnTo>
                    <a:pt x="8623" y="9865"/>
                  </a:lnTo>
                  <a:lnTo>
                    <a:pt x="8720" y="9670"/>
                  </a:lnTo>
                  <a:lnTo>
                    <a:pt x="8842" y="9475"/>
                  </a:lnTo>
                  <a:lnTo>
                    <a:pt x="8988" y="9304"/>
                  </a:lnTo>
                  <a:lnTo>
                    <a:pt x="9134" y="9134"/>
                  </a:lnTo>
                  <a:lnTo>
                    <a:pt x="9134" y="9134"/>
                  </a:lnTo>
                  <a:lnTo>
                    <a:pt x="9304" y="8988"/>
                  </a:lnTo>
                  <a:lnTo>
                    <a:pt x="9475" y="8866"/>
                  </a:lnTo>
                  <a:lnTo>
                    <a:pt x="9645" y="8744"/>
                  </a:lnTo>
                  <a:lnTo>
                    <a:pt x="9840" y="8622"/>
                  </a:lnTo>
                  <a:lnTo>
                    <a:pt x="10035" y="8549"/>
                  </a:lnTo>
                  <a:lnTo>
                    <a:pt x="10254" y="8476"/>
                  </a:lnTo>
                  <a:lnTo>
                    <a:pt x="10474" y="8452"/>
                  </a:lnTo>
                  <a:lnTo>
                    <a:pt x="10668" y="8428"/>
                  </a:lnTo>
                  <a:lnTo>
                    <a:pt x="10668" y="8428"/>
                  </a:lnTo>
                  <a:lnTo>
                    <a:pt x="10936" y="8452"/>
                  </a:lnTo>
                  <a:lnTo>
                    <a:pt x="11180" y="8525"/>
                  </a:lnTo>
                  <a:lnTo>
                    <a:pt x="11423" y="8622"/>
                  </a:lnTo>
                  <a:lnTo>
                    <a:pt x="11618" y="8793"/>
                  </a:lnTo>
                  <a:lnTo>
                    <a:pt x="11618" y="8793"/>
                  </a:lnTo>
                  <a:lnTo>
                    <a:pt x="11789" y="8988"/>
                  </a:lnTo>
                  <a:lnTo>
                    <a:pt x="11910" y="9207"/>
                  </a:lnTo>
                  <a:lnTo>
                    <a:pt x="11984" y="9426"/>
                  </a:lnTo>
                  <a:lnTo>
                    <a:pt x="12057" y="9645"/>
                  </a:lnTo>
                  <a:lnTo>
                    <a:pt x="12105" y="9840"/>
                  </a:lnTo>
                  <a:lnTo>
                    <a:pt x="12178" y="10035"/>
                  </a:lnTo>
                  <a:lnTo>
                    <a:pt x="12276" y="10230"/>
                  </a:lnTo>
                  <a:lnTo>
                    <a:pt x="12422" y="10425"/>
                  </a:lnTo>
                  <a:lnTo>
                    <a:pt x="12422" y="10425"/>
                  </a:lnTo>
                  <a:lnTo>
                    <a:pt x="12568" y="10547"/>
                  </a:lnTo>
                  <a:lnTo>
                    <a:pt x="12714" y="10644"/>
                  </a:lnTo>
                  <a:lnTo>
                    <a:pt x="12860" y="10717"/>
                  </a:lnTo>
                  <a:lnTo>
                    <a:pt x="13006" y="10766"/>
                  </a:lnTo>
                  <a:lnTo>
                    <a:pt x="13177" y="10790"/>
                  </a:lnTo>
                  <a:lnTo>
                    <a:pt x="13323" y="10790"/>
                  </a:lnTo>
                  <a:lnTo>
                    <a:pt x="13469" y="10766"/>
                  </a:lnTo>
                  <a:lnTo>
                    <a:pt x="13615" y="10717"/>
                  </a:lnTo>
                  <a:lnTo>
                    <a:pt x="13786" y="10668"/>
                  </a:lnTo>
                  <a:lnTo>
                    <a:pt x="13932" y="10595"/>
                  </a:lnTo>
                  <a:lnTo>
                    <a:pt x="14224" y="10400"/>
                  </a:lnTo>
                  <a:lnTo>
                    <a:pt x="14516" y="10157"/>
                  </a:lnTo>
                  <a:lnTo>
                    <a:pt x="14784" y="9889"/>
                  </a:lnTo>
                  <a:lnTo>
                    <a:pt x="15052" y="9597"/>
                  </a:lnTo>
                  <a:lnTo>
                    <a:pt x="15271" y="9280"/>
                  </a:lnTo>
                  <a:lnTo>
                    <a:pt x="15491" y="8988"/>
                  </a:lnTo>
                  <a:lnTo>
                    <a:pt x="15661" y="8720"/>
                  </a:lnTo>
                  <a:lnTo>
                    <a:pt x="15929" y="8257"/>
                  </a:lnTo>
                  <a:lnTo>
                    <a:pt x="16002" y="8111"/>
                  </a:lnTo>
                  <a:lnTo>
                    <a:pt x="16026" y="8014"/>
                  </a:lnTo>
                  <a:lnTo>
                    <a:pt x="16026" y="8014"/>
                  </a:lnTo>
                  <a:lnTo>
                    <a:pt x="16002" y="7819"/>
                  </a:lnTo>
                  <a:lnTo>
                    <a:pt x="15953" y="7648"/>
                  </a:lnTo>
                  <a:lnTo>
                    <a:pt x="15856" y="7453"/>
                  </a:lnTo>
                  <a:lnTo>
                    <a:pt x="15734" y="7307"/>
                  </a:lnTo>
                  <a:lnTo>
                    <a:pt x="15734" y="7307"/>
                  </a:lnTo>
                  <a:lnTo>
                    <a:pt x="15442" y="7039"/>
                  </a:lnTo>
                  <a:lnTo>
                    <a:pt x="15150" y="6796"/>
                  </a:lnTo>
                  <a:lnTo>
                    <a:pt x="14614" y="6357"/>
                  </a:lnTo>
                  <a:lnTo>
                    <a:pt x="14127" y="5992"/>
                  </a:lnTo>
                  <a:lnTo>
                    <a:pt x="13932" y="5822"/>
                  </a:lnTo>
                  <a:lnTo>
                    <a:pt x="13737" y="5651"/>
                  </a:lnTo>
                  <a:lnTo>
                    <a:pt x="13615" y="5481"/>
                  </a:lnTo>
                  <a:lnTo>
                    <a:pt x="13494" y="5310"/>
                  </a:lnTo>
                  <a:lnTo>
                    <a:pt x="13445" y="5140"/>
                  </a:lnTo>
                  <a:lnTo>
                    <a:pt x="13445" y="4945"/>
                  </a:lnTo>
                  <a:lnTo>
                    <a:pt x="13494" y="4750"/>
                  </a:lnTo>
                  <a:lnTo>
                    <a:pt x="13591" y="4531"/>
                  </a:lnTo>
                  <a:lnTo>
                    <a:pt x="13761" y="4287"/>
                  </a:lnTo>
                  <a:lnTo>
                    <a:pt x="14029" y="4019"/>
                  </a:lnTo>
                  <a:lnTo>
                    <a:pt x="14029" y="4019"/>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5" name="Google Shape;105;p25"/>
            <p:cNvSpPr/>
            <p:nvPr/>
          </p:nvSpPr>
          <p:spPr>
            <a:xfrm>
              <a:off x="3017029" y="180462"/>
              <a:ext cx="248746" cy="430924"/>
            </a:xfrm>
            <a:custGeom>
              <a:avLst/>
              <a:gdLst/>
              <a:ahLst/>
              <a:cxnLst/>
              <a:rect l="l" t="t" r="r" b="b"/>
              <a:pathLst>
                <a:path w="11838" h="20508" fill="none" extrusionOk="0">
                  <a:moveTo>
                    <a:pt x="10547" y="1"/>
                  </a:moveTo>
                  <a:lnTo>
                    <a:pt x="1292" y="1"/>
                  </a:lnTo>
                  <a:lnTo>
                    <a:pt x="1292" y="1"/>
                  </a:lnTo>
                  <a:lnTo>
                    <a:pt x="1024" y="25"/>
                  </a:lnTo>
                  <a:lnTo>
                    <a:pt x="780" y="98"/>
                  </a:lnTo>
                  <a:lnTo>
                    <a:pt x="561" y="220"/>
                  </a:lnTo>
                  <a:lnTo>
                    <a:pt x="366" y="366"/>
                  </a:lnTo>
                  <a:lnTo>
                    <a:pt x="220" y="561"/>
                  </a:lnTo>
                  <a:lnTo>
                    <a:pt x="98" y="780"/>
                  </a:lnTo>
                  <a:lnTo>
                    <a:pt x="25" y="1024"/>
                  </a:lnTo>
                  <a:lnTo>
                    <a:pt x="1" y="1292"/>
                  </a:lnTo>
                  <a:lnTo>
                    <a:pt x="1" y="19217"/>
                  </a:lnTo>
                  <a:lnTo>
                    <a:pt x="1" y="19217"/>
                  </a:lnTo>
                  <a:lnTo>
                    <a:pt x="25" y="19485"/>
                  </a:lnTo>
                  <a:lnTo>
                    <a:pt x="98" y="19728"/>
                  </a:lnTo>
                  <a:lnTo>
                    <a:pt x="220" y="19948"/>
                  </a:lnTo>
                  <a:lnTo>
                    <a:pt x="366" y="20142"/>
                  </a:lnTo>
                  <a:lnTo>
                    <a:pt x="561" y="20289"/>
                  </a:lnTo>
                  <a:lnTo>
                    <a:pt x="780" y="20410"/>
                  </a:lnTo>
                  <a:lnTo>
                    <a:pt x="1024" y="20483"/>
                  </a:lnTo>
                  <a:lnTo>
                    <a:pt x="1292" y="20508"/>
                  </a:lnTo>
                  <a:lnTo>
                    <a:pt x="10547" y="20508"/>
                  </a:lnTo>
                  <a:lnTo>
                    <a:pt x="10547" y="20508"/>
                  </a:lnTo>
                  <a:lnTo>
                    <a:pt x="10814" y="20483"/>
                  </a:lnTo>
                  <a:lnTo>
                    <a:pt x="11058" y="20410"/>
                  </a:lnTo>
                  <a:lnTo>
                    <a:pt x="11277" y="20289"/>
                  </a:lnTo>
                  <a:lnTo>
                    <a:pt x="11472" y="20142"/>
                  </a:lnTo>
                  <a:lnTo>
                    <a:pt x="11618" y="19948"/>
                  </a:lnTo>
                  <a:lnTo>
                    <a:pt x="11740" y="19728"/>
                  </a:lnTo>
                  <a:lnTo>
                    <a:pt x="11813" y="19485"/>
                  </a:lnTo>
                  <a:lnTo>
                    <a:pt x="11837" y="19217"/>
                  </a:lnTo>
                  <a:lnTo>
                    <a:pt x="11837" y="1292"/>
                  </a:lnTo>
                  <a:lnTo>
                    <a:pt x="11837" y="1292"/>
                  </a:lnTo>
                  <a:lnTo>
                    <a:pt x="11813" y="1024"/>
                  </a:lnTo>
                  <a:lnTo>
                    <a:pt x="11740" y="780"/>
                  </a:lnTo>
                  <a:lnTo>
                    <a:pt x="11618" y="561"/>
                  </a:lnTo>
                  <a:lnTo>
                    <a:pt x="11472" y="366"/>
                  </a:lnTo>
                  <a:lnTo>
                    <a:pt x="11277" y="220"/>
                  </a:lnTo>
                  <a:lnTo>
                    <a:pt x="11058" y="98"/>
                  </a:lnTo>
                  <a:lnTo>
                    <a:pt x="10814" y="25"/>
                  </a:lnTo>
                  <a:lnTo>
                    <a:pt x="10547" y="1"/>
                  </a:lnTo>
                  <a:lnTo>
                    <a:pt x="10547" y="1"/>
                  </a:lnTo>
                  <a:close/>
                  <a:moveTo>
                    <a:pt x="5554" y="975"/>
                  </a:moveTo>
                  <a:lnTo>
                    <a:pt x="6284" y="975"/>
                  </a:lnTo>
                  <a:lnTo>
                    <a:pt x="6284" y="975"/>
                  </a:lnTo>
                  <a:lnTo>
                    <a:pt x="6406" y="999"/>
                  </a:lnTo>
                  <a:lnTo>
                    <a:pt x="6479" y="1073"/>
                  </a:lnTo>
                  <a:lnTo>
                    <a:pt x="6552" y="1146"/>
                  </a:lnTo>
                  <a:lnTo>
                    <a:pt x="6577" y="1267"/>
                  </a:lnTo>
                  <a:lnTo>
                    <a:pt x="6577" y="1267"/>
                  </a:lnTo>
                  <a:lnTo>
                    <a:pt x="6552" y="1365"/>
                  </a:lnTo>
                  <a:lnTo>
                    <a:pt x="6479" y="1462"/>
                  </a:lnTo>
                  <a:lnTo>
                    <a:pt x="6406" y="1511"/>
                  </a:lnTo>
                  <a:lnTo>
                    <a:pt x="6284" y="1535"/>
                  </a:lnTo>
                  <a:lnTo>
                    <a:pt x="5554" y="1535"/>
                  </a:lnTo>
                  <a:lnTo>
                    <a:pt x="5554" y="1535"/>
                  </a:lnTo>
                  <a:lnTo>
                    <a:pt x="5432" y="1511"/>
                  </a:lnTo>
                  <a:lnTo>
                    <a:pt x="5359" y="1462"/>
                  </a:lnTo>
                  <a:lnTo>
                    <a:pt x="5286" y="1365"/>
                  </a:lnTo>
                  <a:lnTo>
                    <a:pt x="5262" y="1267"/>
                  </a:lnTo>
                  <a:lnTo>
                    <a:pt x="5262" y="1267"/>
                  </a:lnTo>
                  <a:lnTo>
                    <a:pt x="5286" y="1146"/>
                  </a:lnTo>
                  <a:lnTo>
                    <a:pt x="5359" y="1073"/>
                  </a:lnTo>
                  <a:lnTo>
                    <a:pt x="5432" y="999"/>
                  </a:lnTo>
                  <a:lnTo>
                    <a:pt x="5554" y="975"/>
                  </a:lnTo>
                  <a:lnTo>
                    <a:pt x="5554" y="975"/>
                  </a:lnTo>
                  <a:close/>
                  <a:moveTo>
                    <a:pt x="5919" y="19436"/>
                  </a:moveTo>
                  <a:lnTo>
                    <a:pt x="5919" y="19436"/>
                  </a:lnTo>
                  <a:lnTo>
                    <a:pt x="5749" y="19412"/>
                  </a:lnTo>
                  <a:lnTo>
                    <a:pt x="5578" y="19363"/>
                  </a:lnTo>
                  <a:lnTo>
                    <a:pt x="5432" y="19290"/>
                  </a:lnTo>
                  <a:lnTo>
                    <a:pt x="5310" y="19193"/>
                  </a:lnTo>
                  <a:lnTo>
                    <a:pt x="5213" y="19071"/>
                  </a:lnTo>
                  <a:lnTo>
                    <a:pt x="5140" y="18925"/>
                  </a:lnTo>
                  <a:lnTo>
                    <a:pt x="5091" y="18754"/>
                  </a:lnTo>
                  <a:lnTo>
                    <a:pt x="5067" y="18584"/>
                  </a:lnTo>
                  <a:lnTo>
                    <a:pt x="5067" y="18584"/>
                  </a:lnTo>
                  <a:lnTo>
                    <a:pt x="5091" y="18413"/>
                  </a:lnTo>
                  <a:lnTo>
                    <a:pt x="5140" y="18243"/>
                  </a:lnTo>
                  <a:lnTo>
                    <a:pt x="5213" y="18097"/>
                  </a:lnTo>
                  <a:lnTo>
                    <a:pt x="5310" y="17975"/>
                  </a:lnTo>
                  <a:lnTo>
                    <a:pt x="5432" y="17877"/>
                  </a:lnTo>
                  <a:lnTo>
                    <a:pt x="5578" y="17804"/>
                  </a:lnTo>
                  <a:lnTo>
                    <a:pt x="5749" y="17756"/>
                  </a:lnTo>
                  <a:lnTo>
                    <a:pt x="5919" y="17731"/>
                  </a:lnTo>
                  <a:lnTo>
                    <a:pt x="5919" y="17731"/>
                  </a:lnTo>
                  <a:lnTo>
                    <a:pt x="6090" y="17756"/>
                  </a:lnTo>
                  <a:lnTo>
                    <a:pt x="6260" y="17804"/>
                  </a:lnTo>
                  <a:lnTo>
                    <a:pt x="6406" y="17877"/>
                  </a:lnTo>
                  <a:lnTo>
                    <a:pt x="6528" y="17975"/>
                  </a:lnTo>
                  <a:lnTo>
                    <a:pt x="6625" y="18097"/>
                  </a:lnTo>
                  <a:lnTo>
                    <a:pt x="6699" y="18243"/>
                  </a:lnTo>
                  <a:lnTo>
                    <a:pt x="6747" y="18413"/>
                  </a:lnTo>
                  <a:lnTo>
                    <a:pt x="6772" y="18584"/>
                  </a:lnTo>
                  <a:lnTo>
                    <a:pt x="6772" y="18584"/>
                  </a:lnTo>
                  <a:lnTo>
                    <a:pt x="6747" y="18754"/>
                  </a:lnTo>
                  <a:lnTo>
                    <a:pt x="6699" y="18925"/>
                  </a:lnTo>
                  <a:lnTo>
                    <a:pt x="6625" y="19071"/>
                  </a:lnTo>
                  <a:lnTo>
                    <a:pt x="6528" y="19193"/>
                  </a:lnTo>
                  <a:lnTo>
                    <a:pt x="6406" y="19290"/>
                  </a:lnTo>
                  <a:lnTo>
                    <a:pt x="6260" y="19363"/>
                  </a:lnTo>
                  <a:lnTo>
                    <a:pt x="6090" y="19412"/>
                  </a:lnTo>
                  <a:lnTo>
                    <a:pt x="5919" y="19436"/>
                  </a:lnTo>
                  <a:lnTo>
                    <a:pt x="5919" y="19436"/>
                  </a:lnTo>
                  <a:close/>
                  <a:moveTo>
                    <a:pt x="10547" y="16660"/>
                  </a:moveTo>
                  <a:lnTo>
                    <a:pt x="1292" y="16660"/>
                  </a:lnTo>
                  <a:lnTo>
                    <a:pt x="1292" y="2558"/>
                  </a:lnTo>
                  <a:lnTo>
                    <a:pt x="10547" y="2558"/>
                  </a:lnTo>
                  <a:lnTo>
                    <a:pt x="10547" y="16660"/>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06" name="Google Shape;106;p25"/>
            <p:cNvGrpSpPr/>
            <p:nvPr/>
          </p:nvGrpSpPr>
          <p:grpSpPr>
            <a:xfrm>
              <a:off x="2116572" y="220894"/>
              <a:ext cx="342882" cy="350068"/>
              <a:chOff x="3951850" y="2985350"/>
              <a:chExt cx="407950" cy="416500"/>
            </a:xfrm>
          </p:grpSpPr>
          <p:sp>
            <p:nvSpPr>
              <p:cNvPr id="107" name="Google Shape;107;p25"/>
              <p:cNvSpPr/>
              <p:nvPr/>
            </p:nvSpPr>
            <p:spPr>
              <a:xfrm>
                <a:off x="3951850" y="2985350"/>
                <a:ext cx="314800" cy="314825"/>
              </a:xfrm>
              <a:custGeom>
                <a:avLst/>
                <a:gdLst/>
                <a:ahLst/>
                <a:cxnLst/>
                <a:rect l="l" t="t" r="r" b="b"/>
                <a:pathLst>
                  <a:path w="12592" h="12593" fill="none" extrusionOk="0">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8" name="Google Shape;108;p25"/>
              <p:cNvSpPr/>
              <p:nvPr/>
            </p:nvSpPr>
            <p:spPr>
              <a:xfrm>
                <a:off x="3988375" y="3021875"/>
                <a:ext cx="241750" cy="241750"/>
              </a:xfrm>
              <a:custGeom>
                <a:avLst/>
                <a:gdLst/>
                <a:ahLst/>
                <a:cxnLst/>
                <a:rect l="l" t="t" r="r" b="b"/>
                <a:pathLst>
                  <a:path w="9670" h="9670" fill="none" extrusionOk="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9" name="Google Shape;109;p25"/>
              <p:cNvSpPr/>
              <p:nvPr/>
            </p:nvSpPr>
            <p:spPr>
              <a:xfrm>
                <a:off x="4024300" y="3058425"/>
                <a:ext cx="84650" cy="84650"/>
              </a:xfrm>
              <a:custGeom>
                <a:avLst/>
                <a:gdLst/>
                <a:ahLst/>
                <a:cxnLst/>
                <a:rect l="l" t="t" r="r" b="b"/>
                <a:pathLst>
                  <a:path w="3386" h="3386" fill="none" extrusionOk="0">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0" name="Google Shape;110;p25"/>
              <p:cNvSpPr/>
              <p:nvPr/>
            </p:nvSpPr>
            <p:spPr>
              <a:xfrm>
                <a:off x="4205750" y="3248375"/>
                <a:ext cx="154050" cy="153475"/>
              </a:xfrm>
              <a:custGeom>
                <a:avLst/>
                <a:gdLst/>
                <a:ahLst/>
                <a:cxnLst/>
                <a:rect l="l" t="t" r="r" b="b"/>
                <a:pathLst>
                  <a:path w="6162" h="6139" fill="none" extrusionOk="0">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11" name="Google Shape;111;p25"/>
            <p:cNvGrpSpPr/>
            <p:nvPr/>
          </p:nvGrpSpPr>
          <p:grpSpPr>
            <a:xfrm>
              <a:off x="-114453" y="814472"/>
              <a:ext cx="3920223" cy="376691"/>
              <a:chOff x="151026" y="1029894"/>
              <a:chExt cx="3920223" cy="376691"/>
            </a:xfrm>
          </p:grpSpPr>
          <p:sp>
            <p:nvSpPr>
              <p:cNvPr id="112" name="Google Shape;112;p25"/>
              <p:cNvSpPr/>
              <p:nvPr/>
            </p:nvSpPr>
            <p:spPr>
              <a:xfrm>
                <a:off x="1057375" y="1063682"/>
                <a:ext cx="339835" cy="309115"/>
              </a:xfrm>
              <a:custGeom>
                <a:avLst/>
                <a:gdLst/>
                <a:ahLst/>
                <a:cxnLst/>
                <a:rect l="l" t="t" r="r" b="b"/>
                <a:pathLst>
                  <a:path w="16173" h="14711" fill="none" extrusionOk="0">
                    <a:moveTo>
                      <a:pt x="8087" y="1"/>
                    </a:moveTo>
                    <a:lnTo>
                      <a:pt x="8087" y="1"/>
                    </a:lnTo>
                    <a:lnTo>
                      <a:pt x="7672" y="1"/>
                    </a:lnTo>
                    <a:lnTo>
                      <a:pt x="7258" y="25"/>
                    </a:lnTo>
                    <a:lnTo>
                      <a:pt x="6844" y="74"/>
                    </a:lnTo>
                    <a:lnTo>
                      <a:pt x="6455" y="122"/>
                    </a:lnTo>
                    <a:lnTo>
                      <a:pt x="6065" y="195"/>
                    </a:lnTo>
                    <a:lnTo>
                      <a:pt x="5675" y="293"/>
                    </a:lnTo>
                    <a:lnTo>
                      <a:pt x="5310" y="415"/>
                    </a:lnTo>
                    <a:lnTo>
                      <a:pt x="4945" y="536"/>
                    </a:lnTo>
                    <a:lnTo>
                      <a:pt x="4579" y="658"/>
                    </a:lnTo>
                    <a:lnTo>
                      <a:pt x="4238" y="829"/>
                    </a:lnTo>
                    <a:lnTo>
                      <a:pt x="3897" y="975"/>
                    </a:lnTo>
                    <a:lnTo>
                      <a:pt x="3557" y="1170"/>
                    </a:lnTo>
                    <a:lnTo>
                      <a:pt x="3240" y="1364"/>
                    </a:lnTo>
                    <a:lnTo>
                      <a:pt x="2948" y="1559"/>
                    </a:lnTo>
                    <a:lnTo>
                      <a:pt x="2655" y="1778"/>
                    </a:lnTo>
                    <a:lnTo>
                      <a:pt x="2363" y="1998"/>
                    </a:lnTo>
                    <a:lnTo>
                      <a:pt x="2095" y="2241"/>
                    </a:lnTo>
                    <a:lnTo>
                      <a:pt x="1852" y="2485"/>
                    </a:lnTo>
                    <a:lnTo>
                      <a:pt x="1608" y="2753"/>
                    </a:lnTo>
                    <a:lnTo>
                      <a:pt x="1389" y="3021"/>
                    </a:lnTo>
                    <a:lnTo>
                      <a:pt x="1170" y="3288"/>
                    </a:lnTo>
                    <a:lnTo>
                      <a:pt x="975" y="3581"/>
                    </a:lnTo>
                    <a:lnTo>
                      <a:pt x="804" y="3873"/>
                    </a:lnTo>
                    <a:lnTo>
                      <a:pt x="634" y="4190"/>
                    </a:lnTo>
                    <a:lnTo>
                      <a:pt x="488" y="4506"/>
                    </a:lnTo>
                    <a:lnTo>
                      <a:pt x="366" y="4823"/>
                    </a:lnTo>
                    <a:lnTo>
                      <a:pt x="244" y="5139"/>
                    </a:lnTo>
                    <a:lnTo>
                      <a:pt x="171" y="5480"/>
                    </a:lnTo>
                    <a:lnTo>
                      <a:pt x="98" y="5821"/>
                    </a:lnTo>
                    <a:lnTo>
                      <a:pt x="49" y="6162"/>
                    </a:lnTo>
                    <a:lnTo>
                      <a:pt x="1" y="6503"/>
                    </a:lnTo>
                    <a:lnTo>
                      <a:pt x="1" y="6869"/>
                    </a:lnTo>
                    <a:lnTo>
                      <a:pt x="1" y="6869"/>
                    </a:lnTo>
                    <a:lnTo>
                      <a:pt x="1" y="7234"/>
                    </a:lnTo>
                    <a:lnTo>
                      <a:pt x="49" y="7624"/>
                    </a:lnTo>
                    <a:lnTo>
                      <a:pt x="98" y="7989"/>
                    </a:lnTo>
                    <a:lnTo>
                      <a:pt x="196" y="8330"/>
                    </a:lnTo>
                    <a:lnTo>
                      <a:pt x="293" y="8695"/>
                    </a:lnTo>
                    <a:lnTo>
                      <a:pt x="415" y="9036"/>
                    </a:lnTo>
                    <a:lnTo>
                      <a:pt x="561" y="9377"/>
                    </a:lnTo>
                    <a:lnTo>
                      <a:pt x="731" y="9718"/>
                    </a:lnTo>
                    <a:lnTo>
                      <a:pt x="902" y="10035"/>
                    </a:lnTo>
                    <a:lnTo>
                      <a:pt x="1097" y="10327"/>
                    </a:lnTo>
                    <a:lnTo>
                      <a:pt x="1340" y="10644"/>
                    </a:lnTo>
                    <a:lnTo>
                      <a:pt x="1559" y="10936"/>
                    </a:lnTo>
                    <a:lnTo>
                      <a:pt x="1827" y="11204"/>
                    </a:lnTo>
                    <a:lnTo>
                      <a:pt x="2095" y="11472"/>
                    </a:lnTo>
                    <a:lnTo>
                      <a:pt x="2387" y="11740"/>
                    </a:lnTo>
                    <a:lnTo>
                      <a:pt x="2680" y="11983"/>
                    </a:lnTo>
                    <a:lnTo>
                      <a:pt x="2680" y="11983"/>
                    </a:lnTo>
                    <a:lnTo>
                      <a:pt x="2485" y="12349"/>
                    </a:lnTo>
                    <a:lnTo>
                      <a:pt x="2266" y="12714"/>
                    </a:lnTo>
                    <a:lnTo>
                      <a:pt x="2022" y="13104"/>
                    </a:lnTo>
                    <a:lnTo>
                      <a:pt x="1706" y="13469"/>
                    </a:lnTo>
                    <a:lnTo>
                      <a:pt x="1365" y="13834"/>
                    </a:lnTo>
                    <a:lnTo>
                      <a:pt x="1170" y="14005"/>
                    </a:lnTo>
                    <a:lnTo>
                      <a:pt x="951" y="14151"/>
                    </a:lnTo>
                    <a:lnTo>
                      <a:pt x="731" y="14297"/>
                    </a:lnTo>
                    <a:lnTo>
                      <a:pt x="512" y="14443"/>
                    </a:lnTo>
                    <a:lnTo>
                      <a:pt x="269" y="14540"/>
                    </a:lnTo>
                    <a:lnTo>
                      <a:pt x="1" y="14662"/>
                    </a:lnTo>
                    <a:lnTo>
                      <a:pt x="1" y="14662"/>
                    </a:lnTo>
                    <a:lnTo>
                      <a:pt x="122" y="14662"/>
                    </a:lnTo>
                    <a:lnTo>
                      <a:pt x="488" y="14711"/>
                    </a:lnTo>
                    <a:lnTo>
                      <a:pt x="1024" y="14711"/>
                    </a:lnTo>
                    <a:lnTo>
                      <a:pt x="1365" y="14711"/>
                    </a:lnTo>
                    <a:lnTo>
                      <a:pt x="1706" y="14687"/>
                    </a:lnTo>
                    <a:lnTo>
                      <a:pt x="2095" y="14614"/>
                    </a:lnTo>
                    <a:lnTo>
                      <a:pt x="2485" y="14540"/>
                    </a:lnTo>
                    <a:lnTo>
                      <a:pt x="2899" y="14419"/>
                    </a:lnTo>
                    <a:lnTo>
                      <a:pt x="3313" y="14273"/>
                    </a:lnTo>
                    <a:lnTo>
                      <a:pt x="3751" y="14078"/>
                    </a:lnTo>
                    <a:lnTo>
                      <a:pt x="4165" y="13834"/>
                    </a:lnTo>
                    <a:lnTo>
                      <a:pt x="4579" y="13566"/>
                    </a:lnTo>
                    <a:lnTo>
                      <a:pt x="4969" y="13201"/>
                    </a:lnTo>
                    <a:lnTo>
                      <a:pt x="4969" y="13201"/>
                    </a:lnTo>
                    <a:lnTo>
                      <a:pt x="5334" y="13323"/>
                    </a:lnTo>
                    <a:lnTo>
                      <a:pt x="5700" y="13444"/>
                    </a:lnTo>
                    <a:lnTo>
                      <a:pt x="6089" y="13518"/>
                    </a:lnTo>
                    <a:lnTo>
                      <a:pt x="6479" y="13591"/>
                    </a:lnTo>
                    <a:lnTo>
                      <a:pt x="6869" y="13664"/>
                    </a:lnTo>
                    <a:lnTo>
                      <a:pt x="7258" y="13712"/>
                    </a:lnTo>
                    <a:lnTo>
                      <a:pt x="7672" y="13737"/>
                    </a:lnTo>
                    <a:lnTo>
                      <a:pt x="8087" y="13737"/>
                    </a:lnTo>
                    <a:lnTo>
                      <a:pt x="8087" y="13737"/>
                    </a:lnTo>
                    <a:lnTo>
                      <a:pt x="8501" y="13737"/>
                    </a:lnTo>
                    <a:lnTo>
                      <a:pt x="8915" y="13712"/>
                    </a:lnTo>
                    <a:lnTo>
                      <a:pt x="9329" y="13664"/>
                    </a:lnTo>
                    <a:lnTo>
                      <a:pt x="9718" y="13591"/>
                    </a:lnTo>
                    <a:lnTo>
                      <a:pt x="10108" y="13518"/>
                    </a:lnTo>
                    <a:lnTo>
                      <a:pt x="10498" y="13420"/>
                    </a:lnTo>
                    <a:lnTo>
                      <a:pt x="10863" y="13323"/>
                    </a:lnTo>
                    <a:lnTo>
                      <a:pt x="11228" y="13201"/>
                    </a:lnTo>
                    <a:lnTo>
                      <a:pt x="11594" y="13055"/>
                    </a:lnTo>
                    <a:lnTo>
                      <a:pt x="11935" y="12909"/>
                    </a:lnTo>
                    <a:lnTo>
                      <a:pt x="12276" y="12738"/>
                    </a:lnTo>
                    <a:lnTo>
                      <a:pt x="12617" y="12568"/>
                    </a:lnTo>
                    <a:lnTo>
                      <a:pt x="12933" y="12373"/>
                    </a:lnTo>
                    <a:lnTo>
                      <a:pt x="13225" y="12178"/>
                    </a:lnTo>
                    <a:lnTo>
                      <a:pt x="13518" y="11959"/>
                    </a:lnTo>
                    <a:lnTo>
                      <a:pt x="13810" y="11715"/>
                    </a:lnTo>
                    <a:lnTo>
                      <a:pt x="14078" y="11496"/>
                    </a:lnTo>
                    <a:lnTo>
                      <a:pt x="14321" y="11228"/>
                    </a:lnTo>
                    <a:lnTo>
                      <a:pt x="14565" y="10985"/>
                    </a:lnTo>
                    <a:lnTo>
                      <a:pt x="14784" y="10717"/>
                    </a:lnTo>
                    <a:lnTo>
                      <a:pt x="15003" y="10424"/>
                    </a:lnTo>
                    <a:lnTo>
                      <a:pt x="15198" y="10132"/>
                    </a:lnTo>
                    <a:lnTo>
                      <a:pt x="15369" y="9840"/>
                    </a:lnTo>
                    <a:lnTo>
                      <a:pt x="15539" y="9548"/>
                    </a:lnTo>
                    <a:lnTo>
                      <a:pt x="15685" y="9231"/>
                    </a:lnTo>
                    <a:lnTo>
                      <a:pt x="15807" y="8914"/>
                    </a:lnTo>
                    <a:lnTo>
                      <a:pt x="15929" y="8574"/>
                    </a:lnTo>
                    <a:lnTo>
                      <a:pt x="16002" y="8257"/>
                    </a:lnTo>
                    <a:lnTo>
                      <a:pt x="16075" y="7916"/>
                    </a:lnTo>
                    <a:lnTo>
                      <a:pt x="16124" y="7575"/>
                    </a:lnTo>
                    <a:lnTo>
                      <a:pt x="16172" y="7210"/>
                    </a:lnTo>
                    <a:lnTo>
                      <a:pt x="16172" y="6869"/>
                    </a:lnTo>
                    <a:lnTo>
                      <a:pt x="16172" y="6869"/>
                    </a:lnTo>
                    <a:lnTo>
                      <a:pt x="16172" y="6503"/>
                    </a:lnTo>
                    <a:lnTo>
                      <a:pt x="16124" y="6162"/>
                    </a:lnTo>
                    <a:lnTo>
                      <a:pt x="16075" y="5821"/>
                    </a:lnTo>
                    <a:lnTo>
                      <a:pt x="16002" y="5480"/>
                    </a:lnTo>
                    <a:lnTo>
                      <a:pt x="15929" y="5139"/>
                    </a:lnTo>
                    <a:lnTo>
                      <a:pt x="15807" y="4823"/>
                    </a:lnTo>
                    <a:lnTo>
                      <a:pt x="15685" y="4506"/>
                    </a:lnTo>
                    <a:lnTo>
                      <a:pt x="15539" y="4190"/>
                    </a:lnTo>
                    <a:lnTo>
                      <a:pt x="15369" y="3873"/>
                    </a:lnTo>
                    <a:lnTo>
                      <a:pt x="15198" y="3581"/>
                    </a:lnTo>
                    <a:lnTo>
                      <a:pt x="15003" y="3288"/>
                    </a:lnTo>
                    <a:lnTo>
                      <a:pt x="14784" y="3021"/>
                    </a:lnTo>
                    <a:lnTo>
                      <a:pt x="14565" y="2753"/>
                    </a:lnTo>
                    <a:lnTo>
                      <a:pt x="14321" y="2485"/>
                    </a:lnTo>
                    <a:lnTo>
                      <a:pt x="14078" y="2241"/>
                    </a:lnTo>
                    <a:lnTo>
                      <a:pt x="13810" y="1998"/>
                    </a:lnTo>
                    <a:lnTo>
                      <a:pt x="13518" y="1778"/>
                    </a:lnTo>
                    <a:lnTo>
                      <a:pt x="13225" y="1559"/>
                    </a:lnTo>
                    <a:lnTo>
                      <a:pt x="12933" y="1364"/>
                    </a:lnTo>
                    <a:lnTo>
                      <a:pt x="12617" y="1170"/>
                    </a:lnTo>
                    <a:lnTo>
                      <a:pt x="12276" y="975"/>
                    </a:lnTo>
                    <a:lnTo>
                      <a:pt x="11935" y="829"/>
                    </a:lnTo>
                    <a:lnTo>
                      <a:pt x="11594" y="658"/>
                    </a:lnTo>
                    <a:lnTo>
                      <a:pt x="11228" y="536"/>
                    </a:lnTo>
                    <a:lnTo>
                      <a:pt x="10863" y="415"/>
                    </a:lnTo>
                    <a:lnTo>
                      <a:pt x="10498" y="293"/>
                    </a:lnTo>
                    <a:lnTo>
                      <a:pt x="10108" y="195"/>
                    </a:lnTo>
                    <a:lnTo>
                      <a:pt x="9718" y="122"/>
                    </a:lnTo>
                    <a:lnTo>
                      <a:pt x="9329" y="74"/>
                    </a:lnTo>
                    <a:lnTo>
                      <a:pt x="8915" y="25"/>
                    </a:lnTo>
                    <a:lnTo>
                      <a:pt x="8501" y="1"/>
                    </a:lnTo>
                    <a:lnTo>
                      <a:pt x="8087" y="1"/>
                    </a:lnTo>
                    <a:lnTo>
                      <a:pt x="8087" y="1"/>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13" name="Google Shape;113;p25"/>
              <p:cNvGrpSpPr/>
              <p:nvPr/>
            </p:nvGrpSpPr>
            <p:grpSpPr>
              <a:xfrm>
                <a:off x="151026" y="1086199"/>
                <a:ext cx="391001" cy="264085"/>
                <a:chOff x="564675" y="1700625"/>
                <a:chExt cx="465200" cy="314200"/>
              </a:xfrm>
            </p:grpSpPr>
            <p:sp>
              <p:nvSpPr>
                <p:cNvPr id="114" name="Google Shape;114;p25"/>
                <p:cNvSpPr/>
                <p:nvPr/>
              </p:nvSpPr>
              <p:spPr>
                <a:xfrm>
                  <a:off x="564675" y="1700625"/>
                  <a:ext cx="465200" cy="29250"/>
                </a:xfrm>
                <a:custGeom>
                  <a:avLst/>
                  <a:gdLst/>
                  <a:ahLst/>
                  <a:cxnLst/>
                  <a:rect l="l" t="t" r="r" b="b"/>
                  <a:pathLst>
                    <a:path w="18608" h="1170" fill="none" extrusionOk="0">
                      <a:moveTo>
                        <a:pt x="18608" y="1170"/>
                      </a:moveTo>
                      <a:lnTo>
                        <a:pt x="18608" y="488"/>
                      </a:lnTo>
                      <a:lnTo>
                        <a:pt x="18608" y="488"/>
                      </a:lnTo>
                      <a:lnTo>
                        <a:pt x="18608" y="390"/>
                      </a:lnTo>
                      <a:lnTo>
                        <a:pt x="18559" y="293"/>
                      </a:lnTo>
                      <a:lnTo>
                        <a:pt x="18535" y="220"/>
                      </a:lnTo>
                      <a:lnTo>
                        <a:pt x="18462" y="147"/>
                      </a:lnTo>
                      <a:lnTo>
                        <a:pt x="18389" y="74"/>
                      </a:lnTo>
                      <a:lnTo>
                        <a:pt x="18316" y="49"/>
                      </a:lnTo>
                      <a:lnTo>
                        <a:pt x="18218" y="1"/>
                      </a:lnTo>
                      <a:lnTo>
                        <a:pt x="18121" y="1"/>
                      </a:lnTo>
                      <a:lnTo>
                        <a:pt x="488" y="1"/>
                      </a:lnTo>
                      <a:lnTo>
                        <a:pt x="488" y="1"/>
                      </a:lnTo>
                      <a:lnTo>
                        <a:pt x="390" y="1"/>
                      </a:lnTo>
                      <a:lnTo>
                        <a:pt x="293" y="49"/>
                      </a:lnTo>
                      <a:lnTo>
                        <a:pt x="220" y="74"/>
                      </a:lnTo>
                      <a:lnTo>
                        <a:pt x="147" y="147"/>
                      </a:lnTo>
                      <a:lnTo>
                        <a:pt x="74" y="220"/>
                      </a:lnTo>
                      <a:lnTo>
                        <a:pt x="49" y="293"/>
                      </a:lnTo>
                      <a:lnTo>
                        <a:pt x="1" y="390"/>
                      </a:lnTo>
                      <a:lnTo>
                        <a:pt x="1" y="488"/>
                      </a:lnTo>
                      <a:lnTo>
                        <a:pt x="1" y="117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5" name="Google Shape;115;p25"/>
                <p:cNvSpPr/>
                <p:nvPr/>
              </p:nvSpPr>
              <p:spPr>
                <a:xfrm>
                  <a:off x="564675" y="1732300"/>
                  <a:ext cx="465200" cy="272175"/>
                </a:xfrm>
                <a:custGeom>
                  <a:avLst/>
                  <a:gdLst/>
                  <a:ahLst/>
                  <a:cxnLst/>
                  <a:rect l="l" t="t" r="r" b="b"/>
                  <a:pathLst>
                    <a:path w="18608" h="10887" fill="none" extrusionOk="0">
                      <a:moveTo>
                        <a:pt x="13493" y="7209"/>
                      </a:moveTo>
                      <a:lnTo>
                        <a:pt x="18608" y="10887"/>
                      </a:lnTo>
                      <a:lnTo>
                        <a:pt x="18608" y="10887"/>
                      </a:lnTo>
                      <a:lnTo>
                        <a:pt x="18608" y="10814"/>
                      </a:lnTo>
                      <a:lnTo>
                        <a:pt x="18608" y="0"/>
                      </a:lnTo>
                      <a:lnTo>
                        <a:pt x="9450" y="6625"/>
                      </a:lnTo>
                      <a:lnTo>
                        <a:pt x="9450" y="6625"/>
                      </a:lnTo>
                      <a:lnTo>
                        <a:pt x="9377" y="6673"/>
                      </a:lnTo>
                      <a:lnTo>
                        <a:pt x="9304" y="6673"/>
                      </a:lnTo>
                      <a:lnTo>
                        <a:pt x="9304" y="6673"/>
                      </a:lnTo>
                      <a:lnTo>
                        <a:pt x="9231" y="6673"/>
                      </a:lnTo>
                      <a:lnTo>
                        <a:pt x="9158" y="6625"/>
                      </a:lnTo>
                      <a:lnTo>
                        <a:pt x="1" y="0"/>
                      </a:lnTo>
                      <a:lnTo>
                        <a:pt x="1" y="10814"/>
                      </a:lnTo>
                      <a:lnTo>
                        <a:pt x="1" y="10814"/>
                      </a:lnTo>
                      <a:lnTo>
                        <a:pt x="1" y="10887"/>
                      </a:lnTo>
                      <a:lnTo>
                        <a:pt x="5115" y="7209"/>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6" name="Google Shape;116;p25"/>
                <p:cNvSpPr/>
                <p:nvPr/>
              </p:nvSpPr>
              <p:spPr>
                <a:xfrm>
                  <a:off x="572600" y="2014200"/>
                  <a:ext cx="449375" cy="625"/>
                </a:xfrm>
                <a:custGeom>
                  <a:avLst/>
                  <a:gdLst/>
                  <a:ahLst/>
                  <a:cxnLst/>
                  <a:rect l="l" t="t" r="r" b="b"/>
                  <a:pathLst>
                    <a:path w="17975" h="25" fill="none" extrusionOk="0">
                      <a:moveTo>
                        <a:pt x="0" y="0"/>
                      </a:moveTo>
                      <a:lnTo>
                        <a:pt x="0" y="0"/>
                      </a:lnTo>
                      <a:lnTo>
                        <a:pt x="98" y="25"/>
                      </a:lnTo>
                      <a:lnTo>
                        <a:pt x="171" y="25"/>
                      </a:lnTo>
                      <a:lnTo>
                        <a:pt x="17804" y="25"/>
                      </a:lnTo>
                      <a:lnTo>
                        <a:pt x="17804" y="25"/>
                      </a:lnTo>
                      <a:lnTo>
                        <a:pt x="17877" y="25"/>
                      </a:lnTo>
                      <a:lnTo>
                        <a:pt x="17974"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17" name="Google Shape;117;p25"/>
              <p:cNvGrpSpPr/>
              <p:nvPr/>
            </p:nvGrpSpPr>
            <p:grpSpPr>
              <a:xfrm>
                <a:off x="1912564" y="1029894"/>
                <a:ext cx="359272" cy="376691"/>
                <a:chOff x="5961125" y="1623900"/>
                <a:chExt cx="427450" cy="448175"/>
              </a:xfrm>
            </p:grpSpPr>
            <p:sp>
              <p:nvSpPr>
                <p:cNvPr id="118" name="Google Shape;118;p25"/>
                <p:cNvSpPr/>
                <p:nvPr/>
              </p:nvSpPr>
              <p:spPr>
                <a:xfrm>
                  <a:off x="5961125" y="1678700"/>
                  <a:ext cx="376925" cy="376925"/>
                </a:xfrm>
                <a:custGeom>
                  <a:avLst/>
                  <a:gdLst/>
                  <a:ahLst/>
                  <a:cxnLst/>
                  <a:rect l="l" t="t" r="r" b="b"/>
                  <a:pathLst>
                    <a:path w="15077" h="15077" fill="none" extrusionOk="0">
                      <a:moveTo>
                        <a:pt x="11813" y="1340"/>
                      </a:moveTo>
                      <a:lnTo>
                        <a:pt x="11813" y="1340"/>
                      </a:lnTo>
                      <a:lnTo>
                        <a:pt x="11350" y="1024"/>
                      </a:lnTo>
                      <a:lnTo>
                        <a:pt x="10863" y="780"/>
                      </a:lnTo>
                      <a:lnTo>
                        <a:pt x="10351" y="537"/>
                      </a:lnTo>
                      <a:lnTo>
                        <a:pt x="9816" y="342"/>
                      </a:lnTo>
                      <a:lnTo>
                        <a:pt x="9280" y="196"/>
                      </a:lnTo>
                      <a:lnTo>
                        <a:pt x="8720" y="98"/>
                      </a:lnTo>
                      <a:lnTo>
                        <a:pt x="8135" y="25"/>
                      </a:lnTo>
                      <a:lnTo>
                        <a:pt x="7551" y="1"/>
                      </a:lnTo>
                      <a:lnTo>
                        <a:pt x="7551" y="1"/>
                      </a:lnTo>
                      <a:lnTo>
                        <a:pt x="7161" y="1"/>
                      </a:lnTo>
                      <a:lnTo>
                        <a:pt x="6771" y="50"/>
                      </a:lnTo>
                      <a:lnTo>
                        <a:pt x="6406" y="98"/>
                      </a:lnTo>
                      <a:lnTo>
                        <a:pt x="6041" y="147"/>
                      </a:lnTo>
                      <a:lnTo>
                        <a:pt x="5675" y="244"/>
                      </a:lnTo>
                      <a:lnTo>
                        <a:pt x="5310" y="342"/>
                      </a:lnTo>
                      <a:lnTo>
                        <a:pt x="4969" y="464"/>
                      </a:lnTo>
                      <a:lnTo>
                        <a:pt x="4628" y="585"/>
                      </a:lnTo>
                      <a:lnTo>
                        <a:pt x="4287" y="731"/>
                      </a:lnTo>
                      <a:lnTo>
                        <a:pt x="3970" y="902"/>
                      </a:lnTo>
                      <a:lnTo>
                        <a:pt x="3654" y="1097"/>
                      </a:lnTo>
                      <a:lnTo>
                        <a:pt x="3337" y="1292"/>
                      </a:lnTo>
                      <a:lnTo>
                        <a:pt x="3045" y="1486"/>
                      </a:lnTo>
                      <a:lnTo>
                        <a:pt x="2753" y="1730"/>
                      </a:lnTo>
                      <a:lnTo>
                        <a:pt x="2485" y="1949"/>
                      </a:lnTo>
                      <a:lnTo>
                        <a:pt x="2217" y="2217"/>
                      </a:lnTo>
                      <a:lnTo>
                        <a:pt x="1973" y="2461"/>
                      </a:lnTo>
                      <a:lnTo>
                        <a:pt x="1730" y="2753"/>
                      </a:lnTo>
                      <a:lnTo>
                        <a:pt x="1510" y="3021"/>
                      </a:lnTo>
                      <a:lnTo>
                        <a:pt x="1291" y="3313"/>
                      </a:lnTo>
                      <a:lnTo>
                        <a:pt x="1096" y="3630"/>
                      </a:lnTo>
                      <a:lnTo>
                        <a:pt x="926" y="3946"/>
                      </a:lnTo>
                      <a:lnTo>
                        <a:pt x="755" y="4263"/>
                      </a:lnTo>
                      <a:lnTo>
                        <a:pt x="609" y="4604"/>
                      </a:lnTo>
                      <a:lnTo>
                        <a:pt x="463" y="4945"/>
                      </a:lnTo>
                      <a:lnTo>
                        <a:pt x="341" y="5286"/>
                      </a:lnTo>
                      <a:lnTo>
                        <a:pt x="244" y="5651"/>
                      </a:lnTo>
                      <a:lnTo>
                        <a:pt x="171" y="6016"/>
                      </a:lnTo>
                      <a:lnTo>
                        <a:pt x="98" y="6382"/>
                      </a:lnTo>
                      <a:lnTo>
                        <a:pt x="49" y="6771"/>
                      </a:lnTo>
                      <a:lnTo>
                        <a:pt x="25" y="7137"/>
                      </a:lnTo>
                      <a:lnTo>
                        <a:pt x="0" y="7526"/>
                      </a:lnTo>
                      <a:lnTo>
                        <a:pt x="0" y="7526"/>
                      </a:lnTo>
                      <a:lnTo>
                        <a:pt x="25" y="7916"/>
                      </a:lnTo>
                      <a:lnTo>
                        <a:pt x="49" y="8306"/>
                      </a:lnTo>
                      <a:lnTo>
                        <a:pt x="98" y="8671"/>
                      </a:lnTo>
                      <a:lnTo>
                        <a:pt x="171" y="9061"/>
                      </a:lnTo>
                      <a:lnTo>
                        <a:pt x="244" y="9426"/>
                      </a:lnTo>
                      <a:lnTo>
                        <a:pt x="341" y="9767"/>
                      </a:lnTo>
                      <a:lnTo>
                        <a:pt x="463" y="10132"/>
                      </a:lnTo>
                      <a:lnTo>
                        <a:pt x="609" y="10473"/>
                      </a:lnTo>
                      <a:lnTo>
                        <a:pt x="755" y="10790"/>
                      </a:lnTo>
                      <a:lnTo>
                        <a:pt x="926" y="11131"/>
                      </a:lnTo>
                      <a:lnTo>
                        <a:pt x="1096" y="11448"/>
                      </a:lnTo>
                      <a:lnTo>
                        <a:pt x="1291" y="11740"/>
                      </a:lnTo>
                      <a:lnTo>
                        <a:pt x="1510" y="12032"/>
                      </a:lnTo>
                      <a:lnTo>
                        <a:pt x="1730" y="12324"/>
                      </a:lnTo>
                      <a:lnTo>
                        <a:pt x="1973" y="12592"/>
                      </a:lnTo>
                      <a:lnTo>
                        <a:pt x="2217" y="12860"/>
                      </a:lnTo>
                      <a:lnTo>
                        <a:pt x="2485" y="13104"/>
                      </a:lnTo>
                      <a:lnTo>
                        <a:pt x="2753" y="13347"/>
                      </a:lnTo>
                      <a:lnTo>
                        <a:pt x="3045" y="13567"/>
                      </a:lnTo>
                      <a:lnTo>
                        <a:pt x="3337" y="13786"/>
                      </a:lnTo>
                      <a:lnTo>
                        <a:pt x="3654" y="13981"/>
                      </a:lnTo>
                      <a:lnTo>
                        <a:pt x="3970" y="14151"/>
                      </a:lnTo>
                      <a:lnTo>
                        <a:pt x="4287" y="14322"/>
                      </a:lnTo>
                      <a:lnTo>
                        <a:pt x="4628" y="14468"/>
                      </a:lnTo>
                      <a:lnTo>
                        <a:pt x="4969" y="14614"/>
                      </a:lnTo>
                      <a:lnTo>
                        <a:pt x="5310" y="14736"/>
                      </a:lnTo>
                      <a:lnTo>
                        <a:pt x="5675" y="14833"/>
                      </a:lnTo>
                      <a:lnTo>
                        <a:pt x="6041" y="14906"/>
                      </a:lnTo>
                      <a:lnTo>
                        <a:pt x="6406" y="14979"/>
                      </a:lnTo>
                      <a:lnTo>
                        <a:pt x="6771" y="15028"/>
                      </a:lnTo>
                      <a:lnTo>
                        <a:pt x="7161" y="15052"/>
                      </a:lnTo>
                      <a:lnTo>
                        <a:pt x="7551" y="15077"/>
                      </a:lnTo>
                      <a:lnTo>
                        <a:pt x="7551" y="15077"/>
                      </a:lnTo>
                      <a:lnTo>
                        <a:pt x="7940" y="15052"/>
                      </a:lnTo>
                      <a:lnTo>
                        <a:pt x="8306" y="15028"/>
                      </a:lnTo>
                      <a:lnTo>
                        <a:pt x="8695" y="14979"/>
                      </a:lnTo>
                      <a:lnTo>
                        <a:pt x="9061" y="14906"/>
                      </a:lnTo>
                      <a:lnTo>
                        <a:pt x="9426" y="14833"/>
                      </a:lnTo>
                      <a:lnTo>
                        <a:pt x="9791" y="14736"/>
                      </a:lnTo>
                      <a:lnTo>
                        <a:pt x="10132" y="14614"/>
                      </a:lnTo>
                      <a:lnTo>
                        <a:pt x="10473" y="14468"/>
                      </a:lnTo>
                      <a:lnTo>
                        <a:pt x="10814" y="14322"/>
                      </a:lnTo>
                      <a:lnTo>
                        <a:pt x="11131" y="14151"/>
                      </a:lnTo>
                      <a:lnTo>
                        <a:pt x="11447" y="13981"/>
                      </a:lnTo>
                      <a:lnTo>
                        <a:pt x="11764" y="13786"/>
                      </a:lnTo>
                      <a:lnTo>
                        <a:pt x="12056" y="13567"/>
                      </a:lnTo>
                      <a:lnTo>
                        <a:pt x="12348" y="13347"/>
                      </a:lnTo>
                      <a:lnTo>
                        <a:pt x="12616" y="13104"/>
                      </a:lnTo>
                      <a:lnTo>
                        <a:pt x="12884" y="12860"/>
                      </a:lnTo>
                      <a:lnTo>
                        <a:pt x="13128" y="12592"/>
                      </a:lnTo>
                      <a:lnTo>
                        <a:pt x="13371" y="12324"/>
                      </a:lnTo>
                      <a:lnTo>
                        <a:pt x="13591" y="12032"/>
                      </a:lnTo>
                      <a:lnTo>
                        <a:pt x="13785" y="11740"/>
                      </a:lnTo>
                      <a:lnTo>
                        <a:pt x="13980" y="11448"/>
                      </a:lnTo>
                      <a:lnTo>
                        <a:pt x="14175" y="11131"/>
                      </a:lnTo>
                      <a:lnTo>
                        <a:pt x="14346" y="10790"/>
                      </a:lnTo>
                      <a:lnTo>
                        <a:pt x="14492" y="10473"/>
                      </a:lnTo>
                      <a:lnTo>
                        <a:pt x="14613" y="10132"/>
                      </a:lnTo>
                      <a:lnTo>
                        <a:pt x="14735" y="9767"/>
                      </a:lnTo>
                      <a:lnTo>
                        <a:pt x="14857" y="9426"/>
                      </a:lnTo>
                      <a:lnTo>
                        <a:pt x="14930" y="9061"/>
                      </a:lnTo>
                      <a:lnTo>
                        <a:pt x="15003" y="8671"/>
                      </a:lnTo>
                      <a:lnTo>
                        <a:pt x="15052" y="8306"/>
                      </a:lnTo>
                      <a:lnTo>
                        <a:pt x="15076" y="7916"/>
                      </a:lnTo>
                      <a:lnTo>
                        <a:pt x="15076" y="7526"/>
                      </a:lnTo>
                      <a:lnTo>
                        <a:pt x="15076" y="7526"/>
                      </a:lnTo>
                      <a:lnTo>
                        <a:pt x="15052" y="6918"/>
                      </a:lnTo>
                      <a:lnTo>
                        <a:pt x="14979" y="6309"/>
                      </a:lnTo>
                      <a:lnTo>
                        <a:pt x="14857" y="5724"/>
                      </a:lnTo>
                      <a:lnTo>
                        <a:pt x="14687" y="5164"/>
                      </a:lnTo>
                      <a:lnTo>
                        <a:pt x="14492" y="4604"/>
                      </a:lnTo>
                      <a:lnTo>
                        <a:pt x="14248" y="4068"/>
                      </a:lnTo>
                      <a:lnTo>
                        <a:pt x="13956" y="3581"/>
                      </a:lnTo>
                      <a:lnTo>
                        <a:pt x="13615" y="3094"/>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9" name="Google Shape;119;p25"/>
                <p:cNvSpPr/>
                <p:nvPr/>
              </p:nvSpPr>
              <p:spPr>
                <a:xfrm>
                  <a:off x="6009825" y="1727425"/>
                  <a:ext cx="279500" cy="279500"/>
                </a:xfrm>
                <a:custGeom>
                  <a:avLst/>
                  <a:gdLst/>
                  <a:ahLst/>
                  <a:cxnLst/>
                  <a:rect l="l" t="t" r="r" b="b"/>
                  <a:pathLst>
                    <a:path w="11180" h="11180" fill="none" extrusionOk="0">
                      <a:moveTo>
                        <a:pt x="10181" y="2387"/>
                      </a:moveTo>
                      <a:lnTo>
                        <a:pt x="10181" y="2387"/>
                      </a:lnTo>
                      <a:lnTo>
                        <a:pt x="10400" y="2728"/>
                      </a:lnTo>
                      <a:lnTo>
                        <a:pt x="10595" y="3093"/>
                      </a:lnTo>
                      <a:lnTo>
                        <a:pt x="10766" y="3483"/>
                      </a:lnTo>
                      <a:lnTo>
                        <a:pt x="10912" y="3873"/>
                      </a:lnTo>
                      <a:lnTo>
                        <a:pt x="11034" y="4287"/>
                      </a:lnTo>
                      <a:lnTo>
                        <a:pt x="11107" y="4701"/>
                      </a:lnTo>
                      <a:lnTo>
                        <a:pt x="11180" y="5139"/>
                      </a:lnTo>
                      <a:lnTo>
                        <a:pt x="11180" y="5577"/>
                      </a:lnTo>
                      <a:lnTo>
                        <a:pt x="11180" y="5577"/>
                      </a:lnTo>
                      <a:lnTo>
                        <a:pt x="11155" y="6162"/>
                      </a:lnTo>
                      <a:lnTo>
                        <a:pt x="11082" y="6722"/>
                      </a:lnTo>
                      <a:lnTo>
                        <a:pt x="10936" y="7234"/>
                      </a:lnTo>
                      <a:lnTo>
                        <a:pt x="10741" y="7769"/>
                      </a:lnTo>
                      <a:lnTo>
                        <a:pt x="10522" y="8257"/>
                      </a:lnTo>
                      <a:lnTo>
                        <a:pt x="10230" y="8695"/>
                      </a:lnTo>
                      <a:lnTo>
                        <a:pt x="9913" y="9133"/>
                      </a:lnTo>
                      <a:lnTo>
                        <a:pt x="9548" y="9523"/>
                      </a:lnTo>
                      <a:lnTo>
                        <a:pt x="9158" y="9888"/>
                      </a:lnTo>
                      <a:lnTo>
                        <a:pt x="8720" y="10205"/>
                      </a:lnTo>
                      <a:lnTo>
                        <a:pt x="8257" y="10497"/>
                      </a:lnTo>
                      <a:lnTo>
                        <a:pt x="7770" y="10741"/>
                      </a:lnTo>
                      <a:lnTo>
                        <a:pt x="7259" y="10911"/>
                      </a:lnTo>
                      <a:lnTo>
                        <a:pt x="6723" y="11057"/>
                      </a:lnTo>
                      <a:lnTo>
                        <a:pt x="6163" y="11155"/>
                      </a:lnTo>
                      <a:lnTo>
                        <a:pt x="5603" y="11179"/>
                      </a:lnTo>
                      <a:lnTo>
                        <a:pt x="5603" y="11179"/>
                      </a:lnTo>
                      <a:lnTo>
                        <a:pt x="5018" y="11155"/>
                      </a:lnTo>
                      <a:lnTo>
                        <a:pt x="4482" y="11057"/>
                      </a:lnTo>
                      <a:lnTo>
                        <a:pt x="3946" y="10911"/>
                      </a:lnTo>
                      <a:lnTo>
                        <a:pt x="3435" y="10741"/>
                      </a:lnTo>
                      <a:lnTo>
                        <a:pt x="2948" y="10497"/>
                      </a:lnTo>
                      <a:lnTo>
                        <a:pt x="2485" y="10205"/>
                      </a:lnTo>
                      <a:lnTo>
                        <a:pt x="2047" y="9888"/>
                      </a:lnTo>
                      <a:lnTo>
                        <a:pt x="1657" y="9523"/>
                      </a:lnTo>
                      <a:lnTo>
                        <a:pt x="1292" y="9133"/>
                      </a:lnTo>
                      <a:lnTo>
                        <a:pt x="975" y="8695"/>
                      </a:lnTo>
                      <a:lnTo>
                        <a:pt x="683" y="8257"/>
                      </a:lnTo>
                      <a:lnTo>
                        <a:pt x="464" y="7769"/>
                      </a:lnTo>
                      <a:lnTo>
                        <a:pt x="269" y="7234"/>
                      </a:lnTo>
                      <a:lnTo>
                        <a:pt x="123" y="6722"/>
                      </a:lnTo>
                      <a:lnTo>
                        <a:pt x="50" y="6162"/>
                      </a:lnTo>
                      <a:lnTo>
                        <a:pt x="1" y="5577"/>
                      </a:lnTo>
                      <a:lnTo>
                        <a:pt x="1" y="5577"/>
                      </a:lnTo>
                      <a:lnTo>
                        <a:pt x="50" y="5017"/>
                      </a:lnTo>
                      <a:lnTo>
                        <a:pt x="123" y="4457"/>
                      </a:lnTo>
                      <a:lnTo>
                        <a:pt x="269" y="3921"/>
                      </a:lnTo>
                      <a:lnTo>
                        <a:pt x="464" y="3410"/>
                      </a:lnTo>
                      <a:lnTo>
                        <a:pt x="683" y="2923"/>
                      </a:lnTo>
                      <a:lnTo>
                        <a:pt x="975" y="2460"/>
                      </a:lnTo>
                      <a:lnTo>
                        <a:pt x="1292" y="2046"/>
                      </a:lnTo>
                      <a:lnTo>
                        <a:pt x="1657" y="1632"/>
                      </a:lnTo>
                      <a:lnTo>
                        <a:pt x="2047" y="1267"/>
                      </a:lnTo>
                      <a:lnTo>
                        <a:pt x="2485" y="950"/>
                      </a:lnTo>
                      <a:lnTo>
                        <a:pt x="2948" y="682"/>
                      </a:lnTo>
                      <a:lnTo>
                        <a:pt x="3435" y="439"/>
                      </a:lnTo>
                      <a:lnTo>
                        <a:pt x="3946" y="244"/>
                      </a:lnTo>
                      <a:lnTo>
                        <a:pt x="4482" y="122"/>
                      </a:lnTo>
                      <a:lnTo>
                        <a:pt x="5018" y="25"/>
                      </a:lnTo>
                      <a:lnTo>
                        <a:pt x="5603" y="0"/>
                      </a:lnTo>
                      <a:lnTo>
                        <a:pt x="5603" y="0"/>
                      </a:lnTo>
                      <a:lnTo>
                        <a:pt x="6041" y="25"/>
                      </a:lnTo>
                      <a:lnTo>
                        <a:pt x="6479" y="73"/>
                      </a:lnTo>
                      <a:lnTo>
                        <a:pt x="6893" y="146"/>
                      </a:lnTo>
                      <a:lnTo>
                        <a:pt x="7307" y="268"/>
                      </a:lnTo>
                      <a:lnTo>
                        <a:pt x="7697" y="414"/>
                      </a:lnTo>
                      <a:lnTo>
                        <a:pt x="8087" y="585"/>
                      </a:lnTo>
                      <a:lnTo>
                        <a:pt x="8452" y="780"/>
                      </a:lnTo>
                      <a:lnTo>
                        <a:pt x="8793" y="999"/>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0" name="Google Shape;120;p25"/>
                <p:cNvSpPr/>
                <p:nvPr/>
              </p:nvSpPr>
              <p:spPr>
                <a:xfrm>
                  <a:off x="6107250" y="1824850"/>
                  <a:ext cx="84650" cy="84650"/>
                </a:xfrm>
                <a:custGeom>
                  <a:avLst/>
                  <a:gdLst/>
                  <a:ahLst/>
                  <a:cxnLst/>
                  <a:rect l="l" t="t" r="r" b="b"/>
                  <a:pathLst>
                    <a:path w="3386" h="3386" fill="none" extrusionOk="0">
                      <a:moveTo>
                        <a:pt x="3362" y="1388"/>
                      </a:moveTo>
                      <a:lnTo>
                        <a:pt x="3362" y="1388"/>
                      </a:lnTo>
                      <a:lnTo>
                        <a:pt x="3386" y="1680"/>
                      </a:lnTo>
                      <a:lnTo>
                        <a:pt x="3386" y="1680"/>
                      </a:lnTo>
                      <a:lnTo>
                        <a:pt x="3386" y="1851"/>
                      </a:lnTo>
                      <a:lnTo>
                        <a:pt x="3362" y="2021"/>
                      </a:lnTo>
                      <a:lnTo>
                        <a:pt x="3313" y="2192"/>
                      </a:lnTo>
                      <a:lnTo>
                        <a:pt x="3264" y="2338"/>
                      </a:lnTo>
                      <a:lnTo>
                        <a:pt x="3191" y="2484"/>
                      </a:lnTo>
                      <a:lnTo>
                        <a:pt x="3118" y="2630"/>
                      </a:lnTo>
                      <a:lnTo>
                        <a:pt x="3021" y="2776"/>
                      </a:lnTo>
                      <a:lnTo>
                        <a:pt x="2899" y="2898"/>
                      </a:lnTo>
                      <a:lnTo>
                        <a:pt x="2777" y="2996"/>
                      </a:lnTo>
                      <a:lnTo>
                        <a:pt x="2655" y="3093"/>
                      </a:lnTo>
                      <a:lnTo>
                        <a:pt x="2509" y="3191"/>
                      </a:lnTo>
                      <a:lnTo>
                        <a:pt x="2363" y="3239"/>
                      </a:lnTo>
                      <a:lnTo>
                        <a:pt x="2217" y="3312"/>
                      </a:lnTo>
                      <a:lnTo>
                        <a:pt x="2046" y="3337"/>
                      </a:lnTo>
                      <a:lnTo>
                        <a:pt x="1876" y="3385"/>
                      </a:lnTo>
                      <a:lnTo>
                        <a:pt x="1706" y="3385"/>
                      </a:lnTo>
                      <a:lnTo>
                        <a:pt x="1706" y="3385"/>
                      </a:lnTo>
                      <a:lnTo>
                        <a:pt x="1535" y="3385"/>
                      </a:lnTo>
                      <a:lnTo>
                        <a:pt x="1365" y="3337"/>
                      </a:lnTo>
                      <a:lnTo>
                        <a:pt x="1194" y="3312"/>
                      </a:lnTo>
                      <a:lnTo>
                        <a:pt x="1048" y="3239"/>
                      </a:lnTo>
                      <a:lnTo>
                        <a:pt x="902" y="3191"/>
                      </a:lnTo>
                      <a:lnTo>
                        <a:pt x="756" y="3093"/>
                      </a:lnTo>
                      <a:lnTo>
                        <a:pt x="634" y="2996"/>
                      </a:lnTo>
                      <a:lnTo>
                        <a:pt x="512" y="2898"/>
                      </a:lnTo>
                      <a:lnTo>
                        <a:pt x="390" y="2776"/>
                      </a:lnTo>
                      <a:lnTo>
                        <a:pt x="293" y="2630"/>
                      </a:lnTo>
                      <a:lnTo>
                        <a:pt x="220" y="2484"/>
                      </a:lnTo>
                      <a:lnTo>
                        <a:pt x="147" y="2338"/>
                      </a:lnTo>
                      <a:lnTo>
                        <a:pt x="74" y="2192"/>
                      </a:lnTo>
                      <a:lnTo>
                        <a:pt x="49" y="2021"/>
                      </a:lnTo>
                      <a:lnTo>
                        <a:pt x="25" y="1851"/>
                      </a:lnTo>
                      <a:lnTo>
                        <a:pt x="1" y="1680"/>
                      </a:lnTo>
                      <a:lnTo>
                        <a:pt x="1" y="1680"/>
                      </a:lnTo>
                      <a:lnTo>
                        <a:pt x="25" y="1510"/>
                      </a:lnTo>
                      <a:lnTo>
                        <a:pt x="49" y="1340"/>
                      </a:lnTo>
                      <a:lnTo>
                        <a:pt x="74" y="1193"/>
                      </a:lnTo>
                      <a:lnTo>
                        <a:pt x="147" y="1023"/>
                      </a:lnTo>
                      <a:lnTo>
                        <a:pt x="220" y="877"/>
                      </a:lnTo>
                      <a:lnTo>
                        <a:pt x="293" y="731"/>
                      </a:lnTo>
                      <a:lnTo>
                        <a:pt x="390" y="609"/>
                      </a:lnTo>
                      <a:lnTo>
                        <a:pt x="512" y="487"/>
                      </a:lnTo>
                      <a:lnTo>
                        <a:pt x="634" y="390"/>
                      </a:lnTo>
                      <a:lnTo>
                        <a:pt x="756" y="292"/>
                      </a:lnTo>
                      <a:lnTo>
                        <a:pt x="902" y="195"/>
                      </a:lnTo>
                      <a:lnTo>
                        <a:pt x="1048" y="122"/>
                      </a:lnTo>
                      <a:lnTo>
                        <a:pt x="1194" y="73"/>
                      </a:lnTo>
                      <a:lnTo>
                        <a:pt x="1365" y="24"/>
                      </a:lnTo>
                      <a:lnTo>
                        <a:pt x="1535" y="0"/>
                      </a:lnTo>
                      <a:lnTo>
                        <a:pt x="1706" y="0"/>
                      </a:lnTo>
                      <a:lnTo>
                        <a:pt x="1706" y="0"/>
                      </a:lnTo>
                      <a:lnTo>
                        <a:pt x="1998" y="24"/>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1" name="Google Shape;121;p25"/>
                <p:cNvSpPr/>
                <p:nvPr/>
              </p:nvSpPr>
              <p:spPr>
                <a:xfrm>
                  <a:off x="6058550" y="1776125"/>
                  <a:ext cx="182075" cy="182075"/>
                </a:xfrm>
                <a:custGeom>
                  <a:avLst/>
                  <a:gdLst/>
                  <a:ahLst/>
                  <a:cxnLst/>
                  <a:rect l="l" t="t" r="r" b="b"/>
                  <a:pathLst>
                    <a:path w="7283" h="7283" fill="none" extrusionOk="0">
                      <a:moveTo>
                        <a:pt x="5431" y="463"/>
                      </a:moveTo>
                      <a:lnTo>
                        <a:pt x="5431" y="463"/>
                      </a:lnTo>
                      <a:lnTo>
                        <a:pt x="5042" y="269"/>
                      </a:lnTo>
                      <a:lnTo>
                        <a:pt x="4823" y="195"/>
                      </a:lnTo>
                      <a:lnTo>
                        <a:pt x="4603" y="122"/>
                      </a:lnTo>
                      <a:lnTo>
                        <a:pt x="4360" y="74"/>
                      </a:lnTo>
                      <a:lnTo>
                        <a:pt x="4141" y="25"/>
                      </a:lnTo>
                      <a:lnTo>
                        <a:pt x="3897" y="1"/>
                      </a:lnTo>
                      <a:lnTo>
                        <a:pt x="3654" y="1"/>
                      </a:lnTo>
                      <a:lnTo>
                        <a:pt x="3654" y="1"/>
                      </a:lnTo>
                      <a:lnTo>
                        <a:pt x="3288" y="25"/>
                      </a:lnTo>
                      <a:lnTo>
                        <a:pt x="2923" y="74"/>
                      </a:lnTo>
                      <a:lnTo>
                        <a:pt x="2558" y="147"/>
                      </a:lnTo>
                      <a:lnTo>
                        <a:pt x="2241" y="293"/>
                      </a:lnTo>
                      <a:lnTo>
                        <a:pt x="1924" y="439"/>
                      </a:lnTo>
                      <a:lnTo>
                        <a:pt x="1608" y="609"/>
                      </a:lnTo>
                      <a:lnTo>
                        <a:pt x="1340" y="829"/>
                      </a:lnTo>
                      <a:lnTo>
                        <a:pt x="1072" y="1072"/>
                      </a:lnTo>
                      <a:lnTo>
                        <a:pt x="828" y="1316"/>
                      </a:lnTo>
                      <a:lnTo>
                        <a:pt x="633" y="1608"/>
                      </a:lnTo>
                      <a:lnTo>
                        <a:pt x="439" y="1900"/>
                      </a:lnTo>
                      <a:lnTo>
                        <a:pt x="293" y="2217"/>
                      </a:lnTo>
                      <a:lnTo>
                        <a:pt x="171" y="2558"/>
                      </a:lnTo>
                      <a:lnTo>
                        <a:pt x="73" y="2899"/>
                      </a:lnTo>
                      <a:lnTo>
                        <a:pt x="25" y="3264"/>
                      </a:lnTo>
                      <a:lnTo>
                        <a:pt x="0" y="3629"/>
                      </a:lnTo>
                      <a:lnTo>
                        <a:pt x="0" y="3629"/>
                      </a:lnTo>
                      <a:lnTo>
                        <a:pt x="25" y="4019"/>
                      </a:lnTo>
                      <a:lnTo>
                        <a:pt x="73" y="4360"/>
                      </a:lnTo>
                      <a:lnTo>
                        <a:pt x="171" y="4725"/>
                      </a:lnTo>
                      <a:lnTo>
                        <a:pt x="293" y="5066"/>
                      </a:lnTo>
                      <a:lnTo>
                        <a:pt x="439" y="5383"/>
                      </a:lnTo>
                      <a:lnTo>
                        <a:pt x="633" y="5675"/>
                      </a:lnTo>
                      <a:lnTo>
                        <a:pt x="828" y="5943"/>
                      </a:lnTo>
                      <a:lnTo>
                        <a:pt x="1072" y="6211"/>
                      </a:lnTo>
                      <a:lnTo>
                        <a:pt x="1340" y="6455"/>
                      </a:lnTo>
                      <a:lnTo>
                        <a:pt x="1608" y="6650"/>
                      </a:lnTo>
                      <a:lnTo>
                        <a:pt x="1924" y="6844"/>
                      </a:lnTo>
                      <a:lnTo>
                        <a:pt x="2241" y="6990"/>
                      </a:lnTo>
                      <a:lnTo>
                        <a:pt x="2558" y="7112"/>
                      </a:lnTo>
                      <a:lnTo>
                        <a:pt x="2923" y="7210"/>
                      </a:lnTo>
                      <a:lnTo>
                        <a:pt x="3288" y="7258"/>
                      </a:lnTo>
                      <a:lnTo>
                        <a:pt x="3654" y="7283"/>
                      </a:lnTo>
                      <a:lnTo>
                        <a:pt x="3654" y="7283"/>
                      </a:lnTo>
                      <a:lnTo>
                        <a:pt x="4019" y="7258"/>
                      </a:lnTo>
                      <a:lnTo>
                        <a:pt x="4384" y="7210"/>
                      </a:lnTo>
                      <a:lnTo>
                        <a:pt x="4725" y="7112"/>
                      </a:lnTo>
                      <a:lnTo>
                        <a:pt x="5066" y="6990"/>
                      </a:lnTo>
                      <a:lnTo>
                        <a:pt x="5383" y="6844"/>
                      </a:lnTo>
                      <a:lnTo>
                        <a:pt x="5675" y="6650"/>
                      </a:lnTo>
                      <a:lnTo>
                        <a:pt x="5967" y="6455"/>
                      </a:lnTo>
                      <a:lnTo>
                        <a:pt x="6235" y="6211"/>
                      </a:lnTo>
                      <a:lnTo>
                        <a:pt x="6454" y="5943"/>
                      </a:lnTo>
                      <a:lnTo>
                        <a:pt x="6674" y="5675"/>
                      </a:lnTo>
                      <a:lnTo>
                        <a:pt x="6844" y="5383"/>
                      </a:lnTo>
                      <a:lnTo>
                        <a:pt x="7014" y="5066"/>
                      </a:lnTo>
                      <a:lnTo>
                        <a:pt x="7136" y="4725"/>
                      </a:lnTo>
                      <a:lnTo>
                        <a:pt x="7209" y="4360"/>
                      </a:lnTo>
                      <a:lnTo>
                        <a:pt x="7282" y="4019"/>
                      </a:lnTo>
                      <a:lnTo>
                        <a:pt x="7282" y="3629"/>
                      </a:lnTo>
                      <a:lnTo>
                        <a:pt x="7282" y="3629"/>
                      </a:lnTo>
                      <a:lnTo>
                        <a:pt x="7282" y="3386"/>
                      </a:lnTo>
                      <a:lnTo>
                        <a:pt x="7258" y="3167"/>
                      </a:lnTo>
                      <a:lnTo>
                        <a:pt x="7234" y="2923"/>
                      </a:lnTo>
                      <a:lnTo>
                        <a:pt x="7161" y="2704"/>
                      </a:lnTo>
                      <a:lnTo>
                        <a:pt x="7112" y="2485"/>
                      </a:lnTo>
                      <a:lnTo>
                        <a:pt x="7014" y="2266"/>
                      </a:lnTo>
                      <a:lnTo>
                        <a:pt x="6820" y="1852"/>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2" name="Google Shape;122;p25"/>
                <p:cNvSpPr/>
                <p:nvPr/>
              </p:nvSpPr>
              <p:spPr>
                <a:xfrm>
                  <a:off x="5971475" y="2001400"/>
                  <a:ext cx="74925" cy="70675"/>
                </a:xfrm>
                <a:custGeom>
                  <a:avLst/>
                  <a:gdLst/>
                  <a:ahLst/>
                  <a:cxnLst/>
                  <a:rect l="l" t="t" r="r" b="b"/>
                  <a:pathLst>
                    <a:path w="2997" h="2827" fill="none" extrusionOk="0">
                      <a:moveTo>
                        <a:pt x="1462" y="1"/>
                      </a:moveTo>
                      <a:lnTo>
                        <a:pt x="293" y="1170"/>
                      </a:lnTo>
                      <a:lnTo>
                        <a:pt x="293" y="1170"/>
                      </a:lnTo>
                      <a:lnTo>
                        <a:pt x="171" y="1316"/>
                      </a:lnTo>
                      <a:lnTo>
                        <a:pt x="74" y="1487"/>
                      </a:lnTo>
                      <a:lnTo>
                        <a:pt x="25" y="1657"/>
                      </a:lnTo>
                      <a:lnTo>
                        <a:pt x="1" y="1852"/>
                      </a:lnTo>
                      <a:lnTo>
                        <a:pt x="25" y="2047"/>
                      </a:lnTo>
                      <a:lnTo>
                        <a:pt x="74" y="2217"/>
                      </a:lnTo>
                      <a:lnTo>
                        <a:pt x="171" y="2388"/>
                      </a:lnTo>
                      <a:lnTo>
                        <a:pt x="293" y="2534"/>
                      </a:lnTo>
                      <a:lnTo>
                        <a:pt x="293" y="2534"/>
                      </a:lnTo>
                      <a:lnTo>
                        <a:pt x="439" y="2656"/>
                      </a:lnTo>
                      <a:lnTo>
                        <a:pt x="609" y="2753"/>
                      </a:lnTo>
                      <a:lnTo>
                        <a:pt x="804" y="2802"/>
                      </a:lnTo>
                      <a:lnTo>
                        <a:pt x="975" y="2826"/>
                      </a:lnTo>
                      <a:lnTo>
                        <a:pt x="975" y="2826"/>
                      </a:lnTo>
                      <a:lnTo>
                        <a:pt x="1170" y="2802"/>
                      </a:lnTo>
                      <a:lnTo>
                        <a:pt x="1340" y="2753"/>
                      </a:lnTo>
                      <a:lnTo>
                        <a:pt x="1511" y="2656"/>
                      </a:lnTo>
                      <a:lnTo>
                        <a:pt x="1681" y="2534"/>
                      </a:lnTo>
                      <a:lnTo>
                        <a:pt x="2850" y="1365"/>
                      </a:lnTo>
                      <a:lnTo>
                        <a:pt x="2850" y="1365"/>
                      </a:lnTo>
                      <a:lnTo>
                        <a:pt x="2996" y="1194"/>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3" name="Google Shape;123;p25"/>
                <p:cNvSpPr/>
                <p:nvPr/>
              </p:nvSpPr>
              <p:spPr>
                <a:xfrm>
                  <a:off x="6253375" y="2001400"/>
                  <a:ext cx="74325" cy="70675"/>
                </a:xfrm>
                <a:custGeom>
                  <a:avLst/>
                  <a:gdLst/>
                  <a:ahLst/>
                  <a:cxnLst/>
                  <a:rect l="l" t="t" r="r" b="b"/>
                  <a:pathLst>
                    <a:path w="2973" h="2827" fill="none" extrusionOk="0">
                      <a:moveTo>
                        <a:pt x="1" y="1194"/>
                      </a:moveTo>
                      <a:lnTo>
                        <a:pt x="1" y="1194"/>
                      </a:lnTo>
                      <a:lnTo>
                        <a:pt x="123" y="1365"/>
                      </a:lnTo>
                      <a:lnTo>
                        <a:pt x="1316" y="2534"/>
                      </a:lnTo>
                      <a:lnTo>
                        <a:pt x="1316" y="2534"/>
                      </a:lnTo>
                      <a:lnTo>
                        <a:pt x="1462" y="2656"/>
                      </a:lnTo>
                      <a:lnTo>
                        <a:pt x="1633" y="2753"/>
                      </a:lnTo>
                      <a:lnTo>
                        <a:pt x="1827" y="2802"/>
                      </a:lnTo>
                      <a:lnTo>
                        <a:pt x="1998" y="2826"/>
                      </a:lnTo>
                      <a:lnTo>
                        <a:pt x="1998" y="2826"/>
                      </a:lnTo>
                      <a:lnTo>
                        <a:pt x="2193" y="2802"/>
                      </a:lnTo>
                      <a:lnTo>
                        <a:pt x="2363" y="2753"/>
                      </a:lnTo>
                      <a:lnTo>
                        <a:pt x="2534" y="2656"/>
                      </a:lnTo>
                      <a:lnTo>
                        <a:pt x="2704" y="2534"/>
                      </a:lnTo>
                      <a:lnTo>
                        <a:pt x="2704" y="2534"/>
                      </a:lnTo>
                      <a:lnTo>
                        <a:pt x="2826" y="2388"/>
                      </a:lnTo>
                      <a:lnTo>
                        <a:pt x="2923" y="2217"/>
                      </a:lnTo>
                      <a:lnTo>
                        <a:pt x="2972" y="2047"/>
                      </a:lnTo>
                      <a:lnTo>
                        <a:pt x="2972" y="1852"/>
                      </a:lnTo>
                      <a:lnTo>
                        <a:pt x="2972" y="1657"/>
                      </a:lnTo>
                      <a:lnTo>
                        <a:pt x="2923" y="1487"/>
                      </a:lnTo>
                      <a:lnTo>
                        <a:pt x="2826" y="1316"/>
                      </a:lnTo>
                      <a:lnTo>
                        <a:pt x="2704" y="1170"/>
                      </a:lnTo>
                      <a:lnTo>
                        <a:pt x="1535"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4" name="Google Shape;124;p25"/>
                <p:cNvSpPr/>
                <p:nvPr/>
              </p:nvSpPr>
              <p:spPr>
                <a:xfrm>
                  <a:off x="6137700" y="1623900"/>
                  <a:ext cx="250875" cy="255150"/>
                </a:xfrm>
                <a:custGeom>
                  <a:avLst/>
                  <a:gdLst/>
                  <a:ahLst/>
                  <a:cxnLst/>
                  <a:rect l="l" t="t" r="r" b="b"/>
                  <a:pathLst>
                    <a:path w="10035" h="10206" fill="none" extrusionOk="0">
                      <a:moveTo>
                        <a:pt x="9718" y="2412"/>
                      </a:moveTo>
                      <a:lnTo>
                        <a:pt x="8671" y="2217"/>
                      </a:lnTo>
                      <a:lnTo>
                        <a:pt x="9694" y="1194"/>
                      </a:lnTo>
                      <a:lnTo>
                        <a:pt x="9694" y="1194"/>
                      </a:lnTo>
                      <a:lnTo>
                        <a:pt x="9767" y="1121"/>
                      </a:lnTo>
                      <a:lnTo>
                        <a:pt x="9815" y="1024"/>
                      </a:lnTo>
                      <a:lnTo>
                        <a:pt x="9840" y="951"/>
                      </a:lnTo>
                      <a:lnTo>
                        <a:pt x="9840" y="853"/>
                      </a:lnTo>
                      <a:lnTo>
                        <a:pt x="9840" y="756"/>
                      </a:lnTo>
                      <a:lnTo>
                        <a:pt x="9815" y="658"/>
                      </a:lnTo>
                      <a:lnTo>
                        <a:pt x="9767" y="585"/>
                      </a:lnTo>
                      <a:lnTo>
                        <a:pt x="9694" y="512"/>
                      </a:lnTo>
                      <a:lnTo>
                        <a:pt x="9694" y="512"/>
                      </a:lnTo>
                      <a:lnTo>
                        <a:pt x="9621" y="439"/>
                      </a:lnTo>
                      <a:lnTo>
                        <a:pt x="9548" y="391"/>
                      </a:lnTo>
                      <a:lnTo>
                        <a:pt x="9450" y="366"/>
                      </a:lnTo>
                      <a:lnTo>
                        <a:pt x="9353" y="366"/>
                      </a:lnTo>
                      <a:lnTo>
                        <a:pt x="9255" y="366"/>
                      </a:lnTo>
                      <a:lnTo>
                        <a:pt x="9182" y="391"/>
                      </a:lnTo>
                      <a:lnTo>
                        <a:pt x="9085" y="439"/>
                      </a:lnTo>
                      <a:lnTo>
                        <a:pt x="9012" y="512"/>
                      </a:lnTo>
                      <a:lnTo>
                        <a:pt x="7867" y="1657"/>
                      </a:lnTo>
                      <a:lnTo>
                        <a:pt x="7867" y="1657"/>
                      </a:lnTo>
                      <a:lnTo>
                        <a:pt x="7818" y="1487"/>
                      </a:lnTo>
                      <a:lnTo>
                        <a:pt x="7599" y="317"/>
                      </a:lnTo>
                      <a:lnTo>
                        <a:pt x="7599" y="317"/>
                      </a:lnTo>
                      <a:lnTo>
                        <a:pt x="7575" y="196"/>
                      </a:lnTo>
                      <a:lnTo>
                        <a:pt x="7526" y="98"/>
                      </a:lnTo>
                      <a:lnTo>
                        <a:pt x="7477" y="50"/>
                      </a:lnTo>
                      <a:lnTo>
                        <a:pt x="7404" y="1"/>
                      </a:lnTo>
                      <a:lnTo>
                        <a:pt x="7331" y="1"/>
                      </a:lnTo>
                      <a:lnTo>
                        <a:pt x="7234" y="25"/>
                      </a:lnTo>
                      <a:lnTo>
                        <a:pt x="7161" y="74"/>
                      </a:lnTo>
                      <a:lnTo>
                        <a:pt x="7063" y="147"/>
                      </a:lnTo>
                      <a:lnTo>
                        <a:pt x="5432" y="1754"/>
                      </a:lnTo>
                      <a:lnTo>
                        <a:pt x="5432" y="1754"/>
                      </a:lnTo>
                      <a:lnTo>
                        <a:pt x="5358" y="1852"/>
                      </a:lnTo>
                      <a:lnTo>
                        <a:pt x="5285" y="1974"/>
                      </a:lnTo>
                      <a:lnTo>
                        <a:pt x="5212" y="2120"/>
                      </a:lnTo>
                      <a:lnTo>
                        <a:pt x="5164" y="2242"/>
                      </a:lnTo>
                      <a:lnTo>
                        <a:pt x="5139" y="2388"/>
                      </a:lnTo>
                      <a:lnTo>
                        <a:pt x="5115" y="2534"/>
                      </a:lnTo>
                      <a:lnTo>
                        <a:pt x="5115" y="2680"/>
                      </a:lnTo>
                      <a:lnTo>
                        <a:pt x="5115" y="2802"/>
                      </a:lnTo>
                      <a:lnTo>
                        <a:pt x="5334" y="3971"/>
                      </a:lnTo>
                      <a:lnTo>
                        <a:pt x="5334" y="3971"/>
                      </a:lnTo>
                      <a:lnTo>
                        <a:pt x="5383" y="4141"/>
                      </a:lnTo>
                      <a:lnTo>
                        <a:pt x="147" y="9378"/>
                      </a:lnTo>
                      <a:lnTo>
                        <a:pt x="147" y="9378"/>
                      </a:lnTo>
                      <a:lnTo>
                        <a:pt x="73" y="9451"/>
                      </a:lnTo>
                      <a:lnTo>
                        <a:pt x="25" y="9548"/>
                      </a:lnTo>
                      <a:lnTo>
                        <a:pt x="0" y="9645"/>
                      </a:lnTo>
                      <a:lnTo>
                        <a:pt x="0" y="9718"/>
                      </a:lnTo>
                      <a:lnTo>
                        <a:pt x="0" y="9816"/>
                      </a:lnTo>
                      <a:lnTo>
                        <a:pt x="25" y="9913"/>
                      </a:lnTo>
                      <a:lnTo>
                        <a:pt x="73" y="9986"/>
                      </a:lnTo>
                      <a:lnTo>
                        <a:pt x="147" y="10059"/>
                      </a:lnTo>
                      <a:lnTo>
                        <a:pt x="147" y="10059"/>
                      </a:lnTo>
                      <a:lnTo>
                        <a:pt x="220" y="10133"/>
                      </a:lnTo>
                      <a:lnTo>
                        <a:pt x="293" y="10181"/>
                      </a:lnTo>
                      <a:lnTo>
                        <a:pt x="390" y="10206"/>
                      </a:lnTo>
                      <a:lnTo>
                        <a:pt x="488" y="10206"/>
                      </a:lnTo>
                      <a:lnTo>
                        <a:pt x="488" y="10206"/>
                      </a:lnTo>
                      <a:lnTo>
                        <a:pt x="585" y="10206"/>
                      </a:lnTo>
                      <a:lnTo>
                        <a:pt x="658" y="10181"/>
                      </a:lnTo>
                      <a:lnTo>
                        <a:pt x="755" y="10133"/>
                      </a:lnTo>
                      <a:lnTo>
                        <a:pt x="828" y="10059"/>
                      </a:lnTo>
                      <a:lnTo>
                        <a:pt x="6187" y="4726"/>
                      </a:lnTo>
                      <a:lnTo>
                        <a:pt x="7234" y="4896"/>
                      </a:lnTo>
                      <a:lnTo>
                        <a:pt x="7234" y="4896"/>
                      </a:lnTo>
                      <a:lnTo>
                        <a:pt x="7356" y="4921"/>
                      </a:lnTo>
                      <a:lnTo>
                        <a:pt x="7502" y="4921"/>
                      </a:lnTo>
                      <a:lnTo>
                        <a:pt x="7624" y="4896"/>
                      </a:lnTo>
                      <a:lnTo>
                        <a:pt x="7770" y="4848"/>
                      </a:lnTo>
                      <a:lnTo>
                        <a:pt x="7916" y="4799"/>
                      </a:lnTo>
                      <a:lnTo>
                        <a:pt x="8038" y="4750"/>
                      </a:lnTo>
                      <a:lnTo>
                        <a:pt x="8159" y="4677"/>
                      </a:lnTo>
                      <a:lnTo>
                        <a:pt x="8257" y="4580"/>
                      </a:lnTo>
                      <a:lnTo>
                        <a:pt x="9889" y="2948"/>
                      </a:lnTo>
                      <a:lnTo>
                        <a:pt x="9889" y="2948"/>
                      </a:lnTo>
                      <a:lnTo>
                        <a:pt x="9962" y="2875"/>
                      </a:lnTo>
                      <a:lnTo>
                        <a:pt x="10010" y="2777"/>
                      </a:lnTo>
                      <a:lnTo>
                        <a:pt x="10035" y="2704"/>
                      </a:lnTo>
                      <a:lnTo>
                        <a:pt x="10010" y="2607"/>
                      </a:lnTo>
                      <a:lnTo>
                        <a:pt x="9986" y="2558"/>
                      </a:lnTo>
                      <a:lnTo>
                        <a:pt x="9913" y="2485"/>
                      </a:lnTo>
                      <a:lnTo>
                        <a:pt x="9815" y="2436"/>
                      </a:lnTo>
                      <a:lnTo>
                        <a:pt x="9718" y="2412"/>
                      </a:lnTo>
                      <a:lnTo>
                        <a:pt x="9718" y="2412"/>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25" name="Google Shape;125;p25"/>
              <p:cNvGrpSpPr/>
              <p:nvPr/>
            </p:nvGrpSpPr>
            <p:grpSpPr>
              <a:xfrm>
                <a:off x="2787185" y="1056523"/>
                <a:ext cx="435022" cy="323445"/>
                <a:chOff x="5247525" y="3007275"/>
                <a:chExt cx="517575" cy="384825"/>
              </a:xfrm>
            </p:grpSpPr>
            <p:sp>
              <p:nvSpPr>
                <p:cNvPr id="126" name="Google Shape;126;p25"/>
                <p:cNvSpPr/>
                <p:nvPr/>
              </p:nvSpPr>
              <p:spPr>
                <a:xfrm>
                  <a:off x="5247525" y="3007275"/>
                  <a:ext cx="348900" cy="348900"/>
                </a:xfrm>
                <a:custGeom>
                  <a:avLst/>
                  <a:gdLst/>
                  <a:ahLst/>
                  <a:cxnLst/>
                  <a:rect l="l" t="t" r="r" b="b"/>
                  <a:pathLst>
                    <a:path w="13956" h="13956" fill="none" extrusionOk="0">
                      <a:moveTo>
                        <a:pt x="13323" y="5772"/>
                      </a:moveTo>
                      <a:lnTo>
                        <a:pt x="11861" y="5626"/>
                      </a:lnTo>
                      <a:lnTo>
                        <a:pt x="11861" y="5626"/>
                      </a:lnTo>
                      <a:lnTo>
                        <a:pt x="11788" y="5334"/>
                      </a:lnTo>
                      <a:lnTo>
                        <a:pt x="11667" y="5042"/>
                      </a:lnTo>
                      <a:lnTo>
                        <a:pt x="11545" y="4750"/>
                      </a:lnTo>
                      <a:lnTo>
                        <a:pt x="11399" y="4482"/>
                      </a:lnTo>
                      <a:lnTo>
                        <a:pt x="12300" y="3337"/>
                      </a:lnTo>
                      <a:lnTo>
                        <a:pt x="12300" y="3337"/>
                      </a:lnTo>
                      <a:lnTo>
                        <a:pt x="12373" y="3240"/>
                      </a:lnTo>
                      <a:lnTo>
                        <a:pt x="12422" y="3118"/>
                      </a:lnTo>
                      <a:lnTo>
                        <a:pt x="12446" y="2996"/>
                      </a:lnTo>
                      <a:lnTo>
                        <a:pt x="12446" y="2850"/>
                      </a:lnTo>
                      <a:lnTo>
                        <a:pt x="12422" y="2728"/>
                      </a:lnTo>
                      <a:lnTo>
                        <a:pt x="12397" y="2606"/>
                      </a:lnTo>
                      <a:lnTo>
                        <a:pt x="12324" y="2485"/>
                      </a:lnTo>
                      <a:lnTo>
                        <a:pt x="12251" y="2387"/>
                      </a:lnTo>
                      <a:lnTo>
                        <a:pt x="11569" y="1705"/>
                      </a:lnTo>
                      <a:lnTo>
                        <a:pt x="11569" y="1705"/>
                      </a:lnTo>
                      <a:lnTo>
                        <a:pt x="11472" y="1632"/>
                      </a:lnTo>
                      <a:lnTo>
                        <a:pt x="11350" y="1559"/>
                      </a:lnTo>
                      <a:lnTo>
                        <a:pt x="11228" y="1510"/>
                      </a:lnTo>
                      <a:lnTo>
                        <a:pt x="11106" y="1510"/>
                      </a:lnTo>
                      <a:lnTo>
                        <a:pt x="10960" y="1510"/>
                      </a:lnTo>
                      <a:lnTo>
                        <a:pt x="10838" y="1535"/>
                      </a:lnTo>
                      <a:lnTo>
                        <a:pt x="10717" y="1583"/>
                      </a:lnTo>
                      <a:lnTo>
                        <a:pt x="10619" y="1656"/>
                      </a:lnTo>
                      <a:lnTo>
                        <a:pt x="9475" y="2558"/>
                      </a:lnTo>
                      <a:lnTo>
                        <a:pt x="9475" y="2558"/>
                      </a:lnTo>
                      <a:lnTo>
                        <a:pt x="9207" y="2411"/>
                      </a:lnTo>
                      <a:lnTo>
                        <a:pt x="8914" y="2290"/>
                      </a:lnTo>
                      <a:lnTo>
                        <a:pt x="8622" y="2168"/>
                      </a:lnTo>
                      <a:lnTo>
                        <a:pt x="8330" y="2070"/>
                      </a:lnTo>
                      <a:lnTo>
                        <a:pt x="8159" y="634"/>
                      </a:lnTo>
                      <a:lnTo>
                        <a:pt x="8159" y="634"/>
                      </a:lnTo>
                      <a:lnTo>
                        <a:pt x="8135" y="512"/>
                      </a:lnTo>
                      <a:lnTo>
                        <a:pt x="8086" y="390"/>
                      </a:lnTo>
                      <a:lnTo>
                        <a:pt x="8013" y="293"/>
                      </a:lnTo>
                      <a:lnTo>
                        <a:pt x="7940" y="195"/>
                      </a:lnTo>
                      <a:lnTo>
                        <a:pt x="7818" y="122"/>
                      </a:lnTo>
                      <a:lnTo>
                        <a:pt x="7721" y="49"/>
                      </a:lnTo>
                      <a:lnTo>
                        <a:pt x="7575" y="25"/>
                      </a:lnTo>
                      <a:lnTo>
                        <a:pt x="7453" y="0"/>
                      </a:lnTo>
                      <a:lnTo>
                        <a:pt x="6479" y="0"/>
                      </a:lnTo>
                      <a:lnTo>
                        <a:pt x="6479" y="0"/>
                      </a:lnTo>
                      <a:lnTo>
                        <a:pt x="6357" y="25"/>
                      </a:lnTo>
                      <a:lnTo>
                        <a:pt x="6235" y="49"/>
                      </a:lnTo>
                      <a:lnTo>
                        <a:pt x="6114" y="122"/>
                      </a:lnTo>
                      <a:lnTo>
                        <a:pt x="6016" y="195"/>
                      </a:lnTo>
                      <a:lnTo>
                        <a:pt x="5919" y="293"/>
                      </a:lnTo>
                      <a:lnTo>
                        <a:pt x="5846" y="390"/>
                      </a:lnTo>
                      <a:lnTo>
                        <a:pt x="5797" y="512"/>
                      </a:lnTo>
                      <a:lnTo>
                        <a:pt x="5773" y="634"/>
                      </a:lnTo>
                      <a:lnTo>
                        <a:pt x="5602" y="2070"/>
                      </a:lnTo>
                      <a:lnTo>
                        <a:pt x="5602" y="2070"/>
                      </a:lnTo>
                      <a:lnTo>
                        <a:pt x="5310" y="2168"/>
                      </a:lnTo>
                      <a:lnTo>
                        <a:pt x="5018" y="2290"/>
                      </a:lnTo>
                      <a:lnTo>
                        <a:pt x="4750" y="2411"/>
                      </a:lnTo>
                      <a:lnTo>
                        <a:pt x="4482" y="2558"/>
                      </a:lnTo>
                      <a:lnTo>
                        <a:pt x="3337" y="1656"/>
                      </a:lnTo>
                      <a:lnTo>
                        <a:pt x="3337" y="1656"/>
                      </a:lnTo>
                      <a:lnTo>
                        <a:pt x="3215" y="1583"/>
                      </a:lnTo>
                      <a:lnTo>
                        <a:pt x="3094" y="1535"/>
                      </a:lnTo>
                      <a:lnTo>
                        <a:pt x="2972" y="1510"/>
                      </a:lnTo>
                      <a:lnTo>
                        <a:pt x="2850" y="1510"/>
                      </a:lnTo>
                      <a:lnTo>
                        <a:pt x="2728" y="1510"/>
                      </a:lnTo>
                      <a:lnTo>
                        <a:pt x="2582" y="1559"/>
                      </a:lnTo>
                      <a:lnTo>
                        <a:pt x="2485" y="1632"/>
                      </a:lnTo>
                      <a:lnTo>
                        <a:pt x="2387" y="1705"/>
                      </a:lnTo>
                      <a:lnTo>
                        <a:pt x="1705" y="2387"/>
                      </a:lnTo>
                      <a:lnTo>
                        <a:pt x="1705" y="2387"/>
                      </a:lnTo>
                      <a:lnTo>
                        <a:pt x="1608" y="2485"/>
                      </a:lnTo>
                      <a:lnTo>
                        <a:pt x="1559" y="2606"/>
                      </a:lnTo>
                      <a:lnTo>
                        <a:pt x="1511" y="2728"/>
                      </a:lnTo>
                      <a:lnTo>
                        <a:pt x="1486" y="2850"/>
                      </a:lnTo>
                      <a:lnTo>
                        <a:pt x="1486" y="2996"/>
                      </a:lnTo>
                      <a:lnTo>
                        <a:pt x="1511" y="3118"/>
                      </a:lnTo>
                      <a:lnTo>
                        <a:pt x="1559" y="3240"/>
                      </a:lnTo>
                      <a:lnTo>
                        <a:pt x="1632" y="3337"/>
                      </a:lnTo>
                      <a:lnTo>
                        <a:pt x="2533" y="4482"/>
                      </a:lnTo>
                      <a:lnTo>
                        <a:pt x="2533" y="4482"/>
                      </a:lnTo>
                      <a:lnTo>
                        <a:pt x="2387" y="4750"/>
                      </a:lnTo>
                      <a:lnTo>
                        <a:pt x="2266" y="5042"/>
                      </a:lnTo>
                      <a:lnTo>
                        <a:pt x="2168" y="5334"/>
                      </a:lnTo>
                      <a:lnTo>
                        <a:pt x="2071" y="5626"/>
                      </a:lnTo>
                      <a:lnTo>
                        <a:pt x="634" y="5772"/>
                      </a:lnTo>
                      <a:lnTo>
                        <a:pt x="634" y="5772"/>
                      </a:lnTo>
                      <a:lnTo>
                        <a:pt x="512" y="5821"/>
                      </a:lnTo>
                      <a:lnTo>
                        <a:pt x="390" y="5870"/>
                      </a:lnTo>
                      <a:lnTo>
                        <a:pt x="268" y="5943"/>
                      </a:lnTo>
                      <a:lnTo>
                        <a:pt x="171" y="6016"/>
                      </a:lnTo>
                      <a:lnTo>
                        <a:pt x="98" y="6138"/>
                      </a:lnTo>
                      <a:lnTo>
                        <a:pt x="49" y="6235"/>
                      </a:lnTo>
                      <a:lnTo>
                        <a:pt x="1" y="6381"/>
                      </a:lnTo>
                      <a:lnTo>
                        <a:pt x="1" y="6503"/>
                      </a:lnTo>
                      <a:lnTo>
                        <a:pt x="1" y="7453"/>
                      </a:lnTo>
                      <a:lnTo>
                        <a:pt x="1" y="7453"/>
                      </a:lnTo>
                      <a:lnTo>
                        <a:pt x="1" y="7599"/>
                      </a:lnTo>
                      <a:lnTo>
                        <a:pt x="49" y="7721"/>
                      </a:lnTo>
                      <a:lnTo>
                        <a:pt x="98" y="7843"/>
                      </a:lnTo>
                      <a:lnTo>
                        <a:pt x="171" y="7940"/>
                      </a:lnTo>
                      <a:lnTo>
                        <a:pt x="268" y="8037"/>
                      </a:lnTo>
                      <a:lnTo>
                        <a:pt x="390" y="8111"/>
                      </a:lnTo>
                      <a:lnTo>
                        <a:pt x="512" y="8159"/>
                      </a:lnTo>
                      <a:lnTo>
                        <a:pt x="634" y="8184"/>
                      </a:lnTo>
                      <a:lnTo>
                        <a:pt x="2071" y="8354"/>
                      </a:lnTo>
                      <a:lnTo>
                        <a:pt x="2071" y="8354"/>
                      </a:lnTo>
                      <a:lnTo>
                        <a:pt x="2168" y="8646"/>
                      </a:lnTo>
                      <a:lnTo>
                        <a:pt x="2266" y="8914"/>
                      </a:lnTo>
                      <a:lnTo>
                        <a:pt x="2387" y="9206"/>
                      </a:lnTo>
                      <a:lnTo>
                        <a:pt x="2533" y="9474"/>
                      </a:lnTo>
                      <a:lnTo>
                        <a:pt x="1632" y="10619"/>
                      </a:lnTo>
                      <a:lnTo>
                        <a:pt x="1632" y="10619"/>
                      </a:lnTo>
                      <a:lnTo>
                        <a:pt x="1559" y="10741"/>
                      </a:lnTo>
                      <a:lnTo>
                        <a:pt x="1511" y="10863"/>
                      </a:lnTo>
                      <a:lnTo>
                        <a:pt x="1486" y="10984"/>
                      </a:lnTo>
                      <a:lnTo>
                        <a:pt x="1486" y="11106"/>
                      </a:lnTo>
                      <a:lnTo>
                        <a:pt x="1511" y="11228"/>
                      </a:lnTo>
                      <a:lnTo>
                        <a:pt x="1559" y="11350"/>
                      </a:lnTo>
                      <a:lnTo>
                        <a:pt x="1608" y="11472"/>
                      </a:lnTo>
                      <a:lnTo>
                        <a:pt x="1705" y="11569"/>
                      </a:lnTo>
                      <a:lnTo>
                        <a:pt x="2387" y="12251"/>
                      </a:lnTo>
                      <a:lnTo>
                        <a:pt x="2387" y="12251"/>
                      </a:lnTo>
                      <a:lnTo>
                        <a:pt x="2485" y="12348"/>
                      </a:lnTo>
                      <a:lnTo>
                        <a:pt x="2582" y="12397"/>
                      </a:lnTo>
                      <a:lnTo>
                        <a:pt x="2728" y="12446"/>
                      </a:lnTo>
                      <a:lnTo>
                        <a:pt x="2850" y="12470"/>
                      </a:lnTo>
                      <a:lnTo>
                        <a:pt x="2972" y="12470"/>
                      </a:lnTo>
                      <a:lnTo>
                        <a:pt x="3094" y="12421"/>
                      </a:lnTo>
                      <a:lnTo>
                        <a:pt x="3215" y="12373"/>
                      </a:lnTo>
                      <a:lnTo>
                        <a:pt x="3337" y="12324"/>
                      </a:lnTo>
                      <a:lnTo>
                        <a:pt x="4482" y="11423"/>
                      </a:lnTo>
                      <a:lnTo>
                        <a:pt x="4482" y="11423"/>
                      </a:lnTo>
                      <a:lnTo>
                        <a:pt x="4750" y="11545"/>
                      </a:lnTo>
                      <a:lnTo>
                        <a:pt x="5018" y="11691"/>
                      </a:lnTo>
                      <a:lnTo>
                        <a:pt x="5310" y="11788"/>
                      </a:lnTo>
                      <a:lnTo>
                        <a:pt x="5602" y="11886"/>
                      </a:lnTo>
                      <a:lnTo>
                        <a:pt x="5773" y="13322"/>
                      </a:lnTo>
                      <a:lnTo>
                        <a:pt x="5773" y="13322"/>
                      </a:lnTo>
                      <a:lnTo>
                        <a:pt x="5797" y="13444"/>
                      </a:lnTo>
                      <a:lnTo>
                        <a:pt x="5846" y="13566"/>
                      </a:lnTo>
                      <a:lnTo>
                        <a:pt x="5919" y="13688"/>
                      </a:lnTo>
                      <a:lnTo>
                        <a:pt x="6016" y="13785"/>
                      </a:lnTo>
                      <a:lnTo>
                        <a:pt x="6114" y="13858"/>
                      </a:lnTo>
                      <a:lnTo>
                        <a:pt x="6235" y="13907"/>
                      </a:lnTo>
                      <a:lnTo>
                        <a:pt x="6357" y="13956"/>
                      </a:lnTo>
                      <a:lnTo>
                        <a:pt x="6479" y="13956"/>
                      </a:lnTo>
                      <a:lnTo>
                        <a:pt x="7453" y="13956"/>
                      </a:lnTo>
                      <a:lnTo>
                        <a:pt x="7453" y="13956"/>
                      </a:lnTo>
                      <a:lnTo>
                        <a:pt x="7575" y="13956"/>
                      </a:lnTo>
                      <a:lnTo>
                        <a:pt x="7721" y="13907"/>
                      </a:lnTo>
                      <a:lnTo>
                        <a:pt x="7818" y="13858"/>
                      </a:lnTo>
                      <a:lnTo>
                        <a:pt x="7940" y="13785"/>
                      </a:lnTo>
                      <a:lnTo>
                        <a:pt x="8013" y="13688"/>
                      </a:lnTo>
                      <a:lnTo>
                        <a:pt x="8086" y="13566"/>
                      </a:lnTo>
                      <a:lnTo>
                        <a:pt x="8135" y="13444"/>
                      </a:lnTo>
                      <a:lnTo>
                        <a:pt x="8159" y="13322"/>
                      </a:lnTo>
                      <a:lnTo>
                        <a:pt x="8330" y="11886"/>
                      </a:lnTo>
                      <a:lnTo>
                        <a:pt x="8330" y="11886"/>
                      </a:lnTo>
                      <a:lnTo>
                        <a:pt x="8622" y="11788"/>
                      </a:lnTo>
                      <a:lnTo>
                        <a:pt x="8914" y="11691"/>
                      </a:lnTo>
                      <a:lnTo>
                        <a:pt x="9207" y="11545"/>
                      </a:lnTo>
                      <a:lnTo>
                        <a:pt x="9475" y="11423"/>
                      </a:lnTo>
                      <a:lnTo>
                        <a:pt x="10619" y="12324"/>
                      </a:lnTo>
                      <a:lnTo>
                        <a:pt x="10619" y="12324"/>
                      </a:lnTo>
                      <a:lnTo>
                        <a:pt x="10717" y="12373"/>
                      </a:lnTo>
                      <a:lnTo>
                        <a:pt x="10838" y="12421"/>
                      </a:lnTo>
                      <a:lnTo>
                        <a:pt x="10960" y="12470"/>
                      </a:lnTo>
                      <a:lnTo>
                        <a:pt x="11106" y="12470"/>
                      </a:lnTo>
                      <a:lnTo>
                        <a:pt x="11228" y="12446"/>
                      </a:lnTo>
                      <a:lnTo>
                        <a:pt x="11350" y="12397"/>
                      </a:lnTo>
                      <a:lnTo>
                        <a:pt x="11472" y="12348"/>
                      </a:lnTo>
                      <a:lnTo>
                        <a:pt x="11569" y="12251"/>
                      </a:lnTo>
                      <a:lnTo>
                        <a:pt x="12251" y="11569"/>
                      </a:lnTo>
                      <a:lnTo>
                        <a:pt x="12251" y="11569"/>
                      </a:lnTo>
                      <a:lnTo>
                        <a:pt x="12324" y="11472"/>
                      </a:lnTo>
                      <a:lnTo>
                        <a:pt x="12397" y="11350"/>
                      </a:lnTo>
                      <a:lnTo>
                        <a:pt x="12422" y="11228"/>
                      </a:lnTo>
                      <a:lnTo>
                        <a:pt x="12446" y="11106"/>
                      </a:lnTo>
                      <a:lnTo>
                        <a:pt x="12446" y="10984"/>
                      </a:lnTo>
                      <a:lnTo>
                        <a:pt x="12422" y="10863"/>
                      </a:lnTo>
                      <a:lnTo>
                        <a:pt x="12373" y="10741"/>
                      </a:lnTo>
                      <a:lnTo>
                        <a:pt x="12300" y="10619"/>
                      </a:lnTo>
                      <a:lnTo>
                        <a:pt x="11399" y="9474"/>
                      </a:lnTo>
                      <a:lnTo>
                        <a:pt x="11399" y="9474"/>
                      </a:lnTo>
                      <a:lnTo>
                        <a:pt x="11545" y="9206"/>
                      </a:lnTo>
                      <a:lnTo>
                        <a:pt x="11667" y="8914"/>
                      </a:lnTo>
                      <a:lnTo>
                        <a:pt x="11788" y="8646"/>
                      </a:lnTo>
                      <a:lnTo>
                        <a:pt x="11861" y="8354"/>
                      </a:lnTo>
                      <a:lnTo>
                        <a:pt x="13323" y="8184"/>
                      </a:lnTo>
                      <a:lnTo>
                        <a:pt x="13323" y="8184"/>
                      </a:lnTo>
                      <a:lnTo>
                        <a:pt x="13444" y="8159"/>
                      </a:lnTo>
                      <a:lnTo>
                        <a:pt x="13566" y="8111"/>
                      </a:lnTo>
                      <a:lnTo>
                        <a:pt x="13664" y="8037"/>
                      </a:lnTo>
                      <a:lnTo>
                        <a:pt x="13761" y="7940"/>
                      </a:lnTo>
                      <a:lnTo>
                        <a:pt x="13834" y="7843"/>
                      </a:lnTo>
                      <a:lnTo>
                        <a:pt x="13907" y="7721"/>
                      </a:lnTo>
                      <a:lnTo>
                        <a:pt x="13932" y="7599"/>
                      </a:lnTo>
                      <a:lnTo>
                        <a:pt x="13956" y="7453"/>
                      </a:lnTo>
                      <a:lnTo>
                        <a:pt x="13956" y="6503"/>
                      </a:lnTo>
                      <a:lnTo>
                        <a:pt x="13956" y="6503"/>
                      </a:lnTo>
                      <a:lnTo>
                        <a:pt x="13932" y="6381"/>
                      </a:lnTo>
                      <a:lnTo>
                        <a:pt x="13907" y="6235"/>
                      </a:lnTo>
                      <a:lnTo>
                        <a:pt x="13834" y="6138"/>
                      </a:lnTo>
                      <a:lnTo>
                        <a:pt x="13761" y="6016"/>
                      </a:lnTo>
                      <a:lnTo>
                        <a:pt x="13664" y="5943"/>
                      </a:lnTo>
                      <a:lnTo>
                        <a:pt x="13566" y="5870"/>
                      </a:lnTo>
                      <a:lnTo>
                        <a:pt x="13444" y="5821"/>
                      </a:lnTo>
                      <a:lnTo>
                        <a:pt x="13323" y="5772"/>
                      </a:lnTo>
                      <a:lnTo>
                        <a:pt x="13323" y="5772"/>
                      </a:lnTo>
                      <a:close/>
                      <a:moveTo>
                        <a:pt x="8573" y="8598"/>
                      </a:moveTo>
                      <a:lnTo>
                        <a:pt x="8573" y="8598"/>
                      </a:lnTo>
                      <a:lnTo>
                        <a:pt x="8403" y="8744"/>
                      </a:lnTo>
                      <a:lnTo>
                        <a:pt x="8232" y="8890"/>
                      </a:lnTo>
                      <a:lnTo>
                        <a:pt x="8038" y="8987"/>
                      </a:lnTo>
                      <a:lnTo>
                        <a:pt x="7818" y="9085"/>
                      </a:lnTo>
                      <a:lnTo>
                        <a:pt x="7624" y="9158"/>
                      </a:lnTo>
                      <a:lnTo>
                        <a:pt x="7404" y="9206"/>
                      </a:lnTo>
                      <a:lnTo>
                        <a:pt x="7185" y="9231"/>
                      </a:lnTo>
                      <a:lnTo>
                        <a:pt x="6966" y="9255"/>
                      </a:lnTo>
                      <a:lnTo>
                        <a:pt x="6747" y="9231"/>
                      </a:lnTo>
                      <a:lnTo>
                        <a:pt x="6528" y="9206"/>
                      </a:lnTo>
                      <a:lnTo>
                        <a:pt x="6333" y="9158"/>
                      </a:lnTo>
                      <a:lnTo>
                        <a:pt x="6114" y="9085"/>
                      </a:lnTo>
                      <a:lnTo>
                        <a:pt x="5919" y="8987"/>
                      </a:lnTo>
                      <a:lnTo>
                        <a:pt x="5724" y="8890"/>
                      </a:lnTo>
                      <a:lnTo>
                        <a:pt x="5529" y="8744"/>
                      </a:lnTo>
                      <a:lnTo>
                        <a:pt x="5359" y="8598"/>
                      </a:lnTo>
                      <a:lnTo>
                        <a:pt x="5359" y="8598"/>
                      </a:lnTo>
                      <a:lnTo>
                        <a:pt x="5212" y="8427"/>
                      </a:lnTo>
                      <a:lnTo>
                        <a:pt x="5066" y="8232"/>
                      </a:lnTo>
                      <a:lnTo>
                        <a:pt x="4969" y="8037"/>
                      </a:lnTo>
                      <a:lnTo>
                        <a:pt x="4871" y="7843"/>
                      </a:lnTo>
                      <a:lnTo>
                        <a:pt x="4798" y="7623"/>
                      </a:lnTo>
                      <a:lnTo>
                        <a:pt x="4750" y="7404"/>
                      </a:lnTo>
                      <a:lnTo>
                        <a:pt x="4701" y="7209"/>
                      </a:lnTo>
                      <a:lnTo>
                        <a:pt x="4701" y="6990"/>
                      </a:lnTo>
                      <a:lnTo>
                        <a:pt x="4701" y="6771"/>
                      </a:lnTo>
                      <a:lnTo>
                        <a:pt x="4750" y="6552"/>
                      </a:lnTo>
                      <a:lnTo>
                        <a:pt x="4798" y="6333"/>
                      </a:lnTo>
                      <a:lnTo>
                        <a:pt x="4871" y="6138"/>
                      </a:lnTo>
                      <a:lnTo>
                        <a:pt x="4969" y="5919"/>
                      </a:lnTo>
                      <a:lnTo>
                        <a:pt x="5066" y="5724"/>
                      </a:lnTo>
                      <a:lnTo>
                        <a:pt x="5212" y="5553"/>
                      </a:lnTo>
                      <a:lnTo>
                        <a:pt x="5359" y="5383"/>
                      </a:lnTo>
                      <a:lnTo>
                        <a:pt x="5359" y="5383"/>
                      </a:lnTo>
                      <a:lnTo>
                        <a:pt x="5529" y="5212"/>
                      </a:lnTo>
                      <a:lnTo>
                        <a:pt x="5724" y="5091"/>
                      </a:lnTo>
                      <a:lnTo>
                        <a:pt x="5919" y="4969"/>
                      </a:lnTo>
                      <a:lnTo>
                        <a:pt x="6114" y="4871"/>
                      </a:lnTo>
                      <a:lnTo>
                        <a:pt x="6333" y="4798"/>
                      </a:lnTo>
                      <a:lnTo>
                        <a:pt x="6528" y="4750"/>
                      </a:lnTo>
                      <a:lnTo>
                        <a:pt x="6747" y="4725"/>
                      </a:lnTo>
                      <a:lnTo>
                        <a:pt x="6966" y="4701"/>
                      </a:lnTo>
                      <a:lnTo>
                        <a:pt x="7185" y="4725"/>
                      </a:lnTo>
                      <a:lnTo>
                        <a:pt x="7404" y="4750"/>
                      </a:lnTo>
                      <a:lnTo>
                        <a:pt x="7624" y="4798"/>
                      </a:lnTo>
                      <a:lnTo>
                        <a:pt x="7818" y="4871"/>
                      </a:lnTo>
                      <a:lnTo>
                        <a:pt x="8038" y="4969"/>
                      </a:lnTo>
                      <a:lnTo>
                        <a:pt x="8232" y="5091"/>
                      </a:lnTo>
                      <a:lnTo>
                        <a:pt x="8403" y="5212"/>
                      </a:lnTo>
                      <a:lnTo>
                        <a:pt x="8573" y="5383"/>
                      </a:lnTo>
                      <a:lnTo>
                        <a:pt x="8573" y="5383"/>
                      </a:lnTo>
                      <a:lnTo>
                        <a:pt x="8744" y="5553"/>
                      </a:lnTo>
                      <a:lnTo>
                        <a:pt x="8866" y="5724"/>
                      </a:lnTo>
                      <a:lnTo>
                        <a:pt x="8987" y="5919"/>
                      </a:lnTo>
                      <a:lnTo>
                        <a:pt x="9085" y="6138"/>
                      </a:lnTo>
                      <a:lnTo>
                        <a:pt x="9158" y="6333"/>
                      </a:lnTo>
                      <a:lnTo>
                        <a:pt x="9207" y="6552"/>
                      </a:lnTo>
                      <a:lnTo>
                        <a:pt x="9231" y="6771"/>
                      </a:lnTo>
                      <a:lnTo>
                        <a:pt x="9231" y="6990"/>
                      </a:lnTo>
                      <a:lnTo>
                        <a:pt x="9231" y="7209"/>
                      </a:lnTo>
                      <a:lnTo>
                        <a:pt x="9207" y="7404"/>
                      </a:lnTo>
                      <a:lnTo>
                        <a:pt x="9158" y="7623"/>
                      </a:lnTo>
                      <a:lnTo>
                        <a:pt x="9085" y="7843"/>
                      </a:lnTo>
                      <a:lnTo>
                        <a:pt x="8987" y="8037"/>
                      </a:lnTo>
                      <a:lnTo>
                        <a:pt x="8866" y="8232"/>
                      </a:lnTo>
                      <a:lnTo>
                        <a:pt x="8744" y="8427"/>
                      </a:lnTo>
                      <a:lnTo>
                        <a:pt x="8573" y="8598"/>
                      </a:lnTo>
                      <a:lnTo>
                        <a:pt x="8573" y="8598"/>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7" name="Google Shape;127;p25"/>
                <p:cNvSpPr/>
                <p:nvPr/>
              </p:nvSpPr>
              <p:spPr>
                <a:xfrm>
                  <a:off x="5566575" y="3193575"/>
                  <a:ext cx="198525" cy="198525"/>
                </a:xfrm>
                <a:custGeom>
                  <a:avLst/>
                  <a:gdLst/>
                  <a:ahLst/>
                  <a:cxnLst/>
                  <a:rect l="l" t="t" r="r" b="b"/>
                  <a:pathLst>
                    <a:path w="7941" h="7941" fill="none" extrusionOk="0">
                      <a:moveTo>
                        <a:pt x="7258" y="2144"/>
                      </a:moveTo>
                      <a:lnTo>
                        <a:pt x="6138" y="2388"/>
                      </a:lnTo>
                      <a:lnTo>
                        <a:pt x="6138" y="2388"/>
                      </a:lnTo>
                      <a:lnTo>
                        <a:pt x="6016" y="2217"/>
                      </a:lnTo>
                      <a:lnTo>
                        <a:pt x="5870" y="2071"/>
                      </a:lnTo>
                      <a:lnTo>
                        <a:pt x="6260" y="975"/>
                      </a:lnTo>
                      <a:lnTo>
                        <a:pt x="6260" y="975"/>
                      </a:lnTo>
                      <a:lnTo>
                        <a:pt x="6284" y="902"/>
                      </a:lnTo>
                      <a:lnTo>
                        <a:pt x="6284" y="829"/>
                      </a:lnTo>
                      <a:lnTo>
                        <a:pt x="6260" y="683"/>
                      </a:lnTo>
                      <a:lnTo>
                        <a:pt x="6162" y="561"/>
                      </a:lnTo>
                      <a:lnTo>
                        <a:pt x="6114" y="488"/>
                      </a:lnTo>
                      <a:lnTo>
                        <a:pt x="6065" y="464"/>
                      </a:lnTo>
                      <a:lnTo>
                        <a:pt x="5553" y="196"/>
                      </a:lnTo>
                      <a:lnTo>
                        <a:pt x="5553" y="196"/>
                      </a:lnTo>
                      <a:lnTo>
                        <a:pt x="5480" y="171"/>
                      </a:lnTo>
                      <a:lnTo>
                        <a:pt x="5407" y="171"/>
                      </a:lnTo>
                      <a:lnTo>
                        <a:pt x="5261" y="171"/>
                      </a:lnTo>
                      <a:lnTo>
                        <a:pt x="5115" y="244"/>
                      </a:lnTo>
                      <a:lnTo>
                        <a:pt x="5066" y="293"/>
                      </a:lnTo>
                      <a:lnTo>
                        <a:pt x="5018" y="342"/>
                      </a:lnTo>
                      <a:lnTo>
                        <a:pt x="4384" y="1316"/>
                      </a:lnTo>
                      <a:lnTo>
                        <a:pt x="4384" y="1316"/>
                      </a:lnTo>
                      <a:lnTo>
                        <a:pt x="4165" y="1292"/>
                      </a:lnTo>
                      <a:lnTo>
                        <a:pt x="3970" y="1292"/>
                      </a:lnTo>
                      <a:lnTo>
                        <a:pt x="3483" y="244"/>
                      </a:lnTo>
                      <a:lnTo>
                        <a:pt x="3483" y="244"/>
                      </a:lnTo>
                      <a:lnTo>
                        <a:pt x="3435" y="171"/>
                      </a:lnTo>
                      <a:lnTo>
                        <a:pt x="3386" y="123"/>
                      </a:lnTo>
                      <a:lnTo>
                        <a:pt x="3264" y="50"/>
                      </a:lnTo>
                      <a:lnTo>
                        <a:pt x="3118" y="1"/>
                      </a:lnTo>
                      <a:lnTo>
                        <a:pt x="3045" y="1"/>
                      </a:lnTo>
                      <a:lnTo>
                        <a:pt x="2972" y="25"/>
                      </a:lnTo>
                      <a:lnTo>
                        <a:pt x="2436" y="196"/>
                      </a:lnTo>
                      <a:lnTo>
                        <a:pt x="2436" y="196"/>
                      </a:lnTo>
                      <a:lnTo>
                        <a:pt x="2363" y="220"/>
                      </a:lnTo>
                      <a:lnTo>
                        <a:pt x="2290" y="269"/>
                      </a:lnTo>
                      <a:lnTo>
                        <a:pt x="2192" y="391"/>
                      </a:lnTo>
                      <a:lnTo>
                        <a:pt x="2144" y="537"/>
                      </a:lnTo>
                      <a:lnTo>
                        <a:pt x="2144" y="610"/>
                      </a:lnTo>
                      <a:lnTo>
                        <a:pt x="2144" y="683"/>
                      </a:lnTo>
                      <a:lnTo>
                        <a:pt x="2387" y="1828"/>
                      </a:lnTo>
                      <a:lnTo>
                        <a:pt x="2387" y="1828"/>
                      </a:lnTo>
                      <a:lnTo>
                        <a:pt x="2217" y="1949"/>
                      </a:lnTo>
                      <a:lnTo>
                        <a:pt x="2071" y="2095"/>
                      </a:lnTo>
                      <a:lnTo>
                        <a:pt x="999" y="1681"/>
                      </a:lnTo>
                      <a:lnTo>
                        <a:pt x="999" y="1681"/>
                      </a:lnTo>
                      <a:lnTo>
                        <a:pt x="926" y="1681"/>
                      </a:lnTo>
                      <a:lnTo>
                        <a:pt x="829" y="1657"/>
                      </a:lnTo>
                      <a:lnTo>
                        <a:pt x="682" y="1706"/>
                      </a:lnTo>
                      <a:lnTo>
                        <a:pt x="561" y="1779"/>
                      </a:lnTo>
                      <a:lnTo>
                        <a:pt x="512" y="1828"/>
                      </a:lnTo>
                      <a:lnTo>
                        <a:pt x="463" y="1901"/>
                      </a:lnTo>
                      <a:lnTo>
                        <a:pt x="220" y="2388"/>
                      </a:lnTo>
                      <a:lnTo>
                        <a:pt x="220" y="2388"/>
                      </a:lnTo>
                      <a:lnTo>
                        <a:pt x="195" y="2461"/>
                      </a:lnTo>
                      <a:lnTo>
                        <a:pt x="171" y="2534"/>
                      </a:lnTo>
                      <a:lnTo>
                        <a:pt x="195" y="2704"/>
                      </a:lnTo>
                      <a:lnTo>
                        <a:pt x="244" y="2826"/>
                      </a:lnTo>
                      <a:lnTo>
                        <a:pt x="293" y="2899"/>
                      </a:lnTo>
                      <a:lnTo>
                        <a:pt x="366" y="2948"/>
                      </a:lnTo>
                      <a:lnTo>
                        <a:pt x="1340" y="3581"/>
                      </a:lnTo>
                      <a:lnTo>
                        <a:pt x="1340" y="3581"/>
                      </a:lnTo>
                      <a:lnTo>
                        <a:pt x="1316" y="3776"/>
                      </a:lnTo>
                      <a:lnTo>
                        <a:pt x="1291" y="3995"/>
                      </a:lnTo>
                      <a:lnTo>
                        <a:pt x="244" y="4482"/>
                      </a:lnTo>
                      <a:lnTo>
                        <a:pt x="244" y="4482"/>
                      </a:lnTo>
                      <a:lnTo>
                        <a:pt x="195" y="4507"/>
                      </a:lnTo>
                      <a:lnTo>
                        <a:pt x="122" y="4555"/>
                      </a:lnTo>
                      <a:lnTo>
                        <a:pt x="49" y="4701"/>
                      </a:lnTo>
                      <a:lnTo>
                        <a:pt x="0" y="4848"/>
                      </a:lnTo>
                      <a:lnTo>
                        <a:pt x="25" y="4921"/>
                      </a:lnTo>
                      <a:lnTo>
                        <a:pt x="25" y="4994"/>
                      </a:lnTo>
                      <a:lnTo>
                        <a:pt x="220" y="5530"/>
                      </a:lnTo>
                      <a:lnTo>
                        <a:pt x="220" y="5530"/>
                      </a:lnTo>
                      <a:lnTo>
                        <a:pt x="244" y="5578"/>
                      </a:lnTo>
                      <a:lnTo>
                        <a:pt x="293" y="5651"/>
                      </a:lnTo>
                      <a:lnTo>
                        <a:pt x="390" y="5749"/>
                      </a:lnTo>
                      <a:lnTo>
                        <a:pt x="536" y="5797"/>
                      </a:lnTo>
                      <a:lnTo>
                        <a:pt x="609" y="5797"/>
                      </a:lnTo>
                      <a:lnTo>
                        <a:pt x="682" y="5797"/>
                      </a:lnTo>
                      <a:lnTo>
                        <a:pt x="1827" y="5554"/>
                      </a:lnTo>
                      <a:lnTo>
                        <a:pt x="1827" y="5554"/>
                      </a:lnTo>
                      <a:lnTo>
                        <a:pt x="1949" y="5724"/>
                      </a:lnTo>
                      <a:lnTo>
                        <a:pt x="2095" y="5870"/>
                      </a:lnTo>
                      <a:lnTo>
                        <a:pt x="1705" y="6966"/>
                      </a:lnTo>
                      <a:lnTo>
                        <a:pt x="1705" y="6966"/>
                      </a:lnTo>
                      <a:lnTo>
                        <a:pt x="1681" y="7040"/>
                      </a:lnTo>
                      <a:lnTo>
                        <a:pt x="1681" y="7113"/>
                      </a:lnTo>
                      <a:lnTo>
                        <a:pt x="1705" y="7259"/>
                      </a:lnTo>
                      <a:lnTo>
                        <a:pt x="1778" y="7380"/>
                      </a:lnTo>
                      <a:lnTo>
                        <a:pt x="1851" y="7429"/>
                      </a:lnTo>
                      <a:lnTo>
                        <a:pt x="1900" y="7478"/>
                      </a:lnTo>
                      <a:lnTo>
                        <a:pt x="2412" y="7721"/>
                      </a:lnTo>
                      <a:lnTo>
                        <a:pt x="2412" y="7721"/>
                      </a:lnTo>
                      <a:lnTo>
                        <a:pt x="2485" y="7770"/>
                      </a:lnTo>
                      <a:lnTo>
                        <a:pt x="2558" y="7770"/>
                      </a:lnTo>
                      <a:lnTo>
                        <a:pt x="2704" y="7770"/>
                      </a:lnTo>
                      <a:lnTo>
                        <a:pt x="2850" y="7697"/>
                      </a:lnTo>
                      <a:lnTo>
                        <a:pt x="2899" y="7648"/>
                      </a:lnTo>
                      <a:lnTo>
                        <a:pt x="2947" y="7600"/>
                      </a:lnTo>
                      <a:lnTo>
                        <a:pt x="3581" y="6625"/>
                      </a:lnTo>
                      <a:lnTo>
                        <a:pt x="3581" y="6625"/>
                      </a:lnTo>
                      <a:lnTo>
                        <a:pt x="3800" y="6650"/>
                      </a:lnTo>
                      <a:lnTo>
                        <a:pt x="3995" y="6650"/>
                      </a:lnTo>
                      <a:lnTo>
                        <a:pt x="4482" y="7697"/>
                      </a:lnTo>
                      <a:lnTo>
                        <a:pt x="4482" y="7697"/>
                      </a:lnTo>
                      <a:lnTo>
                        <a:pt x="4531" y="7770"/>
                      </a:lnTo>
                      <a:lnTo>
                        <a:pt x="4579" y="7819"/>
                      </a:lnTo>
                      <a:lnTo>
                        <a:pt x="4701" y="7892"/>
                      </a:lnTo>
                      <a:lnTo>
                        <a:pt x="4847" y="7941"/>
                      </a:lnTo>
                      <a:lnTo>
                        <a:pt x="4920" y="7941"/>
                      </a:lnTo>
                      <a:lnTo>
                        <a:pt x="4993" y="7916"/>
                      </a:lnTo>
                      <a:lnTo>
                        <a:pt x="5529" y="7746"/>
                      </a:lnTo>
                      <a:lnTo>
                        <a:pt x="5529" y="7746"/>
                      </a:lnTo>
                      <a:lnTo>
                        <a:pt x="5602" y="7721"/>
                      </a:lnTo>
                      <a:lnTo>
                        <a:pt x="5651" y="7673"/>
                      </a:lnTo>
                      <a:lnTo>
                        <a:pt x="5748" y="7551"/>
                      </a:lnTo>
                      <a:lnTo>
                        <a:pt x="5821" y="7405"/>
                      </a:lnTo>
                      <a:lnTo>
                        <a:pt x="5821" y="7332"/>
                      </a:lnTo>
                      <a:lnTo>
                        <a:pt x="5821" y="7259"/>
                      </a:lnTo>
                      <a:lnTo>
                        <a:pt x="5578" y="6114"/>
                      </a:lnTo>
                      <a:lnTo>
                        <a:pt x="5578" y="6114"/>
                      </a:lnTo>
                      <a:lnTo>
                        <a:pt x="5724" y="5992"/>
                      </a:lnTo>
                      <a:lnTo>
                        <a:pt x="5894" y="5846"/>
                      </a:lnTo>
                      <a:lnTo>
                        <a:pt x="6966" y="6260"/>
                      </a:lnTo>
                      <a:lnTo>
                        <a:pt x="6966" y="6260"/>
                      </a:lnTo>
                      <a:lnTo>
                        <a:pt x="7039" y="6260"/>
                      </a:lnTo>
                      <a:lnTo>
                        <a:pt x="7112" y="6285"/>
                      </a:lnTo>
                      <a:lnTo>
                        <a:pt x="7258" y="6236"/>
                      </a:lnTo>
                      <a:lnTo>
                        <a:pt x="7404" y="6163"/>
                      </a:lnTo>
                      <a:lnTo>
                        <a:pt x="7453" y="6114"/>
                      </a:lnTo>
                      <a:lnTo>
                        <a:pt x="7502" y="6041"/>
                      </a:lnTo>
                      <a:lnTo>
                        <a:pt x="7745" y="5530"/>
                      </a:lnTo>
                      <a:lnTo>
                        <a:pt x="7745" y="5530"/>
                      </a:lnTo>
                      <a:lnTo>
                        <a:pt x="7770" y="5481"/>
                      </a:lnTo>
                      <a:lnTo>
                        <a:pt x="7794" y="5383"/>
                      </a:lnTo>
                      <a:lnTo>
                        <a:pt x="7770" y="5237"/>
                      </a:lnTo>
                      <a:lnTo>
                        <a:pt x="7697" y="5115"/>
                      </a:lnTo>
                      <a:lnTo>
                        <a:pt x="7648" y="5042"/>
                      </a:lnTo>
                      <a:lnTo>
                        <a:pt x="7599" y="4994"/>
                      </a:lnTo>
                      <a:lnTo>
                        <a:pt x="6625" y="4360"/>
                      </a:lnTo>
                      <a:lnTo>
                        <a:pt x="6625" y="4360"/>
                      </a:lnTo>
                      <a:lnTo>
                        <a:pt x="6649" y="4166"/>
                      </a:lnTo>
                      <a:lnTo>
                        <a:pt x="6649" y="3946"/>
                      </a:lnTo>
                      <a:lnTo>
                        <a:pt x="7697" y="3459"/>
                      </a:lnTo>
                      <a:lnTo>
                        <a:pt x="7697" y="3459"/>
                      </a:lnTo>
                      <a:lnTo>
                        <a:pt x="7770" y="3435"/>
                      </a:lnTo>
                      <a:lnTo>
                        <a:pt x="7843" y="3386"/>
                      </a:lnTo>
                      <a:lnTo>
                        <a:pt x="7916" y="3240"/>
                      </a:lnTo>
                      <a:lnTo>
                        <a:pt x="7940" y="3094"/>
                      </a:lnTo>
                      <a:lnTo>
                        <a:pt x="7940" y="3021"/>
                      </a:lnTo>
                      <a:lnTo>
                        <a:pt x="7940" y="2948"/>
                      </a:lnTo>
                      <a:lnTo>
                        <a:pt x="7745" y="2412"/>
                      </a:lnTo>
                      <a:lnTo>
                        <a:pt x="7745" y="2412"/>
                      </a:lnTo>
                      <a:lnTo>
                        <a:pt x="7721" y="2339"/>
                      </a:lnTo>
                      <a:lnTo>
                        <a:pt x="7672" y="2290"/>
                      </a:lnTo>
                      <a:lnTo>
                        <a:pt x="7551" y="2193"/>
                      </a:lnTo>
                      <a:lnTo>
                        <a:pt x="7429" y="2144"/>
                      </a:lnTo>
                      <a:lnTo>
                        <a:pt x="7356" y="2144"/>
                      </a:lnTo>
                      <a:lnTo>
                        <a:pt x="7258" y="2144"/>
                      </a:lnTo>
                      <a:lnTo>
                        <a:pt x="7258" y="2144"/>
                      </a:lnTo>
                      <a:close/>
                      <a:moveTo>
                        <a:pt x="5480" y="4726"/>
                      </a:moveTo>
                      <a:lnTo>
                        <a:pt x="5480" y="4726"/>
                      </a:lnTo>
                      <a:lnTo>
                        <a:pt x="5383" y="4872"/>
                      </a:lnTo>
                      <a:lnTo>
                        <a:pt x="5286" y="4994"/>
                      </a:lnTo>
                      <a:lnTo>
                        <a:pt x="5188" y="5140"/>
                      </a:lnTo>
                      <a:lnTo>
                        <a:pt x="5066" y="5237"/>
                      </a:lnTo>
                      <a:lnTo>
                        <a:pt x="4945" y="5335"/>
                      </a:lnTo>
                      <a:lnTo>
                        <a:pt x="4798" y="5432"/>
                      </a:lnTo>
                      <a:lnTo>
                        <a:pt x="4652" y="5505"/>
                      </a:lnTo>
                      <a:lnTo>
                        <a:pt x="4506" y="5554"/>
                      </a:lnTo>
                      <a:lnTo>
                        <a:pt x="4360" y="5603"/>
                      </a:lnTo>
                      <a:lnTo>
                        <a:pt x="4190" y="5627"/>
                      </a:lnTo>
                      <a:lnTo>
                        <a:pt x="4043" y="5651"/>
                      </a:lnTo>
                      <a:lnTo>
                        <a:pt x="3873" y="5627"/>
                      </a:lnTo>
                      <a:lnTo>
                        <a:pt x="3702" y="5627"/>
                      </a:lnTo>
                      <a:lnTo>
                        <a:pt x="3556" y="5578"/>
                      </a:lnTo>
                      <a:lnTo>
                        <a:pt x="3386" y="5530"/>
                      </a:lnTo>
                      <a:lnTo>
                        <a:pt x="3240" y="5456"/>
                      </a:lnTo>
                      <a:lnTo>
                        <a:pt x="3240" y="5456"/>
                      </a:lnTo>
                      <a:lnTo>
                        <a:pt x="3094" y="5383"/>
                      </a:lnTo>
                      <a:lnTo>
                        <a:pt x="2947" y="5286"/>
                      </a:lnTo>
                      <a:lnTo>
                        <a:pt x="2826" y="5164"/>
                      </a:lnTo>
                      <a:lnTo>
                        <a:pt x="2704" y="5067"/>
                      </a:lnTo>
                      <a:lnTo>
                        <a:pt x="2606" y="4921"/>
                      </a:lnTo>
                      <a:lnTo>
                        <a:pt x="2533" y="4799"/>
                      </a:lnTo>
                      <a:lnTo>
                        <a:pt x="2460" y="4653"/>
                      </a:lnTo>
                      <a:lnTo>
                        <a:pt x="2387" y="4507"/>
                      </a:lnTo>
                      <a:lnTo>
                        <a:pt x="2363" y="4336"/>
                      </a:lnTo>
                      <a:lnTo>
                        <a:pt x="2314" y="4190"/>
                      </a:lnTo>
                      <a:lnTo>
                        <a:pt x="2314" y="4020"/>
                      </a:lnTo>
                      <a:lnTo>
                        <a:pt x="2314" y="3873"/>
                      </a:lnTo>
                      <a:lnTo>
                        <a:pt x="2339" y="3703"/>
                      </a:lnTo>
                      <a:lnTo>
                        <a:pt x="2363" y="3532"/>
                      </a:lnTo>
                      <a:lnTo>
                        <a:pt x="2412" y="3386"/>
                      </a:lnTo>
                      <a:lnTo>
                        <a:pt x="2485" y="3216"/>
                      </a:lnTo>
                      <a:lnTo>
                        <a:pt x="2485" y="3216"/>
                      </a:lnTo>
                      <a:lnTo>
                        <a:pt x="2582" y="3070"/>
                      </a:lnTo>
                      <a:lnTo>
                        <a:pt x="2680" y="2948"/>
                      </a:lnTo>
                      <a:lnTo>
                        <a:pt x="2777" y="2802"/>
                      </a:lnTo>
                      <a:lnTo>
                        <a:pt x="2899" y="2704"/>
                      </a:lnTo>
                      <a:lnTo>
                        <a:pt x="3020" y="2607"/>
                      </a:lnTo>
                      <a:lnTo>
                        <a:pt x="3167" y="2509"/>
                      </a:lnTo>
                      <a:lnTo>
                        <a:pt x="3313" y="2436"/>
                      </a:lnTo>
                      <a:lnTo>
                        <a:pt x="3459" y="2388"/>
                      </a:lnTo>
                      <a:lnTo>
                        <a:pt x="3605" y="2339"/>
                      </a:lnTo>
                      <a:lnTo>
                        <a:pt x="3775" y="2315"/>
                      </a:lnTo>
                      <a:lnTo>
                        <a:pt x="3922" y="2290"/>
                      </a:lnTo>
                      <a:lnTo>
                        <a:pt x="4092" y="2315"/>
                      </a:lnTo>
                      <a:lnTo>
                        <a:pt x="4263" y="2315"/>
                      </a:lnTo>
                      <a:lnTo>
                        <a:pt x="4409" y="2363"/>
                      </a:lnTo>
                      <a:lnTo>
                        <a:pt x="4579" y="2412"/>
                      </a:lnTo>
                      <a:lnTo>
                        <a:pt x="4725" y="2485"/>
                      </a:lnTo>
                      <a:lnTo>
                        <a:pt x="4725" y="2485"/>
                      </a:lnTo>
                      <a:lnTo>
                        <a:pt x="4871" y="2558"/>
                      </a:lnTo>
                      <a:lnTo>
                        <a:pt x="5018" y="2656"/>
                      </a:lnTo>
                      <a:lnTo>
                        <a:pt x="5139" y="2777"/>
                      </a:lnTo>
                      <a:lnTo>
                        <a:pt x="5261" y="2875"/>
                      </a:lnTo>
                      <a:lnTo>
                        <a:pt x="5359" y="3021"/>
                      </a:lnTo>
                      <a:lnTo>
                        <a:pt x="5432" y="3143"/>
                      </a:lnTo>
                      <a:lnTo>
                        <a:pt x="5505" y="3289"/>
                      </a:lnTo>
                      <a:lnTo>
                        <a:pt x="5578" y="3435"/>
                      </a:lnTo>
                      <a:lnTo>
                        <a:pt x="5602" y="3605"/>
                      </a:lnTo>
                      <a:lnTo>
                        <a:pt x="5626" y="3752"/>
                      </a:lnTo>
                      <a:lnTo>
                        <a:pt x="5651" y="3922"/>
                      </a:lnTo>
                      <a:lnTo>
                        <a:pt x="5651" y="4068"/>
                      </a:lnTo>
                      <a:lnTo>
                        <a:pt x="5626" y="4239"/>
                      </a:lnTo>
                      <a:lnTo>
                        <a:pt x="5602" y="4409"/>
                      </a:lnTo>
                      <a:lnTo>
                        <a:pt x="5553" y="4555"/>
                      </a:lnTo>
                      <a:lnTo>
                        <a:pt x="5480" y="4726"/>
                      </a:lnTo>
                      <a:lnTo>
                        <a:pt x="5480" y="4726"/>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28" name="Google Shape;128;p25"/>
              <p:cNvGrpSpPr/>
              <p:nvPr/>
            </p:nvGrpSpPr>
            <p:grpSpPr>
              <a:xfrm>
                <a:off x="3737549" y="1053706"/>
                <a:ext cx="333700" cy="329077"/>
                <a:chOff x="3292425" y="3664250"/>
                <a:chExt cx="397025" cy="391525"/>
              </a:xfrm>
            </p:grpSpPr>
            <p:sp>
              <p:nvSpPr>
                <p:cNvPr id="129" name="Google Shape;129;p25"/>
                <p:cNvSpPr/>
                <p:nvPr/>
              </p:nvSpPr>
              <p:spPr>
                <a:xfrm>
                  <a:off x="3292425" y="3680675"/>
                  <a:ext cx="375100" cy="375100"/>
                </a:xfrm>
                <a:custGeom>
                  <a:avLst/>
                  <a:gdLst/>
                  <a:ahLst/>
                  <a:cxnLst/>
                  <a:rect l="l" t="t" r="r" b="b"/>
                  <a:pathLst>
                    <a:path w="15004" h="15004" fill="none" extrusionOk="0">
                      <a:moveTo>
                        <a:pt x="7502" y="1"/>
                      </a:moveTo>
                      <a:lnTo>
                        <a:pt x="7502" y="1"/>
                      </a:lnTo>
                      <a:lnTo>
                        <a:pt x="7112" y="1"/>
                      </a:lnTo>
                      <a:lnTo>
                        <a:pt x="6747" y="50"/>
                      </a:lnTo>
                      <a:lnTo>
                        <a:pt x="6357" y="98"/>
                      </a:lnTo>
                      <a:lnTo>
                        <a:pt x="5992" y="147"/>
                      </a:lnTo>
                      <a:lnTo>
                        <a:pt x="5627" y="244"/>
                      </a:lnTo>
                      <a:lnTo>
                        <a:pt x="5261" y="342"/>
                      </a:lnTo>
                      <a:lnTo>
                        <a:pt x="4921" y="464"/>
                      </a:lnTo>
                      <a:lnTo>
                        <a:pt x="4580" y="585"/>
                      </a:lnTo>
                      <a:lnTo>
                        <a:pt x="4239" y="732"/>
                      </a:lnTo>
                      <a:lnTo>
                        <a:pt x="3922" y="902"/>
                      </a:lnTo>
                      <a:lnTo>
                        <a:pt x="3605" y="1097"/>
                      </a:lnTo>
                      <a:lnTo>
                        <a:pt x="3313" y="1292"/>
                      </a:lnTo>
                      <a:lnTo>
                        <a:pt x="3021" y="1487"/>
                      </a:lnTo>
                      <a:lnTo>
                        <a:pt x="2729" y="1706"/>
                      </a:lnTo>
                      <a:lnTo>
                        <a:pt x="2461" y="1949"/>
                      </a:lnTo>
                      <a:lnTo>
                        <a:pt x="2193" y="2193"/>
                      </a:lnTo>
                      <a:lnTo>
                        <a:pt x="1949" y="2461"/>
                      </a:lnTo>
                      <a:lnTo>
                        <a:pt x="1706" y="2729"/>
                      </a:lnTo>
                      <a:lnTo>
                        <a:pt x="1486" y="3021"/>
                      </a:lnTo>
                      <a:lnTo>
                        <a:pt x="1292" y="3313"/>
                      </a:lnTo>
                      <a:lnTo>
                        <a:pt x="1097" y="3605"/>
                      </a:lnTo>
                      <a:lnTo>
                        <a:pt x="902" y="3922"/>
                      </a:lnTo>
                      <a:lnTo>
                        <a:pt x="731" y="4239"/>
                      </a:lnTo>
                      <a:lnTo>
                        <a:pt x="585" y="4580"/>
                      </a:lnTo>
                      <a:lnTo>
                        <a:pt x="464" y="4921"/>
                      </a:lnTo>
                      <a:lnTo>
                        <a:pt x="342" y="5262"/>
                      </a:lnTo>
                      <a:lnTo>
                        <a:pt x="244" y="5627"/>
                      </a:lnTo>
                      <a:lnTo>
                        <a:pt x="147" y="5992"/>
                      </a:lnTo>
                      <a:lnTo>
                        <a:pt x="98" y="6358"/>
                      </a:lnTo>
                      <a:lnTo>
                        <a:pt x="50" y="6747"/>
                      </a:lnTo>
                      <a:lnTo>
                        <a:pt x="1" y="7113"/>
                      </a:lnTo>
                      <a:lnTo>
                        <a:pt x="1" y="7502"/>
                      </a:lnTo>
                      <a:lnTo>
                        <a:pt x="1" y="7502"/>
                      </a:lnTo>
                      <a:lnTo>
                        <a:pt x="1" y="7892"/>
                      </a:lnTo>
                      <a:lnTo>
                        <a:pt x="50" y="8257"/>
                      </a:lnTo>
                      <a:lnTo>
                        <a:pt x="98" y="8647"/>
                      </a:lnTo>
                      <a:lnTo>
                        <a:pt x="147" y="9012"/>
                      </a:lnTo>
                      <a:lnTo>
                        <a:pt x="244" y="9378"/>
                      </a:lnTo>
                      <a:lnTo>
                        <a:pt x="342" y="9743"/>
                      </a:lnTo>
                      <a:lnTo>
                        <a:pt x="464" y="10084"/>
                      </a:lnTo>
                      <a:lnTo>
                        <a:pt x="585" y="10425"/>
                      </a:lnTo>
                      <a:lnTo>
                        <a:pt x="731" y="10766"/>
                      </a:lnTo>
                      <a:lnTo>
                        <a:pt x="902" y="11082"/>
                      </a:lnTo>
                      <a:lnTo>
                        <a:pt x="1097" y="11399"/>
                      </a:lnTo>
                      <a:lnTo>
                        <a:pt x="1292" y="11691"/>
                      </a:lnTo>
                      <a:lnTo>
                        <a:pt x="1486" y="11984"/>
                      </a:lnTo>
                      <a:lnTo>
                        <a:pt x="1706" y="12276"/>
                      </a:lnTo>
                      <a:lnTo>
                        <a:pt x="1949" y="12544"/>
                      </a:lnTo>
                      <a:lnTo>
                        <a:pt x="2193" y="12812"/>
                      </a:lnTo>
                      <a:lnTo>
                        <a:pt x="2461" y="13055"/>
                      </a:lnTo>
                      <a:lnTo>
                        <a:pt x="2729" y="13299"/>
                      </a:lnTo>
                      <a:lnTo>
                        <a:pt x="3021" y="13518"/>
                      </a:lnTo>
                      <a:lnTo>
                        <a:pt x="3313" y="13713"/>
                      </a:lnTo>
                      <a:lnTo>
                        <a:pt x="3605" y="13908"/>
                      </a:lnTo>
                      <a:lnTo>
                        <a:pt x="3922" y="14102"/>
                      </a:lnTo>
                      <a:lnTo>
                        <a:pt x="4239" y="14273"/>
                      </a:lnTo>
                      <a:lnTo>
                        <a:pt x="4580" y="14419"/>
                      </a:lnTo>
                      <a:lnTo>
                        <a:pt x="4921" y="14541"/>
                      </a:lnTo>
                      <a:lnTo>
                        <a:pt x="5261" y="14663"/>
                      </a:lnTo>
                      <a:lnTo>
                        <a:pt x="5627" y="14760"/>
                      </a:lnTo>
                      <a:lnTo>
                        <a:pt x="5992" y="14857"/>
                      </a:lnTo>
                      <a:lnTo>
                        <a:pt x="6357" y="14906"/>
                      </a:lnTo>
                      <a:lnTo>
                        <a:pt x="6747" y="14955"/>
                      </a:lnTo>
                      <a:lnTo>
                        <a:pt x="7112" y="15004"/>
                      </a:lnTo>
                      <a:lnTo>
                        <a:pt x="7502" y="15004"/>
                      </a:lnTo>
                      <a:lnTo>
                        <a:pt x="7502" y="15004"/>
                      </a:lnTo>
                      <a:lnTo>
                        <a:pt x="7892" y="15004"/>
                      </a:lnTo>
                      <a:lnTo>
                        <a:pt x="8257" y="14955"/>
                      </a:lnTo>
                      <a:lnTo>
                        <a:pt x="8647" y="14906"/>
                      </a:lnTo>
                      <a:lnTo>
                        <a:pt x="9012" y="14857"/>
                      </a:lnTo>
                      <a:lnTo>
                        <a:pt x="9377" y="14760"/>
                      </a:lnTo>
                      <a:lnTo>
                        <a:pt x="9743" y="14663"/>
                      </a:lnTo>
                      <a:lnTo>
                        <a:pt x="10084" y="14541"/>
                      </a:lnTo>
                      <a:lnTo>
                        <a:pt x="10425" y="14419"/>
                      </a:lnTo>
                      <a:lnTo>
                        <a:pt x="10766" y="14273"/>
                      </a:lnTo>
                      <a:lnTo>
                        <a:pt x="11082" y="14102"/>
                      </a:lnTo>
                      <a:lnTo>
                        <a:pt x="11399" y="13908"/>
                      </a:lnTo>
                      <a:lnTo>
                        <a:pt x="11691" y="13713"/>
                      </a:lnTo>
                      <a:lnTo>
                        <a:pt x="11983" y="13518"/>
                      </a:lnTo>
                      <a:lnTo>
                        <a:pt x="12276" y="13299"/>
                      </a:lnTo>
                      <a:lnTo>
                        <a:pt x="12544" y="13055"/>
                      </a:lnTo>
                      <a:lnTo>
                        <a:pt x="12812" y="12812"/>
                      </a:lnTo>
                      <a:lnTo>
                        <a:pt x="13055" y="12544"/>
                      </a:lnTo>
                      <a:lnTo>
                        <a:pt x="13299" y="12276"/>
                      </a:lnTo>
                      <a:lnTo>
                        <a:pt x="13518" y="11984"/>
                      </a:lnTo>
                      <a:lnTo>
                        <a:pt x="13713" y="11691"/>
                      </a:lnTo>
                      <a:lnTo>
                        <a:pt x="13907" y="11399"/>
                      </a:lnTo>
                      <a:lnTo>
                        <a:pt x="14102" y="11082"/>
                      </a:lnTo>
                      <a:lnTo>
                        <a:pt x="14273" y="10766"/>
                      </a:lnTo>
                      <a:lnTo>
                        <a:pt x="14419" y="10425"/>
                      </a:lnTo>
                      <a:lnTo>
                        <a:pt x="14541" y="10084"/>
                      </a:lnTo>
                      <a:lnTo>
                        <a:pt x="14662" y="9743"/>
                      </a:lnTo>
                      <a:lnTo>
                        <a:pt x="14760" y="9378"/>
                      </a:lnTo>
                      <a:lnTo>
                        <a:pt x="14857" y="9012"/>
                      </a:lnTo>
                      <a:lnTo>
                        <a:pt x="14906" y="8647"/>
                      </a:lnTo>
                      <a:lnTo>
                        <a:pt x="14955" y="8257"/>
                      </a:lnTo>
                      <a:lnTo>
                        <a:pt x="15003" y="7892"/>
                      </a:lnTo>
                      <a:lnTo>
                        <a:pt x="15003" y="7502"/>
                      </a:lnTo>
                      <a:lnTo>
                        <a:pt x="7502" y="7502"/>
                      </a:lnTo>
                      <a:lnTo>
                        <a:pt x="7502" y="1"/>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0" name="Google Shape;130;p25"/>
                <p:cNvSpPr/>
                <p:nvPr/>
              </p:nvSpPr>
              <p:spPr>
                <a:xfrm>
                  <a:off x="3504325" y="3664250"/>
                  <a:ext cx="131525" cy="153450"/>
                </a:xfrm>
                <a:custGeom>
                  <a:avLst/>
                  <a:gdLst/>
                  <a:ahLst/>
                  <a:cxnLst/>
                  <a:rect l="l" t="t" r="r" b="b"/>
                  <a:pathLst>
                    <a:path w="5261" h="6138" fill="none" extrusionOk="0">
                      <a:moveTo>
                        <a:pt x="0" y="0"/>
                      </a:moveTo>
                      <a:lnTo>
                        <a:pt x="0" y="0"/>
                      </a:lnTo>
                      <a:lnTo>
                        <a:pt x="390" y="25"/>
                      </a:lnTo>
                      <a:lnTo>
                        <a:pt x="780" y="98"/>
                      </a:lnTo>
                      <a:lnTo>
                        <a:pt x="1169" y="171"/>
                      </a:lnTo>
                      <a:lnTo>
                        <a:pt x="1559" y="268"/>
                      </a:lnTo>
                      <a:lnTo>
                        <a:pt x="1924" y="414"/>
                      </a:lnTo>
                      <a:lnTo>
                        <a:pt x="2314" y="560"/>
                      </a:lnTo>
                      <a:lnTo>
                        <a:pt x="2655" y="731"/>
                      </a:lnTo>
                      <a:lnTo>
                        <a:pt x="3020" y="901"/>
                      </a:lnTo>
                      <a:lnTo>
                        <a:pt x="3020" y="901"/>
                      </a:lnTo>
                      <a:lnTo>
                        <a:pt x="3337" y="1121"/>
                      </a:lnTo>
                      <a:lnTo>
                        <a:pt x="3654" y="1340"/>
                      </a:lnTo>
                      <a:lnTo>
                        <a:pt x="3946" y="1559"/>
                      </a:lnTo>
                      <a:lnTo>
                        <a:pt x="4238" y="1803"/>
                      </a:lnTo>
                      <a:lnTo>
                        <a:pt x="4530" y="2070"/>
                      </a:lnTo>
                      <a:lnTo>
                        <a:pt x="4774" y="2363"/>
                      </a:lnTo>
                      <a:lnTo>
                        <a:pt x="5017" y="2655"/>
                      </a:lnTo>
                      <a:lnTo>
                        <a:pt x="5261" y="2972"/>
                      </a:lnTo>
                      <a:lnTo>
                        <a:pt x="0" y="6138"/>
                      </a:lnTo>
                      <a:lnTo>
                        <a:pt x="0" y="0"/>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1" name="Google Shape;131;p25"/>
                <p:cNvSpPr/>
                <p:nvPr/>
              </p:nvSpPr>
              <p:spPr>
                <a:xfrm>
                  <a:off x="3501875" y="3749500"/>
                  <a:ext cx="187575" cy="96825"/>
                </a:xfrm>
                <a:custGeom>
                  <a:avLst/>
                  <a:gdLst/>
                  <a:ahLst/>
                  <a:cxnLst/>
                  <a:rect l="l" t="t" r="r" b="b"/>
                  <a:pathLst>
                    <a:path w="7503" h="3873" fill="none" extrusionOk="0">
                      <a:moveTo>
                        <a:pt x="6431" y="0"/>
                      </a:moveTo>
                      <a:lnTo>
                        <a:pt x="1" y="3872"/>
                      </a:lnTo>
                      <a:lnTo>
                        <a:pt x="7502" y="3872"/>
                      </a:lnTo>
                      <a:lnTo>
                        <a:pt x="7502" y="3872"/>
                      </a:lnTo>
                      <a:lnTo>
                        <a:pt x="7478" y="3337"/>
                      </a:lnTo>
                      <a:lnTo>
                        <a:pt x="7429" y="2825"/>
                      </a:lnTo>
                      <a:lnTo>
                        <a:pt x="7332" y="2314"/>
                      </a:lnTo>
                      <a:lnTo>
                        <a:pt x="7210" y="1827"/>
                      </a:lnTo>
                      <a:lnTo>
                        <a:pt x="7064" y="1340"/>
                      </a:lnTo>
                      <a:lnTo>
                        <a:pt x="6893" y="877"/>
                      </a:lnTo>
                      <a:lnTo>
                        <a:pt x="6674" y="438"/>
                      </a:lnTo>
                      <a:lnTo>
                        <a:pt x="6431" y="0"/>
                      </a:lnTo>
                      <a:lnTo>
                        <a:pt x="6431" y="0"/>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grpSp>
          <p:nvGrpSpPr>
            <p:cNvPr id="132" name="Google Shape;132;p25"/>
            <p:cNvGrpSpPr/>
            <p:nvPr/>
          </p:nvGrpSpPr>
          <p:grpSpPr>
            <a:xfrm>
              <a:off x="285114" y="1470450"/>
              <a:ext cx="3894644" cy="342399"/>
              <a:chOff x="176103" y="1851450"/>
              <a:chExt cx="3894644" cy="342399"/>
            </a:xfrm>
          </p:grpSpPr>
          <p:grpSp>
            <p:nvGrpSpPr>
              <p:cNvPr id="133" name="Google Shape;133;p25"/>
              <p:cNvGrpSpPr/>
              <p:nvPr/>
            </p:nvGrpSpPr>
            <p:grpSpPr>
              <a:xfrm>
                <a:off x="2023114" y="1859897"/>
                <a:ext cx="345971" cy="325505"/>
                <a:chOff x="5972700" y="2330200"/>
                <a:chExt cx="411625" cy="387275"/>
              </a:xfrm>
            </p:grpSpPr>
            <p:sp>
              <p:nvSpPr>
                <p:cNvPr id="134" name="Google Shape;134;p25"/>
                <p:cNvSpPr/>
                <p:nvPr/>
              </p:nvSpPr>
              <p:spPr>
                <a:xfrm>
                  <a:off x="5972700" y="2476950"/>
                  <a:ext cx="98050" cy="219825"/>
                </a:xfrm>
                <a:custGeom>
                  <a:avLst/>
                  <a:gdLst/>
                  <a:ahLst/>
                  <a:cxnLst/>
                  <a:rect l="l" t="t" r="r" b="b"/>
                  <a:pathLst>
                    <a:path w="3922" h="8793" fill="none" extrusionOk="0">
                      <a:moveTo>
                        <a:pt x="0" y="0"/>
                      </a:moveTo>
                      <a:lnTo>
                        <a:pt x="0" y="8792"/>
                      </a:lnTo>
                      <a:lnTo>
                        <a:pt x="3921" y="8792"/>
                      </a:lnTo>
                      <a:lnTo>
                        <a:pt x="3921" y="0"/>
                      </a:lnTo>
                      <a:lnTo>
                        <a:pt x="0" y="0"/>
                      </a:lnTo>
                      <a:close/>
                      <a:moveTo>
                        <a:pt x="2411" y="2411"/>
                      </a:moveTo>
                      <a:lnTo>
                        <a:pt x="2411" y="2411"/>
                      </a:lnTo>
                      <a:lnTo>
                        <a:pt x="2265" y="2387"/>
                      </a:lnTo>
                      <a:lnTo>
                        <a:pt x="2143" y="2363"/>
                      </a:lnTo>
                      <a:lnTo>
                        <a:pt x="2022" y="2290"/>
                      </a:lnTo>
                      <a:lnTo>
                        <a:pt x="1924" y="2216"/>
                      </a:lnTo>
                      <a:lnTo>
                        <a:pt x="1827" y="2095"/>
                      </a:lnTo>
                      <a:lnTo>
                        <a:pt x="1754" y="1973"/>
                      </a:lnTo>
                      <a:lnTo>
                        <a:pt x="1729" y="1851"/>
                      </a:lnTo>
                      <a:lnTo>
                        <a:pt x="1705" y="1705"/>
                      </a:lnTo>
                      <a:lnTo>
                        <a:pt x="1705" y="1705"/>
                      </a:lnTo>
                      <a:lnTo>
                        <a:pt x="1729" y="1559"/>
                      </a:lnTo>
                      <a:lnTo>
                        <a:pt x="1754" y="1437"/>
                      </a:lnTo>
                      <a:lnTo>
                        <a:pt x="1827" y="1315"/>
                      </a:lnTo>
                      <a:lnTo>
                        <a:pt x="1924" y="1218"/>
                      </a:lnTo>
                      <a:lnTo>
                        <a:pt x="2022" y="1120"/>
                      </a:lnTo>
                      <a:lnTo>
                        <a:pt x="2143" y="1072"/>
                      </a:lnTo>
                      <a:lnTo>
                        <a:pt x="2265" y="1023"/>
                      </a:lnTo>
                      <a:lnTo>
                        <a:pt x="2411" y="999"/>
                      </a:lnTo>
                      <a:lnTo>
                        <a:pt x="2411" y="999"/>
                      </a:lnTo>
                      <a:lnTo>
                        <a:pt x="2557" y="1023"/>
                      </a:lnTo>
                      <a:lnTo>
                        <a:pt x="2679" y="1072"/>
                      </a:lnTo>
                      <a:lnTo>
                        <a:pt x="2801" y="1120"/>
                      </a:lnTo>
                      <a:lnTo>
                        <a:pt x="2898" y="1218"/>
                      </a:lnTo>
                      <a:lnTo>
                        <a:pt x="2996" y="1315"/>
                      </a:lnTo>
                      <a:lnTo>
                        <a:pt x="3069" y="1437"/>
                      </a:lnTo>
                      <a:lnTo>
                        <a:pt x="3093" y="1559"/>
                      </a:lnTo>
                      <a:lnTo>
                        <a:pt x="3118" y="1705"/>
                      </a:lnTo>
                      <a:lnTo>
                        <a:pt x="3118" y="1705"/>
                      </a:lnTo>
                      <a:lnTo>
                        <a:pt x="3093" y="1851"/>
                      </a:lnTo>
                      <a:lnTo>
                        <a:pt x="3069" y="1973"/>
                      </a:lnTo>
                      <a:lnTo>
                        <a:pt x="2996" y="2095"/>
                      </a:lnTo>
                      <a:lnTo>
                        <a:pt x="2898" y="2216"/>
                      </a:lnTo>
                      <a:lnTo>
                        <a:pt x="2801" y="2290"/>
                      </a:lnTo>
                      <a:lnTo>
                        <a:pt x="2679" y="2363"/>
                      </a:lnTo>
                      <a:lnTo>
                        <a:pt x="2557" y="2387"/>
                      </a:lnTo>
                      <a:lnTo>
                        <a:pt x="2411" y="2411"/>
                      </a:lnTo>
                      <a:lnTo>
                        <a:pt x="2411" y="2411"/>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5" name="Google Shape;135;p25"/>
                <p:cNvSpPr/>
                <p:nvPr/>
              </p:nvSpPr>
              <p:spPr>
                <a:xfrm>
                  <a:off x="6078025" y="2330200"/>
                  <a:ext cx="306300" cy="387275"/>
                </a:xfrm>
                <a:custGeom>
                  <a:avLst/>
                  <a:gdLst/>
                  <a:ahLst/>
                  <a:cxnLst/>
                  <a:rect l="l" t="t" r="r" b="b"/>
                  <a:pathLst>
                    <a:path w="12252" h="15491" fill="none" extrusionOk="0">
                      <a:moveTo>
                        <a:pt x="1" y="13396"/>
                      </a:moveTo>
                      <a:lnTo>
                        <a:pt x="1511" y="13396"/>
                      </a:lnTo>
                      <a:lnTo>
                        <a:pt x="1511" y="13396"/>
                      </a:lnTo>
                      <a:lnTo>
                        <a:pt x="1998" y="13639"/>
                      </a:lnTo>
                      <a:lnTo>
                        <a:pt x="2680" y="13932"/>
                      </a:lnTo>
                      <a:lnTo>
                        <a:pt x="3556" y="14273"/>
                      </a:lnTo>
                      <a:lnTo>
                        <a:pt x="4531" y="14638"/>
                      </a:lnTo>
                      <a:lnTo>
                        <a:pt x="5578" y="14955"/>
                      </a:lnTo>
                      <a:lnTo>
                        <a:pt x="6114" y="15101"/>
                      </a:lnTo>
                      <a:lnTo>
                        <a:pt x="6650" y="15222"/>
                      </a:lnTo>
                      <a:lnTo>
                        <a:pt x="7161" y="15344"/>
                      </a:lnTo>
                      <a:lnTo>
                        <a:pt x="7672" y="15417"/>
                      </a:lnTo>
                      <a:lnTo>
                        <a:pt x="8135" y="15466"/>
                      </a:lnTo>
                      <a:lnTo>
                        <a:pt x="8598" y="15490"/>
                      </a:lnTo>
                      <a:lnTo>
                        <a:pt x="8598" y="15490"/>
                      </a:lnTo>
                      <a:lnTo>
                        <a:pt x="9377" y="15490"/>
                      </a:lnTo>
                      <a:lnTo>
                        <a:pt x="9791" y="15466"/>
                      </a:lnTo>
                      <a:lnTo>
                        <a:pt x="10181" y="15417"/>
                      </a:lnTo>
                      <a:lnTo>
                        <a:pt x="10522" y="15320"/>
                      </a:lnTo>
                      <a:lnTo>
                        <a:pt x="10692" y="15271"/>
                      </a:lnTo>
                      <a:lnTo>
                        <a:pt x="10814" y="15222"/>
                      </a:lnTo>
                      <a:lnTo>
                        <a:pt x="10936" y="15149"/>
                      </a:lnTo>
                      <a:lnTo>
                        <a:pt x="11033" y="15052"/>
                      </a:lnTo>
                      <a:lnTo>
                        <a:pt x="11082" y="14955"/>
                      </a:lnTo>
                      <a:lnTo>
                        <a:pt x="11131" y="14833"/>
                      </a:lnTo>
                      <a:lnTo>
                        <a:pt x="11204" y="14126"/>
                      </a:lnTo>
                      <a:lnTo>
                        <a:pt x="11204" y="14126"/>
                      </a:lnTo>
                      <a:lnTo>
                        <a:pt x="11180" y="13956"/>
                      </a:lnTo>
                      <a:lnTo>
                        <a:pt x="11131" y="13810"/>
                      </a:lnTo>
                      <a:lnTo>
                        <a:pt x="11033" y="13664"/>
                      </a:lnTo>
                      <a:lnTo>
                        <a:pt x="10887" y="13542"/>
                      </a:lnTo>
                      <a:lnTo>
                        <a:pt x="10887" y="13542"/>
                      </a:lnTo>
                      <a:lnTo>
                        <a:pt x="11009" y="13518"/>
                      </a:lnTo>
                      <a:lnTo>
                        <a:pt x="11131" y="13469"/>
                      </a:lnTo>
                      <a:lnTo>
                        <a:pt x="11253" y="13420"/>
                      </a:lnTo>
                      <a:lnTo>
                        <a:pt x="11350" y="13323"/>
                      </a:lnTo>
                      <a:lnTo>
                        <a:pt x="11423" y="13225"/>
                      </a:lnTo>
                      <a:lnTo>
                        <a:pt x="11496" y="13104"/>
                      </a:lnTo>
                      <a:lnTo>
                        <a:pt x="11545" y="12957"/>
                      </a:lnTo>
                      <a:lnTo>
                        <a:pt x="11569" y="12836"/>
                      </a:lnTo>
                      <a:lnTo>
                        <a:pt x="11642" y="11959"/>
                      </a:lnTo>
                      <a:lnTo>
                        <a:pt x="11642" y="11959"/>
                      </a:lnTo>
                      <a:lnTo>
                        <a:pt x="11642" y="11837"/>
                      </a:lnTo>
                      <a:lnTo>
                        <a:pt x="11642" y="11740"/>
                      </a:lnTo>
                      <a:lnTo>
                        <a:pt x="11618" y="11618"/>
                      </a:lnTo>
                      <a:lnTo>
                        <a:pt x="11569" y="11521"/>
                      </a:lnTo>
                      <a:lnTo>
                        <a:pt x="11447" y="11350"/>
                      </a:lnTo>
                      <a:lnTo>
                        <a:pt x="11374" y="11277"/>
                      </a:lnTo>
                      <a:lnTo>
                        <a:pt x="11301" y="11204"/>
                      </a:lnTo>
                      <a:lnTo>
                        <a:pt x="11301" y="11204"/>
                      </a:lnTo>
                      <a:lnTo>
                        <a:pt x="11423" y="11180"/>
                      </a:lnTo>
                      <a:lnTo>
                        <a:pt x="11521" y="11131"/>
                      </a:lnTo>
                      <a:lnTo>
                        <a:pt x="11618" y="11058"/>
                      </a:lnTo>
                      <a:lnTo>
                        <a:pt x="11715" y="10960"/>
                      </a:lnTo>
                      <a:lnTo>
                        <a:pt x="11788" y="10863"/>
                      </a:lnTo>
                      <a:lnTo>
                        <a:pt x="11837" y="10766"/>
                      </a:lnTo>
                      <a:lnTo>
                        <a:pt x="11886" y="10644"/>
                      </a:lnTo>
                      <a:lnTo>
                        <a:pt x="11910" y="10498"/>
                      </a:lnTo>
                      <a:lnTo>
                        <a:pt x="11983" y="9645"/>
                      </a:lnTo>
                      <a:lnTo>
                        <a:pt x="11983" y="9645"/>
                      </a:lnTo>
                      <a:lnTo>
                        <a:pt x="11983" y="9523"/>
                      </a:lnTo>
                      <a:lnTo>
                        <a:pt x="11983" y="9402"/>
                      </a:lnTo>
                      <a:lnTo>
                        <a:pt x="11959" y="9280"/>
                      </a:lnTo>
                      <a:lnTo>
                        <a:pt x="11910" y="9182"/>
                      </a:lnTo>
                      <a:lnTo>
                        <a:pt x="11861" y="9085"/>
                      </a:lnTo>
                      <a:lnTo>
                        <a:pt x="11788" y="9012"/>
                      </a:lnTo>
                      <a:lnTo>
                        <a:pt x="11715" y="8939"/>
                      </a:lnTo>
                      <a:lnTo>
                        <a:pt x="11618" y="8866"/>
                      </a:lnTo>
                      <a:lnTo>
                        <a:pt x="11618" y="8866"/>
                      </a:lnTo>
                      <a:lnTo>
                        <a:pt x="11715" y="8841"/>
                      </a:lnTo>
                      <a:lnTo>
                        <a:pt x="11813" y="8768"/>
                      </a:lnTo>
                      <a:lnTo>
                        <a:pt x="11910" y="8695"/>
                      </a:lnTo>
                      <a:lnTo>
                        <a:pt x="11983" y="8622"/>
                      </a:lnTo>
                      <a:lnTo>
                        <a:pt x="12056" y="8525"/>
                      </a:lnTo>
                      <a:lnTo>
                        <a:pt x="12105" y="8427"/>
                      </a:lnTo>
                      <a:lnTo>
                        <a:pt x="12129" y="8306"/>
                      </a:lnTo>
                      <a:lnTo>
                        <a:pt x="12154" y="8184"/>
                      </a:lnTo>
                      <a:lnTo>
                        <a:pt x="12251" y="7307"/>
                      </a:lnTo>
                      <a:lnTo>
                        <a:pt x="12251" y="7307"/>
                      </a:lnTo>
                      <a:lnTo>
                        <a:pt x="12227" y="7185"/>
                      </a:lnTo>
                      <a:lnTo>
                        <a:pt x="12202" y="7064"/>
                      </a:lnTo>
                      <a:lnTo>
                        <a:pt x="12154" y="6966"/>
                      </a:lnTo>
                      <a:lnTo>
                        <a:pt x="12105" y="6869"/>
                      </a:lnTo>
                      <a:lnTo>
                        <a:pt x="12032" y="6771"/>
                      </a:lnTo>
                      <a:lnTo>
                        <a:pt x="11935" y="6698"/>
                      </a:lnTo>
                      <a:lnTo>
                        <a:pt x="11715" y="6552"/>
                      </a:lnTo>
                      <a:lnTo>
                        <a:pt x="11472" y="6430"/>
                      </a:lnTo>
                      <a:lnTo>
                        <a:pt x="11180" y="6333"/>
                      </a:lnTo>
                      <a:lnTo>
                        <a:pt x="10863" y="6260"/>
                      </a:lnTo>
                      <a:lnTo>
                        <a:pt x="10546" y="6211"/>
                      </a:lnTo>
                      <a:lnTo>
                        <a:pt x="10546" y="6211"/>
                      </a:lnTo>
                      <a:lnTo>
                        <a:pt x="9864" y="6114"/>
                      </a:lnTo>
                      <a:lnTo>
                        <a:pt x="8817" y="6016"/>
                      </a:lnTo>
                      <a:lnTo>
                        <a:pt x="7575" y="5943"/>
                      </a:lnTo>
                      <a:lnTo>
                        <a:pt x="6309" y="5870"/>
                      </a:lnTo>
                      <a:lnTo>
                        <a:pt x="6309" y="5870"/>
                      </a:lnTo>
                      <a:lnTo>
                        <a:pt x="6479" y="5578"/>
                      </a:lnTo>
                      <a:lnTo>
                        <a:pt x="6625" y="5237"/>
                      </a:lnTo>
                      <a:lnTo>
                        <a:pt x="6771" y="4872"/>
                      </a:lnTo>
                      <a:lnTo>
                        <a:pt x="6869" y="4482"/>
                      </a:lnTo>
                      <a:lnTo>
                        <a:pt x="6966" y="4092"/>
                      </a:lnTo>
                      <a:lnTo>
                        <a:pt x="7064" y="3678"/>
                      </a:lnTo>
                      <a:lnTo>
                        <a:pt x="7161" y="2875"/>
                      </a:lnTo>
                      <a:lnTo>
                        <a:pt x="7234" y="2144"/>
                      </a:lnTo>
                      <a:lnTo>
                        <a:pt x="7283" y="1535"/>
                      </a:lnTo>
                      <a:lnTo>
                        <a:pt x="7283" y="975"/>
                      </a:lnTo>
                      <a:lnTo>
                        <a:pt x="7283" y="975"/>
                      </a:lnTo>
                      <a:lnTo>
                        <a:pt x="7283" y="804"/>
                      </a:lnTo>
                      <a:lnTo>
                        <a:pt x="7210" y="609"/>
                      </a:lnTo>
                      <a:lnTo>
                        <a:pt x="7137" y="463"/>
                      </a:lnTo>
                      <a:lnTo>
                        <a:pt x="7015" y="317"/>
                      </a:lnTo>
                      <a:lnTo>
                        <a:pt x="6869" y="171"/>
                      </a:lnTo>
                      <a:lnTo>
                        <a:pt x="6698" y="98"/>
                      </a:lnTo>
                      <a:lnTo>
                        <a:pt x="6503" y="25"/>
                      </a:lnTo>
                      <a:lnTo>
                        <a:pt x="6309" y="1"/>
                      </a:lnTo>
                      <a:lnTo>
                        <a:pt x="6309" y="1"/>
                      </a:lnTo>
                      <a:lnTo>
                        <a:pt x="5943" y="25"/>
                      </a:lnTo>
                      <a:lnTo>
                        <a:pt x="5700" y="74"/>
                      </a:lnTo>
                      <a:lnTo>
                        <a:pt x="5505" y="147"/>
                      </a:lnTo>
                      <a:lnTo>
                        <a:pt x="5359" y="220"/>
                      </a:lnTo>
                      <a:lnTo>
                        <a:pt x="5359" y="220"/>
                      </a:lnTo>
                      <a:lnTo>
                        <a:pt x="4969" y="1462"/>
                      </a:lnTo>
                      <a:lnTo>
                        <a:pt x="4774" y="2022"/>
                      </a:lnTo>
                      <a:lnTo>
                        <a:pt x="4579" y="2534"/>
                      </a:lnTo>
                      <a:lnTo>
                        <a:pt x="4385" y="2996"/>
                      </a:lnTo>
                      <a:lnTo>
                        <a:pt x="4190" y="3386"/>
                      </a:lnTo>
                      <a:lnTo>
                        <a:pt x="4019" y="3678"/>
                      </a:lnTo>
                      <a:lnTo>
                        <a:pt x="3873" y="3922"/>
                      </a:lnTo>
                      <a:lnTo>
                        <a:pt x="3873" y="3922"/>
                      </a:lnTo>
                      <a:lnTo>
                        <a:pt x="3654" y="4141"/>
                      </a:lnTo>
                      <a:lnTo>
                        <a:pt x="3313" y="4482"/>
                      </a:lnTo>
                      <a:lnTo>
                        <a:pt x="2509" y="5237"/>
                      </a:lnTo>
                      <a:lnTo>
                        <a:pt x="1438" y="6211"/>
                      </a:lnTo>
                      <a:lnTo>
                        <a:pt x="1" y="621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36" name="Google Shape;136;p25"/>
              <p:cNvGrpSpPr/>
              <p:nvPr/>
            </p:nvGrpSpPr>
            <p:grpSpPr>
              <a:xfrm>
                <a:off x="1093460" y="1865780"/>
                <a:ext cx="353136" cy="313738"/>
                <a:chOff x="5292575" y="3681900"/>
                <a:chExt cx="420150" cy="373275"/>
              </a:xfrm>
            </p:grpSpPr>
            <p:sp>
              <p:nvSpPr>
                <p:cNvPr id="137" name="Google Shape;137;p25"/>
                <p:cNvSpPr/>
                <p:nvPr/>
              </p:nvSpPr>
              <p:spPr>
                <a:xfrm>
                  <a:off x="5292575" y="3706875"/>
                  <a:ext cx="420150" cy="266700"/>
                </a:xfrm>
                <a:custGeom>
                  <a:avLst/>
                  <a:gdLst/>
                  <a:ahLst/>
                  <a:cxnLst/>
                  <a:rect l="l" t="t" r="r" b="b"/>
                  <a:pathLst>
                    <a:path w="16806" h="10668" fill="none" extrusionOk="0">
                      <a:moveTo>
                        <a:pt x="16319" y="0"/>
                      </a:moveTo>
                      <a:lnTo>
                        <a:pt x="488" y="0"/>
                      </a:lnTo>
                      <a:lnTo>
                        <a:pt x="488" y="0"/>
                      </a:lnTo>
                      <a:lnTo>
                        <a:pt x="390" y="0"/>
                      </a:lnTo>
                      <a:lnTo>
                        <a:pt x="293" y="25"/>
                      </a:lnTo>
                      <a:lnTo>
                        <a:pt x="196" y="73"/>
                      </a:lnTo>
                      <a:lnTo>
                        <a:pt x="123" y="146"/>
                      </a:lnTo>
                      <a:lnTo>
                        <a:pt x="74" y="219"/>
                      </a:lnTo>
                      <a:lnTo>
                        <a:pt x="25" y="292"/>
                      </a:lnTo>
                      <a:lnTo>
                        <a:pt x="1" y="390"/>
                      </a:lnTo>
                      <a:lnTo>
                        <a:pt x="1" y="487"/>
                      </a:lnTo>
                      <a:lnTo>
                        <a:pt x="1" y="10181"/>
                      </a:lnTo>
                      <a:lnTo>
                        <a:pt x="1" y="10181"/>
                      </a:lnTo>
                      <a:lnTo>
                        <a:pt x="1" y="10278"/>
                      </a:lnTo>
                      <a:lnTo>
                        <a:pt x="25" y="10375"/>
                      </a:lnTo>
                      <a:lnTo>
                        <a:pt x="74" y="10448"/>
                      </a:lnTo>
                      <a:lnTo>
                        <a:pt x="123" y="10522"/>
                      </a:lnTo>
                      <a:lnTo>
                        <a:pt x="196" y="10570"/>
                      </a:lnTo>
                      <a:lnTo>
                        <a:pt x="293" y="10619"/>
                      </a:lnTo>
                      <a:lnTo>
                        <a:pt x="390" y="10643"/>
                      </a:lnTo>
                      <a:lnTo>
                        <a:pt x="488" y="10668"/>
                      </a:lnTo>
                      <a:lnTo>
                        <a:pt x="16319" y="10668"/>
                      </a:lnTo>
                      <a:lnTo>
                        <a:pt x="16319" y="10668"/>
                      </a:lnTo>
                      <a:lnTo>
                        <a:pt x="16416" y="10643"/>
                      </a:lnTo>
                      <a:lnTo>
                        <a:pt x="16513" y="10619"/>
                      </a:lnTo>
                      <a:lnTo>
                        <a:pt x="16611" y="10570"/>
                      </a:lnTo>
                      <a:lnTo>
                        <a:pt x="16684" y="10522"/>
                      </a:lnTo>
                      <a:lnTo>
                        <a:pt x="16733" y="10448"/>
                      </a:lnTo>
                      <a:lnTo>
                        <a:pt x="16781" y="10375"/>
                      </a:lnTo>
                      <a:lnTo>
                        <a:pt x="16806" y="10278"/>
                      </a:lnTo>
                      <a:lnTo>
                        <a:pt x="16806" y="10181"/>
                      </a:lnTo>
                      <a:lnTo>
                        <a:pt x="16806" y="487"/>
                      </a:lnTo>
                      <a:lnTo>
                        <a:pt x="16806" y="487"/>
                      </a:lnTo>
                      <a:lnTo>
                        <a:pt x="16806" y="390"/>
                      </a:lnTo>
                      <a:lnTo>
                        <a:pt x="16781" y="292"/>
                      </a:lnTo>
                      <a:lnTo>
                        <a:pt x="16733" y="219"/>
                      </a:lnTo>
                      <a:lnTo>
                        <a:pt x="16684" y="146"/>
                      </a:lnTo>
                      <a:lnTo>
                        <a:pt x="16611" y="73"/>
                      </a:lnTo>
                      <a:lnTo>
                        <a:pt x="16513" y="25"/>
                      </a:lnTo>
                      <a:lnTo>
                        <a:pt x="16416" y="0"/>
                      </a:lnTo>
                      <a:lnTo>
                        <a:pt x="16319" y="0"/>
                      </a:lnTo>
                      <a:lnTo>
                        <a:pt x="16319" y="0"/>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8" name="Google Shape;138;p25"/>
                <p:cNvSpPr/>
                <p:nvPr/>
              </p:nvSpPr>
              <p:spPr>
                <a:xfrm>
                  <a:off x="5490475" y="3681900"/>
                  <a:ext cx="24375" cy="25000"/>
                </a:xfrm>
                <a:custGeom>
                  <a:avLst/>
                  <a:gdLst/>
                  <a:ahLst/>
                  <a:cxnLst/>
                  <a:rect l="l" t="t" r="r" b="b"/>
                  <a:pathLst>
                    <a:path w="975" h="1000" fill="none" extrusionOk="0">
                      <a:moveTo>
                        <a:pt x="974" y="999"/>
                      </a:moveTo>
                      <a:lnTo>
                        <a:pt x="974" y="488"/>
                      </a:lnTo>
                      <a:lnTo>
                        <a:pt x="974" y="488"/>
                      </a:lnTo>
                      <a:lnTo>
                        <a:pt x="974" y="390"/>
                      </a:lnTo>
                      <a:lnTo>
                        <a:pt x="926" y="293"/>
                      </a:lnTo>
                      <a:lnTo>
                        <a:pt x="901" y="220"/>
                      </a:lnTo>
                      <a:lnTo>
                        <a:pt x="828" y="147"/>
                      </a:lnTo>
                      <a:lnTo>
                        <a:pt x="755" y="74"/>
                      </a:lnTo>
                      <a:lnTo>
                        <a:pt x="682" y="49"/>
                      </a:lnTo>
                      <a:lnTo>
                        <a:pt x="585" y="1"/>
                      </a:lnTo>
                      <a:lnTo>
                        <a:pt x="487" y="1"/>
                      </a:lnTo>
                      <a:lnTo>
                        <a:pt x="487" y="1"/>
                      </a:lnTo>
                      <a:lnTo>
                        <a:pt x="390" y="1"/>
                      </a:lnTo>
                      <a:lnTo>
                        <a:pt x="292" y="49"/>
                      </a:lnTo>
                      <a:lnTo>
                        <a:pt x="219" y="74"/>
                      </a:lnTo>
                      <a:lnTo>
                        <a:pt x="146" y="147"/>
                      </a:lnTo>
                      <a:lnTo>
                        <a:pt x="73" y="220"/>
                      </a:lnTo>
                      <a:lnTo>
                        <a:pt x="49" y="293"/>
                      </a:lnTo>
                      <a:lnTo>
                        <a:pt x="0" y="390"/>
                      </a:lnTo>
                      <a:lnTo>
                        <a:pt x="0" y="488"/>
                      </a:lnTo>
                      <a:lnTo>
                        <a:pt x="0" y="999"/>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39" name="Google Shape;139;p25"/>
                <p:cNvSpPr/>
                <p:nvPr/>
              </p:nvSpPr>
              <p:spPr>
                <a:xfrm>
                  <a:off x="5358350" y="3973550"/>
                  <a:ext cx="60900" cy="81625"/>
                </a:xfrm>
                <a:custGeom>
                  <a:avLst/>
                  <a:gdLst/>
                  <a:ahLst/>
                  <a:cxnLst/>
                  <a:rect l="l" t="t" r="r" b="b"/>
                  <a:pathLst>
                    <a:path w="2436" h="3265" fill="none" extrusionOk="0">
                      <a:moveTo>
                        <a:pt x="1340" y="1"/>
                      </a:moveTo>
                      <a:lnTo>
                        <a:pt x="49" y="2558"/>
                      </a:lnTo>
                      <a:lnTo>
                        <a:pt x="49" y="2558"/>
                      </a:lnTo>
                      <a:lnTo>
                        <a:pt x="24" y="2631"/>
                      </a:lnTo>
                      <a:lnTo>
                        <a:pt x="0" y="2728"/>
                      </a:lnTo>
                      <a:lnTo>
                        <a:pt x="0" y="2826"/>
                      </a:lnTo>
                      <a:lnTo>
                        <a:pt x="24" y="2923"/>
                      </a:lnTo>
                      <a:lnTo>
                        <a:pt x="73" y="2996"/>
                      </a:lnTo>
                      <a:lnTo>
                        <a:pt x="122" y="3094"/>
                      </a:lnTo>
                      <a:lnTo>
                        <a:pt x="195" y="3142"/>
                      </a:lnTo>
                      <a:lnTo>
                        <a:pt x="268" y="3215"/>
                      </a:lnTo>
                      <a:lnTo>
                        <a:pt x="268" y="3215"/>
                      </a:lnTo>
                      <a:lnTo>
                        <a:pt x="390" y="3240"/>
                      </a:lnTo>
                      <a:lnTo>
                        <a:pt x="487" y="3264"/>
                      </a:lnTo>
                      <a:lnTo>
                        <a:pt x="487" y="3264"/>
                      </a:lnTo>
                      <a:lnTo>
                        <a:pt x="633" y="3240"/>
                      </a:lnTo>
                      <a:lnTo>
                        <a:pt x="755" y="3191"/>
                      </a:lnTo>
                      <a:lnTo>
                        <a:pt x="853" y="3094"/>
                      </a:lnTo>
                      <a:lnTo>
                        <a:pt x="926" y="2996"/>
                      </a:lnTo>
                      <a:lnTo>
                        <a:pt x="2436"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0" name="Google Shape;140;p25"/>
                <p:cNvSpPr/>
                <p:nvPr/>
              </p:nvSpPr>
              <p:spPr>
                <a:xfrm>
                  <a:off x="5586050" y="3973550"/>
                  <a:ext cx="60925" cy="81625"/>
                </a:xfrm>
                <a:custGeom>
                  <a:avLst/>
                  <a:gdLst/>
                  <a:ahLst/>
                  <a:cxnLst/>
                  <a:rect l="l" t="t" r="r" b="b"/>
                  <a:pathLst>
                    <a:path w="2437" h="3265" fill="none" extrusionOk="0">
                      <a:moveTo>
                        <a:pt x="1" y="1"/>
                      </a:moveTo>
                      <a:lnTo>
                        <a:pt x="1511" y="2996"/>
                      </a:lnTo>
                      <a:lnTo>
                        <a:pt x="1511" y="2996"/>
                      </a:lnTo>
                      <a:lnTo>
                        <a:pt x="1584" y="3094"/>
                      </a:lnTo>
                      <a:lnTo>
                        <a:pt x="1681" y="3191"/>
                      </a:lnTo>
                      <a:lnTo>
                        <a:pt x="1803" y="3240"/>
                      </a:lnTo>
                      <a:lnTo>
                        <a:pt x="1949" y="3264"/>
                      </a:lnTo>
                      <a:lnTo>
                        <a:pt x="1949" y="3264"/>
                      </a:lnTo>
                      <a:lnTo>
                        <a:pt x="2047" y="3240"/>
                      </a:lnTo>
                      <a:lnTo>
                        <a:pt x="2168" y="3215"/>
                      </a:lnTo>
                      <a:lnTo>
                        <a:pt x="2168" y="3215"/>
                      </a:lnTo>
                      <a:lnTo>
                        <a:pt x="2241" y="3142"/>
                      </a:lnTo>
                      <a:lnTo>
                        <a:pt x="2315" y="3094"/>
                      </a:lnTo>
                      <a:lnTo>
                        <a:pt x="2363" y="2996"/>
                      </a:lnTo>
                      <a:lnTo>
                        <a:pt x="2412" y="2923"/>
                      </a:lnTo>
                      <a:lnTo>
                        <a:pt x="2436" y="2826"/>
                      </a:lnTo>
                      <a:lnTo>
                        <a:pt x="2436" y="2728"/>
                      </a:lnTo>
                      <a:lnTo>
                        <a:pt x="2412" y="2631"/>
                      </a:lnTo>
                      <a:lnTo>
                        <a:pt x="2388" y="2558"/>
                      </a:lnTo>
                      <a:lnTo>
                        <a:pt x="1097"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1" name="Google Shape;141;p25"/>
                <p:cNvSpPr/>
                <p:nvPr/>
              </p:nvSpPr>
              <p:spPr>
                <a:xfrm>
                  <a:off x="5316925" y="3731225"/>
                  <a:ext cx="371450" cy="218000"/>
                </a:xfrm>
                <a:custGeom>
                  <a:avLst/>
                  <a:gdLst/>
                  <a:ahLst/>
                  <a:cxnLst/>
                  <a:rect l="l" t="t" r="r" b="b"/>
                  <a:pathLst>
                    <a:path w="14858" h="8720" fill="none" extrusionOk="0">
                      <a:moveTo>
                        <a:pt x="1" y="0"/>
                      </a:moveTo>
                      <a:lnTo>
                        <a:pt x="1" y="8719"/>
                      </a:lnTo>
                      <a:lnTo>
                        <a:pt x="14857" y="8719"/>
                      </a:lnTo>
                      <a:lnTo>
                        <a:pt x="14857" y="0"/>
                      </a:lnTo>
                      <a:lnTo>
                        <a:pt x="1" y="0"/>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2" name="Google Shape;142;p25"/>
                <p:cNvSpPr/>
                <p:nvPr/>
              </p:nvSpPr>
              <p:spPr>
                <a:xfrm>
                  <a:off x="5380250" y="3784800"/>
                  <a:ext cx="230200" cy="115725"/>
                </a:xfrm>
                <a:custGeom>
                  <a:avLst/>
                  <a:gdLst/>
                  <a:ahLst/>
                  <a:cxnLst/>
                  <a:rect l="l" t="t" r="r" b="b"/>
                  <a:pathLst>
                    <a:path w="9208" h="4629" fill="none" extrusionOk="0">
                      <a:moveTo>
                        <a:pt x="9207" y="1"/>
                      </a:moveTo>
                      <a:lnTo>
                        <a:pt x="5213" y="3995"/>
                      </a:lnTo>
                      <a:lnTo>
                        <a:pt x="5213" y="3995"/>
                      </a:lnTo>
                      <a:lnTo>
                        <a:pt x="5140" y="4044"/>
                      </a:lnTo>
                      <a:lnTo>
                        <a:pt x="5067" y="4092"/>
                      </a:lnTo>
                      <a:lnTo>
                        <a:pt x="4969" y="4117"/>
                      </a:lnTo>
                      <a:lnTo>
                        <a:pt x="4872" y="4141"/>
                      </a:lnTo>
                      <a:lnTo>
                        <a:pt x="4774" y="4117"/>
                      </a:lnTo>
                      <a:lnTo>
                        <a:pt x="4677" y="4092"/>
                      </a:lnTo>
                      <a:lnTo>
                        <a:pt x="4604" y="4044"/>
                      </a:lnTo>
                      <a:lnTo>
                        <a:pt x="4531" y="3995"/>
                      </a:lnTo>
                      <a:lnTo>
                        <a:pt x="2582" y="2046"/>
                      </a:lnTo>
                      <a:lnTo>
                        <a:pt x="1" y="4628"/>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3" name="Google Shape;143;p25"/>
                <p:cNvSpPr/>
                <p:nvPr/>
              </p:nvSpPr>
              <p:spPr>
                <a:xfrm>
                  <a:off x="5547700" y="3779925"/>
                  <a:ext cx="68825" cy="68825"/>
                </a:xfrm>
                <a:custGeom>
                  <a:avLst/>
                  <a:gdLst/>
                  <a:ahLst/>
                  <a:cxnLst/>
                  <a:rect l="l" t="t" r="r" b="b"/>
                  <a:pathLst>
                    <a:path w="2753" h="2753" fill="none" extrusionOk="0">
                      <a:moveTo>
                        <a:pt x="0" y="1"/>
                      </a:moveTo>
                      <a:lnTo>
                        <a:pt x="2265" y="1"/>
                      </a:lnTo>
                      <a:lnTo>
                        <a:pt x="2265" y="1"/>
                      </a:lnTo>
                      <a:lnTo>
                        <a:pt x="2363" y="1"/>
                      </a:lnTo>
                      <a:lnTo>
                        <a:pt x="2460" y="25"/>
                      </a:lnTo>
                      <a:lnTo>
                        <a:pt x="2533" y="74"/>
                      </a:lnTo>
                      <a:lnTo>
                        <a:pt x="2606" y="147"/>
                      </a:lnTo>
                      <a:lnTo>
                        <a:pt x="2680" y="220"/>
                      </a:lnTo>
                      <a:lnTo>
                        <a:pt x="2728" y="293"/>
                      </a:lnTo>
                      <a:lnTo>
                        <a:pt x="2753" y="390"/>
                      </a:lnTo>
                      <a:lnTo>
                        <a:pt x="2753" y="488"/>
                      </a:lnTo>
                      <a:lnTo>
                        <a:pt x="2753" y="2753"/>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44" name="Google Shape;144;p25"/>
              <p:cNvSpPr/>
              <p:nvPr/>
            </p:nvSpPr>
            <p:spPr>
              <a:xfrm>
                <a:off x="176103" y="1852215"/>
                <a:ext cx="340844" cy="340865"/>
              </a:xfrm>
              <a:custGeom>
                <a:avLst/>
                <a:gdLst/>
                <a:ahLst/>
                <a:cxnLst/>
                <a:rect l="l" t="t" r="r" b="b"/>
                <a:pathLst>
                  <a:path w="16221" h="16222" fill="none" extrusionOk="0">
                    <a:moveTo>
                      <a:pt x="0" y="8111"/>
                    </a:moveTo>
                    <a:lnTo>
                      <a:pt x="0" y="8111"/>
                    </a:lnTo>
                    <a:lnTo>
                      <a:pt x="0" y="7697"/>
                    </a:lnTo>
                    <a:lnTo>
                      <a:pt x="49" y="7283"/>
                    </a:lnTo>
                    <a:lnTo>
                      <a:pt x="98" y="6869"/>
                    </a:lnTo>
                    <a:lnTo>
                      <a:pt x="171" y="6479"/>
                    </a:lnTo>
                    <a:lnTo>
                      <a:pt x="244" y="6090"/>
                    </a:lnTo>
                    <a:lnTo>
                      <a:pt x="366" y="5700"/>
                    </a:lnTo>
                    <a:lnTo>
                      <a:pt x="487" y="5335"/>
                    </a:lnTo>
                    <a:lnTo>
                      <a:pt x="634" y="4945"/>
                    </a:lnTo>
                    <a:lnTo>
                      <a:pt x="804" y="4604"/>
                    </a:lnTo>
                    <a:lnTo>
                      <a:pt x="975" y="4239"/>
                    </a:lnTo>
                    <a:lnTo>
                      <a:pt x="1169" y="3898"/>
                    </a:lnTo>
                    <a:lnTo>
                      <a:pt x="1389" y="3581"/>
                    </a:lnTo>
                    <a:lnTo>
                      <a:pt x="1608" y="3264"/>
                    </a:lnTo>
                    <a:lnTo>
                      <a:pt x="1851" y="2948"/>
                    </a:lnTo>
                    <a:lnTo>
                      <a:pt x="2119" y="2656"/>
                    </a:lnTo>
                    <a:lnTo>
                      <a:pt x="2387" y="2388"/>
                    </a:lnTo>
                    <a:lnTo>
                      <a:pt x="2655" y="2120"/>
                    </a:lnTo>
                    <a:lnTo>
                      <a:pt x="2947" y="1852"/>
                    </a:lnTo>
                    <a:lnTo>
                      <a:pt x="3264" y="1608"/>
                    </a:lnTo>
                    <a:lnTo>
                      <a:pt x="3581" y="1389"/>
                    </a:lnTo>
                    <a:lnTo>
                      <a:pt x="3897" y="1170"/>
                    </a:lnTo>
                    <a:lnTo>
                      <a:pt x="4238" y="975"/>
                    </a:lnTo>
                    <a:lnTo>
                      <a:pt x="4603" y="805"/>
                    </a:lnTo>
                    <a:lnTo>
                      <a:pt x="4944" y="634"/>
                    </a:lnTo>
                    <a:lnTo>
                      <a:pt x="5334" y="488"/>
                    </a:lnTo>
                    <a:lnTo>
                      <a:pt x="5699" y="366"/>
                    </a:lnTo>
                    <a:lnTo>
                      <a:pt x="6089" y="244"/>
                    </a:lnTo>
                    <a:lnTo>
                      <a:pt x="6479" y="171"/>
                    </a:lnTo>
                    <a:lnTo>
                      <a:pt x="6868" y="98"/>
                    </a:lnTo>
                    <a:lnTo>
                      <a:pt x="7282" y="50"/>
                    </a:lnTo>
                    <a:lnTo>
                      <a:pt x="7696" y="1"/>
                    </a:lnTo>
                    <a:lnTo>
                      <a:pt x="8111" y="1"/>
                    </a:lnTo>
                    <a:lnTo>
                      <a:pt x="8111" y="1"/>
                    </a:lnTo>
                    <a:lnTo>
                      <a:pt x="8525" y="1"/>
                    </a:lnTo>
                    <a:lnTo>
                      <a:pt x="8939" y="50"/>
                    </a:lnTo>
                    <a:lnTo>
                      <a:pt x="9353" y="98"/>
                    </a:lnTo>
                    <a:lnTo>
                      <a:pt x="9742" y="171"/>
                    </a:lnTo>
                    <a:lnTo>
                      <a:pt x="10132" y="244"/>
                    </a:lnTo>
                    <a:lnTo>
                      <a:pt x="10522" y="366"/>
                    </a:lnTo>
                    <a:lnTo>
                      <a:pt x="10911" y="488"/>
                    </a:lnTo>
                    <a:lnTo>
                      <a:pt x="11277" y="634"/>
                    </a:lnTo>
                    <a:lnTo>
                      <a:pt x="11618" y="805"/>
                    </a:lnTo>
                    <a:lnTo>
                      <a:pt x="11983" y="975"/>
                    </a:lnTo>
                    <a:lnTo>
                      <a:pt x="12324" y="1170"/>
                    </a:lnTo>
                    <a:lnTo>
                      <a:pt x="12641" y="1389"/>
                    </a:lnTo>
                    <a:lnTo>
                      <a:pt x="12957" y="1608"/>
                    </a:lnTo>
                    <a:lnTo>
                      <a:pt x="13274" y="1852"/>
                    </a:lnTo>
                    <a:lnTo>
                      <a:pt x="13566" y="2120"/>
                    </a:lnTo>
                    <a:lnTo>
                      <a:pt x="13834" y="2388"/>
                    </a:lnTo>
                    <a:lnTo>
                      <a:pt x="14126" y="2656"/>
                    </a:lnTo>
                    <a:lnTo>
                      <a:pt x="14370" y="2948"/>
                    </a:lnTo>
                    <a:lnTo>
                      <a:pt x="14613" y="3264"/>
                    </a:lnTo>
                    <a:lnTo>
                      <a:pt x="14832" y="3581"/>
                    </a:lnTo>
                    <a:lnTo>
                      <a:pt x="15052" y="3898"/>
                    </a:lnTo>
                    <a:lnTo>
                      <a:pt x="15247" y="4239"/>
                    </a:lnTo>
                    <a:lnTo>
                      <a:pt x="15417" y="4604"/>
                    </a:lnTo>
                    <a:lnTo>
                      <a:pt x="15587" y="4945"/>
                    </a:lnTo>
                    <a:lnTo>
                      <a:pt x="15734" y="5335"/>
                    </a:lnTo>
                    <a:lnTo>
                      <a:pt x="15855" y="5700"/>
                    </a:lnTo>
                    <a:lnTo>
                      <a:pt x="15977" y="6090"/>
                    </a:lnTo>
                    <a:lnTo>
                      <a:pt x="16050" y="6479"/>
                    </a:lnTo>
                    <a:lnTo>
                      <a:pt x="16123" y="6869"/>
                    </a:lnTo>
                    <a:lnTo>
                      <a:pt x="16172" y="7283"/>
                    </a:lnTo>
                    <a:lnTo>
                      <a:pt x="16221" y="7697"/>
                    </a:lnTo>
                    <a:lnTo>
                      <a:pt x="16221" y="8111"/>
                    </a:lnTo>
                    <a:lnTo>
                      <a:pt x="16221" y="8111"/>
                    </a:lnTo>
                    <a:lnTo>
                      <a:pt x="16221" y="8525"/>
                    </a:lnTo>
                    <a:lnTo>
                      <a:pt x="16172" y="8939"/>
                    </a:lnTo>
                    <a:lnTo>
                      <a:pt x="16123" y="9353"/>
                    </a:lnTo>
                    <a:lnTo>
                      <a:pt x="16050" y="9743"/>
                    </a:lnTo>
                    <a:lnTo>
                      <a:pt x="15977" y="10133"/>
                    </a:lnTo>
                    <a:lnTo>
                      <a:pt x="15855" y="10522"/>
                    </a:lnTo>
                    <a:lnTo>
                      <a:pt x="15734" y="10888"/>
                    </a:lnTo>
                    <a:lnTo>
                      <a:pt x="15587" y="11277"/>
                    </a:lnTo>
                    <a:lnTo>
                      <a:pt x="15417" y="11618"/>
                    </a:lnTo>
                    <a:lnTo>
                      <a:pt x="15247" y="11984"/>
                    </a:lnTo>
                    <a:lnTo>
                      <a:pt x="15052" y="12324"/>
                    </a:lnTo>
                    <a:lnTo>
                      <a:pt x="14832" y="12641"/>
                    </a:lnTo>
                    <a:lnTo>
                      <a:pt x="14613" y="12958"/>
                    </a:lnTo>
                    <a:lnTo>
                      <a:pt x="14370" y="13274"/>
                    </a:lnTo>
                    <a:lnTo>
                      <a:pt x="14126" y="13567"/>
                    </a:lnTo>
                    <a:lnTo>
                      <a:pt x="13834" y="13835"/>
                    </a:lnTo>
                    <a:lnTo>
                      <a:pt x="13566" y="14102"/>
                    </a:lnTo>
                    <a:lnTo>
                      <a:pt x="13274" y="14370"/>
                    </a:lnTo>
                    <a:lnTo>
                      <a:pt x="12957" y="14614"/>
                    </a:lnTo>
                    <a:lnTo>
                      <a:pt x="12641" y="14833"/>
                    </a:lnTo>
                    <a:lnTo>
                      <a:pt x="12324" y="15052"/>
                    </a:lnTo>
                    <a:lnTo>
                      <a:pt x="11983" y="15247"/>
                    </a:lnTo>
                    <a:lnTo>
                      <a:pt x="11618" y="15418"/>
                    </a:lnTo>
                    <a:lnTo>
                      <a:pt x="11277" y="15588"/>
                    </a:lnTo>
                    <a:lnTo>
                      <a:pt x="10911" y="15734"/>
                    </a:lnTo>
                    <a:lnTo>
                      <a:pt x="10522" y="15856"/>
                    </a:lnTo>
                    <a:lnTo>
                      <a:pt x="10132" y="15978"/>
                    </a:lnTo>
                    <a:lnTo>
                      <a:pt x="9742" y="16051"/>
                    </a:lnTo>
                    <a:lnTo>
                      <a:pt x="9353" y="16124"/>
                    </a:lnTo>
                    <a:lnTo>
                      <a:pt x="8939" y="16173"/>
                    </a:lnTo>
                    <a:lnTo>
                      <a:pt x="8525" y="16221"/>
                    </a:lnTo>
                    <a:lnTo>
                      <a:pt x="8111" y="16221"/>
                    </a:lnTo>
                    <a:lnTo>
                      <a:pt x="8111" y="16221"/>
                    </a:lnTo>
                    <a:lnTo>
                      <a:pt x="7696" y="16221"/>
                    </a:lnTo>
                    <a:lnTo>
                      <a:pt x="7282" y="16173"/>
                    </a:lnTo>
                    <a:lnTo>
                      <a:pt x="6868" y="16124"/>
                    </a:lnTo>
                    <a:lnTo>
                      <a:pt x="6479" y="16051"/>
                    </a:lnTo>
                    <a:lnTo>
                      <a:pt x="6089" y="15978"/>
                    </a:lnTo>
                    <a:lnTo>
                      <a:pt x="5699" y="15856"/>
                    </a:lnTo>
                    <a:lnTo>
                      <a:pt x="5334" y="15734"/>
                    </a:lnTo>
                    <a:lnTo>
                      <a:pt x="4944" y="15588"/>
                    </a:lnTo>
                    <a:lnTo>
                      <a:pt x="4603" y="15418"/>
                    </a:lnTo>
                    <a:lnTo>
                      <a:pt x="4238" y="15247"/>
                    </a:lnTo>
                    <a:lnTo>
                      <a:pt x="3897" y="15052"/>
                    </a:lnTo>
                    <a:lnTo>
                      <a:pt x="3581" y="14833"/>
                    </a:lnTo>
                    <a:lnTo>
                      <a:pt x="3264" y="14614"/>
                    </a:lnTo>
                    <a:lnTo>
                      <a:pt x="2947" y="14370"/>
                    </a:lnTo>
                    <a:lnTo>
                      <a:pt x="2655" y="14102"/>
                    </a:lnTo>
                    <a:lnTo>
                      <a:pt x="2387" y="13835"/>
                    </a:lnTo>
                    <a:lnTo>
                      <a:pt x="2119" y="13567"/>
                    </a:lnTo>
                    <a:lnTo>
                      <a:pt x="1851" y="13274"/>
                    </a:lnTo>
                    <a:lnTo>
                      <a:pt x="1608" y="12958"/>
                    </a:lnTo>
                    <a:lnTo>
                      <a:pt x="1389" y="12641"/>
                    </a:lnTo>
                    <a:lnTo>
                      <a:pt x="1169" y="12324"/>
                    </a:lnTo>
                    <a:lnTo>
                      <a:pt x="975" y="11984"/>
                    </a:lnTo>
                    <a:lnTo>
                      <a:pt x="804" y="11618"/>
                    </a:lnTo>
                    <a:lnTo>
                      <a:pt x="634" y="11277"/>
                    </a:lnTo>
                    <a:lnTo>
                      <a:pt x="487" y="10888"/>
                    </a:lnTo>
                    <a:lnTo>
                      <a:pt x="366" y="10522"/>
                    </a:lnTo>
                    <a:lnTo>
                      <a:pt x="244" y="10133"/>
                    </a:lnTo>
                    <a:lnTo>
                      <a:pt x="171" y="9743"/>
                    </a:lnTo>
                    <a:lnTo>
                      <a:pt x="98" y="9353"/>
                    </a:lnTo>
                    <a:lnTo>
                      <a:pt x="49" y="8939"/>
                    </a:lnTo>
                    <a:lnTo>
                      <a:pt x="0" y="8525"/>
                    </a:lnTo>
                    <a:lnTo>
                      <a:pt x="0" y="8111"/>
                    </a:lnTo>
                    <a:lnTo>
                      <a:pt x="0" y="8111"/>
                    </a:lnTo>
                    <a:close/>
                    <a:moveTo>
                      <a:pt x="7234" y="11180"/>
                    </a:moveTo>
                    <a:lnTo>
                      <a:pt x="7234" y="11180"/>
                    </a:lnTo>
                    <a:lnTo>
                      <a:pt x="7282" y="11180"/>
                    </a:lnTo>
                    <a:lnTo>
                      <a:pt x="7282" y="11180"/>
                    </a:lnTo>
                    <a:lnTo>
                      <a:pt x="7453" y="11155"/>
                    </a:lnTo>
                    <a:lnTo>
                      <a:pt x="7623" y="11082"/>
                    </a:lnTo>
                    <a:lnTo>
                      <a:pt x="7794" y="10985"/>
                    </a:lnTo>
                    <a:lnTo>
                      <a:pt x="7916" y="10863"/>
                    </a:lnTo>
                    <a:lnTo>
                      <a:pt x="12007" y="6747"/>
                    </a:lnTo>
                    <a:lnTo>
                      <a:pt x="12007" y="6747"/>
                    </a:lnTo>
                    <a:lnTo>
                      <a:pt x="12105" y="6625"/>
                    </a:lnTo>
                    <a:lnTo>
                      <a:pt x="12153" y="6504"/>
                    </a:lnTo>
                    <a:lnTo>
                      <a:pt x="12202" y="6358"/>
                    </a:lnTo>
                    <a:lnTo>
                      <a:pt x="12202" y="6211"/>
                    </a:lnTo>
                    <a:lnTo>
                      <a:pt x="12202" y="6211"/>
                    </a:lnTo>
                    <a:lnTo>
                      <a:pt x="12178" y="6017"/>
                    </a:lnTo>
                    <a:lnTo>
                      <a:pt x="12129" y="5822"/>
                    </a:lnTo>
                    <a:lnTo>
                      <a:pt x="12032" y="5676"/>
                    </a:lnTo>
                    <a:lnTo>
                      <a:pt x="11886" y="5529"/>
                    </a:lnTo>
                    <a:lnTo>
                      <a:pt x="11886" y="5529"/>
                    </a:lnTo>
                    <a:lnTo>
                      <a:pt x="11764" y="5432"/>
                    </a:lnTo>
                    <a:lnTo>
                      <a:pt x="11618" y="5383"/>
                    </a:lnTo>
                    <a:lnTo>
                      <a:pt x="11472" y="5335"/>
                    </a:lnTo>
                    <a:lnTo>
                      <a:pt x="11325" y="5335"/>
                    </a:lnTo>
                    <a:lnTo>
                      <a:pt x="11325" y="5335"/>
                    </a:lnTo>
                    <a:lnTo>
                      <a:pt x="11131" y="5359"/>
                    </a:lnTo>
                    <a:lnTo>
                      <a:pt x="10960" y="5408"/>
                    </a:lnTo>
                    <a:lnTo>
                      <a:pt x="10790" y="5505"/>
                    </a:lnTo>
                    <a:lnTo>
                      <a:pt x="10643" y="5651"/>
                    </a:lnTo>
                    <a:lnTo>
                      <a:pt x="7161" y="8988"/>
                    </a:lnTo>
                    <a:lnTo>
                      <a:pt x="5797" y="7648"/>
                    </a:lnTo>
                    <a:lnTo>
                      <a:pt x="5797" y="7648"/>
                    </a:lnTo>
                    <a:lnTo>
                      <a:pt x="5675" y="7527"/>
                    </a:lnTo>
                    <a:lnTo>
                      <a:pt x="5505" y="7454"/>
                    </a:lnTo>
                    <a:lnTo>
                      <a:pt x="5358" y="7405"/>
                    </a:lnTo>
                    <a:lnTo>
                      <a:pt x="5188" y="7380"/>
                    </a:lnTo>
                    <a:lnTo>
                      <a:pt x="5188" y="7380"/>
                    </a:lnTo>
                    <a:lnTo>
                      <a:pt x="5017" y="7405"/>
                    </a:lnTo>
                    <a:lnTo>
                      <a:pt x="4847" y="7454"/>
                    </a:lnTo>
                    <a:lnTo>
                      <a:pt x="4701" y="7527"/>
                    </a:lnTo>
                    <a:lnTo>
                      <a:pt x="4555" y="7648"/>
                    </a:lnTo>
                    <a:lnTo>
                      <a:pt x="4555" y="7648"/>
                    </a:lnTo>
                    <a:lnTo>
                      <a:pt x="4457" y="7770"/>
                    </a:lnTo>
                    <a:lnTo>
                      <a:pt x="4360" y="7916"/>
                    </a:lnTo>
                    <a:lnTo>
                      <a:pt x="4311" y="8087"/>
                    </a:lnTo>
                    <a:lnTo>
                      <a:pt x="4311" y="8257"/>
                    </a:lnTo>
                    <a:lnTo>
                      <a:pt x="4311" y="8257"/>
                    </a:lnTo>
                    <a:lnTo>
                      <a:pt x="4311" y="8428"/>
                    </a:lnTo>
                    <a:lnTo>
                      <a:pt x="4360" y="8598"/>
                    </a:lnTo>
                    <a:lnTo>
                      <a:pt x="4457" y="8744"/>
                    </a:lnTo>
                    <a:lnTo>
                      <a:pt x="4555" y="8890"/>
                    </a:lnTo>
                    <a:lnTo>
                      <a:pt x="6601" y="10936"/>
                    </a:lnTo>
                    <a:lnTo>
                      <a:pt x="6601" y="10936"/>
                    </a:lnTo>
                    <a:lnTo>
                      <a:pt x="6747" y="11034"/>
                    </a:lnTo>
                    <a:lnTo>
                      <a:pt x="6893" y="11131"/>
                    </a:lnTo>
                    <a:lnTo>
                      <a:pt x="7063" y="11180"/>
                    </a:lnTo>
                    <a:lnTo>
                      <a:pt x="7234" y="11180"/>
                    </a:lnTo>
                    <a:lnTo>
                      <a:pt x="7234" y="11180"/>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45" name="Google Shape;145;p25"/>
              <p:cNvGrpSpPr/>
              <p:nvPr/>
            </p:nvGrpSpPr>
            <p:grpSpPr>
              <a:xfrm>
                <a:off x="3738077" y="1856313"/>
                <a:ext cx="332670" cy="332670"/>
                <a:chOff x="6649150" y="309350"/>
                <a:chExt cx="395800" cy="395800"/>
              </a:xfrm>
            </p:grpSpPr>
            <p:sp>
              <p:nvSpPr>
                <p:cNvPr id="146" name="Google Shape;146;p25"/>
                <p:cNvSpPr/>
                <p:nvPr/>
              </p:nvSpPr>
              <p:spPr>
                <a:xfrm>
                  <a:off x="6649150" y="309350"/>
                  <a:ext cx="395800" cy="395800"/>
                </a:xfrm>
                <a:custGeom>
                  <a:avLst/>
                  <a:gdLst/>
                  <a:ahLst/>
                  <a:cxnLst/>
                  <a:rect l="l" t="t" r="r" b="b"/>
                  <a:pathLst>
                    <a:path w="15832" h="15832" fill="none" extrusionOk="0">
                      <a:moveTo>
                        <a:pt x="7916" y="1"/>
                      </a:moveTo>
                      <a:lnTo>
                        <a:pt x="7916" y="1"/>
                      </a:lnTo>
                      <a:lnTo>
                        <a:pt x="7502" y="25"/>
                      </a:lnTo>
                      <a:lnTo>
                        <a:pt x="7112" y="49"/>
                      </a:lnTo>
                      <a:lnTo>
                        <a:pt x="6723" y="98"/>
                      </a:lnTo>
                      <a:lnTo>
                        <a:pt x="6333" y="171"/>
                      </a:lnTo>
                      <a:lnTo>
                        <a:pt x="5943" y="244"/>
                      </a:lnTo>
                      <a:lnTo>
                        <a:pt x="5553" y="366"/>
                      </a:lnTo>
                      <a:lnTo>
                        <a:pt x="5188" y="488"/>
                      </a:lnTo>
                      <a:lnTo>
                        <a:pt x="4847" y="634"/>
                      </a:lnTo>
                      <a:lnTo>
                        <a:pt x="4482" y="780"/>
                      </a:lnTo>
                      <a:lnTo>
                        <a:pt x="4141" y="950"/>
                      </a:lnTo>
                      <a:lnTo>
                        <a:pt x="3824" y="1145"/>
                      </a:lnTo>
                      <a:lnTo>
                        <a:pt x="3483" y="1364"/>
                      </a:lnTo>
                      <a:lnTo>
                        <a:pt x="3191" y="1584"/>
                      </a:lnTo>
                      <a:lnTo>
                        <a:pt x="2874" y="1803"/>
                      </a:lnTo>
                      <a:lnTo>
                        <a:pt x="2607" y="2071"/>
                      </a:lnTo>
                      <a:lnTo>
                        <a:pt x="2314" y="2314"/>
                      </a:lnTo>
                      <a:lnTo>
                        <a:pt x="2071" y="2607"/>
                      </a:lnTo>
                      <a:lnTo>
                        <a:pt x="1803" y="2874"/>
                      </a:lnTo>
                      <a:lnTo>
                        <a:pt x="1584" y="3191"/>
                      </a:lnTo>
                      <a:lnTo>
                        <a:pt x="1364" y="3483"/>
                      </a:lnTo>
                      <a:lnTo>
                        <a:pt x="1145" y="3824"/>
                      </a:lnTo>
                      <a:lnTo>
                        <a:pt x="950" y="4141"/>
                      </a:lnTo>
                      <a:lnTo>
                        <a:pt x="780" y="4482"/>
                      </a:lnTo>
                      <a:lnTo>
                        <a:pt x="634" y="4847"/>
                      </a:lnTo>
                      <a:lnTo>
                        <a:pt x="488" y="5188"/>
                      </a:lnTo>
                      <a:lnTo>
                        <a:pt x="366" y="5553"/>
                      </a:lnTo>
                      <a:lnTo>
                        <a:pt x="244" y="5943"/>
                      </a:lnTo>
                      <a:lnTo>
                        <a:pt x="171" y="6333"/>
                      </a:lnTo>
                      <a:lnTo>
                        <a:pt x="98" y="6722"/>
                      </a:lnTo>
                      <a:lnTo>
                        <a:pt x="49" y="7112"/>
                      </a:lnTo>
                      <a:lnTo>
                        <a:pt x="25" y="7502"/>
                      </a:lnTo>
                      <a:lnTo>
                        <a:pt x="1" y="7916"/>
                      </a:lnTo>
                      <a:lnTo>
                        <a:pt x="1" y="7916"/>
                      </a:lnTo>
                      <a:lnTo>
                        <a:pt x="25" y="8330"/>
                      </a:lnTo>
                      <a:lnTo>
                        <a:pt x="49" y="8720"/>
                      </a:lnTo>
                      <a:lnTo>
                        <a:pt x="98" y="9109"/>
                      </a:lnTo>
                      <a:lnTo>
                        <a:pt x="171" y="9499"/>
                      </a:lnTo>
                      <a:lnTo>
                        <a:pt x="244" y="9889"/>
                      </a:lnTo>
                      <a:lnTo>
                        <a:pt x="366" y="10278"/>
                      </a:lnTo>
                      <a:lnTo>
                        <a:pt x="488" y="10644"/>
                      </a:lnTo>
                      <a:lnTo>
                        <a:pt x="634" y="10985"/>
                      </a:lnTo>
                      <a:lnTo>
                        <a:pt x="780" y="11350"/>
                      </a:lnTo>
                      <a:lnTo>
                        <a:pt x="950" y="11691"/>
                      </a:lnTo>
                      <a:lnTo>
                        <a:pt x="1145" y="12008"/>
                      </a:lnTo>
                      <a:lnTo>
                        <a:pt x="1364" y="12348"/>
                      </a:lnTo>
                      <a:lnTo>
                        <a:pt x="1584" y="12641"/>
                      </a:lnTo>
                      <a:lnTo>
                        <a:pt x="1803" y="12957"/>
                      </a:lnTo>
                      <a:lnTo>
                        <a:pt x="2071" y="13225"/>
                      </a:lnTo>
                      <a:lnTo>
                        <a:pt x="2314" y="13518"/>
                      </a:lnTo>
                      <a:lnTo>
                        <a:pt x="2607" y="13761"/>
                      </a:lnTo>
                      <a:lnTo>
                        <a:pt x="2874" y="14029"/>
                      </a:lnTo>
                      <a:lnTo>
                        <a:pt x="3191" y="14248"/>
                      </a:lnTo>
                      <a:lnTo>
                        <a:pt x="3483" y="14467"/>
                      </a:lnTo>
                      <a:lnTo>
                        <a:pt x="3824" y="14687"/>
                      </a:lnTo>
                      <a:lnTo>
                        <a:pt x="4141" y="14881"/>
                      </a:lnTo>
                      <a:lnTo>
                        <a:pt x="4482" y="15052"/>
                      </a:lnTo>
                      <a:lnTo>
                        <a:pt x="4847" y="15198"/>
                      </a:lnTo>
                      <a:lnTo>
                        <a:pt x="5188" y="15344"/>
                      </a:lnTo>
                      <a:lnTo>
                        <a:pt x="5553" y="15466"/>
                      </a:lnTo>
                      <a:lnTo>
                        <a:pt x="5943" y="15588"/>
                      </a:lnTo>
                      <a:lnTo>
                        <a:pt x="6333" y="15661"/>
                      </a:lnTo>
                      <a:lnTo>
                        <a:pt x="6723" y="15734"/>
                      </a:lnTo>
                      <a:lnTo>
                        <a:pt x="7112" y="15783"/>
                      </a:lnTo>
                      <a:lnTo>
                        <a:pt x="7502" y="15807"/>
                      </a:lnTo>
                      <a:lnTo>
                        <a:pt x="7916" y="15831"/>
                      </a:lnTo>
                      <a:lnTo>
                        <a:pt x="7916" y="15831"/>
                      </a:lnTo>
                      <a:lnTo>
                        <a:pt x="8330" y="15807"/>
                      </a:lnTo>
                      <a:lnTo>
                        <a:pt x="8720" y="15783"/>
                      </a:lnTo>
                      <a:lnTo>
                        <a:pt x="9109" y="15734"/>
                      </a:lnTo>
                      <a:lnTo>
                        <a:pt x="9499" y="15661"/>
                      </a:lnTo>
                      <a:lnTo>
                        <a:pt x="9889" y="15588"/>
                      </a:lnTo>
                      <a:lnTo>
                        <a:pt x="10278" y="15466"/>
                      </a:lnTo>
                      <a:lnTo>
                        <a:pt x="10644" y="15344"/>
                      </a:lnTo>
                      <a:lnTo>
                        <a:pt x="10985" y="15198"/>
                      </a:lnTo>
                      <a:lnTo>
                        <a:pt x="11350" y="15052"/>
                      </a:lnTo>
                      <a:lnTo>
                        <a:pt x="11691" y="14881"/>
                      </a:lnTo>
                      <a:lnTo>
                        <a:pt x="12008" y="14687"/>
                      </a:lnTo>
                      <a:lnTo>
                        <a:pt x="12349" y="14467"/>
                      </a:lnTo>
                      <a:lnTo>
                        <a:pt x="12641" y="14248"/>
                      </a:lnTo>
                      <a:lnTo>
                        <a:pt x="12957" y="14029"/>
                      </a:lnTo>
                      <a:lnTo>
                        <a:pt x="13225" y="13761"/>
                      </a:lnTo>
                      <a:lnTo>
                        <a:pt x="13518" y="13518"/>
                      </a:lnTo>
                      <a:lnTo>
                        <a:pt x="13761" y="13225"/>
                      </a:lnTo>
                      <a:lnTo>
                        <a:pt x="14029" y="12957"/>
                      </a:lnTo>
                      <a:lnTo>
                        <a:pt x="14248" y="12641"/>
                      </a:lnTo>
                      <a:lnTo>
                        <a:pt x="14467" y="12348"/>
                      </a:lnTo>
                      <a:lnTo>
                        <a:pt x="14687" y="12008"/>
                      </a:lnTo>
                      <a:lnTo>
                        <a:pt x="14881" y="11691"/>
                      </a:lnTo>
                      <a:lnTo>
                        <a:pt x="15052" y="11350"/>
                      </a:lnTo>
                      <a:lnTo>
                        <a:pt x="15198" y="10985"/>
                      </a:lnTo>
                      <a:lnTo>
                        <a:pt x="15344" y="10644"/>
                      </a:lnTo>
                      <a:lnTo>
                        <a:pt x="15466" y="10278"/>
                      </a:lnTo>
                      <a:lnTo>
                        <a:pt x="15588" y="9889"/>
                      </a:lnTo>
                      <a:lnTo>
                        <a:pt x="15661" y="9499"/>
                      </a:lnTo>
                      <a:lnTo>
                        <a:pt x="15734" y="9109"/>
                      </a:lnTo>
                      <a:lnTo>
                        <a:pt x="15783" y="8720"/>
                      </a:lnTo>
                      <a:lnTo>
                        <a:pt x="15807" y="8330"/>
                      </a:lnTo>
                      <a:lnTo>
                        <a:pt x="15831" y="7916"/>
                      </a:lnTo>
                      <a:lnTo>
                        <a:pt x="15831" y="7916"/>
                      </a:lnTo>
                      <a:lnTo>
                        <a:pt x="15807" y="7502"/>
                      </a:lnTo>
                      <a:lnTo>
                        <a:pt x="15783" y="7112"/>
                      </a:lnTo>
                      <a:lnTo>
                        <a:pt x="15734" y="6722"/>
                      </a:lnTo>
                      <a:lnTo>
                        <a:pt x="15661" y="6333"/>
                      </a:lnTo>
                      <a:lnTo>
                        <a:pt x="15588" y="5943"/>
                      </a:lnTo>
                      <a:lnTo>
                        <a:pt x="15466" y="5553"/>
                      </a:lnTo>
                      <a:lnTo>
                        <a:pt x="15344" y="5188"/>
                      </a:lnTo>
                      <a:lnTo>
                        <a:pt x="15198" y="4847"/>
                      </a:lnTo>
                      <a:lnTo>
                        <a:pt x="15052" y="4482"/>
                      </a:lnTo>
                      <a:lnTo>
                        <a:pt x="14881" y="4141"/>
                      </a:lnTo>
                      <a:lnTo>
                        <a:pt x="14687" y="3824"/>
                      </a:lnTo>
                      <a:lnTo>
                        <a:pt x="14467" y="3483"/>
                      </a:lnTo>
                      <a:lnTo>
                        <a:pt x="14248" y="3191"/>
                      </a:lnTo>
                      <a:lnTo>
                        <a:pt x="14029" y="2874"/>
                      </a:lnTo>
                      <a:lnTo>
                        <a:pt x="13761" y="2607"/>
                      </a:lnTo>
                      <a:lnTo>
                        <a:pt x="13518" y="2314"/>
                      </a:lnTo>
                      <a:lnTo>
                        <a:pt x="13225" y="2071"/>
                      </a:lnTo>
                      <a:lnTo>
                        <a:pt x="12957" y="1803"/>
                      </a:lnTo>
                      <a:lnTo>
                        <a:pt x="12641" y="1584"/>
                      </a:lnTo>
                      <a:lnTo>
                        <a:pt x="12349" y="1364"/>
                      </a:lnTo>
                      <a:lnTo>
                        <a:pt x="12008" y="1145"/>
                      </a:lnTo>
                      <a:lnTo>
                        <a:pt x="11691" y="950"/>
                      </a:lnTo>
                      <a:lnTo>
                        <a:pt x="11350" y="780"/>
                      </a:lnTo>
                      <a:lnTo>
                        <a:pt x="10985" y="634"/>
                      </a:lnTo>
                      <a:lnTo>
                        <a:pt x="10644" y="488"/>
                      </a:lnTo>
                      <a:lnTo>
                        <a:pt x="10278" y="366"/>
                      </a:lnTo>
                      <a:lnTo>
                        <a:pt x="9889" y="244"/>
                      </a:lnTo>
                      <a:lnTo>
                        <a:pt x="9499" y="171"/>
                      </a:lnTo>
                      <a:lnTo>
                        <a:pt x="9109" y="98"/>
                      </a:lnTo>
                      <a:lnTo>
                        <a:pt x="8720" y="49"/>
                      </a:lnTo>
                      <a:lnTo>
                        <a:pt x="8330" y="25"/>
                      </a:lnTo>
                      <a:lnTo>
                        <a:pt x="7916" y="1"/>
                      </a:lnTo>
                      <a:lnTo>
                        <a:pt x="7916" y="1"/>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7" name="Google Shape;147;p25"/>
                <p:cNvSpPr/>
                <p:nvPr/>
              </p:nvSpPr>
              <p:spPr>
                <a:xfrm>
                  <a:off x="6673500" y="333700"/>
                  <a:ext cx="347100" cy="347100"/>
                </a:xfrm>
                <a:custGeom>
                  <a:avLst/>
                  <a:gdLst/>
                  <a:ahLst/>
                  <a:cxnLst/>
                  <a:rect l="l" t="t" r="r" b="b"/>
                  <a:pathLst>
                    <a:path w="13884" h="13884" fill="none" extrusionOk="0">
                      <a:moveTo>
                        <a:pt x="6942" y="13883"/>
                      </a:moveTo>
                      <a:lnTo>
                        <a:pt x="6942" y="13883"/>
                      </a:lnTo>
                      <a:lnTo>
                        <a:pt x="6577" y="13883"/>
                      </a:lnTo>
                      <a:lnTo>
                        <a:pt x="6236" y="13834"/>
                      </a:lnTo>
                      <a:lnTo>
                        <a:pt x="5895" y="13810"/>
                      </a:lnTo>
                      <a:lnTo>
                        <a:pt x="5554" y="13737"/>
                      </a:lnTo>
                      <a:lnTo>
                        <a:pt x="5213" y="13664"/>
                      </a:lnTo>
                      <a:lnTo>
                        <a:pt x="4872" y="13566"/>
                      </a:lnTo>
                      <a:lnTo>
                        <a:pt x="4555" y="13469"/>
                      </a:lnTo>
                      <a:lnTo>
                        <a:pt x="4239" y="13323"/>
                      </a:lnTo>
                      <a:lnTo>
                        <a:pt x="3946" y="13201"/>
                      </a:lnTo>
                      <a:lnTo>
                        <a:pt x="3630" y="13031"/>
                      </a:lnTo>
                      <a:lnTo>
                        <a:pt x="3337" y="12884"/>
                      </a:lnTo>
                      <a:lnTo>
                        <a:pt x="3069" y="12690"/>
                      </a:lnTo>
                      <a:lnTo>
                        <a:pt x="2802" y="12495"/>
                      </a:lnTo>
                      <a:lnTo>
                        <a:pt x="2534" y="12300"/>
                      </a:lnTo>
                      <a:lnTo>
                        <a:pt x="2290" y="12081"/>
                      </a:lnTo>
                      <a:lnTo>
                        <a:pt x="2047" y="11837"/>
                      </a:lnTo>
                      <a:lnTo>
                        <a:pt x="1803" y="11594"/>
                      </a:lnTo>
                      <a:lnTo>
                        <a:pt x="1584" y="11350"/>
                      </a:lnTo>
                      <a:lnTo>
                        <a:pt x="1389" y="11082"/>
                      </a:lnTo>
                      <a:lnTo>
                        <a:pt x="1194" y="10814"/>
                      </a:lnTo>
                      <a:lnTo>
                        <a:pt x="999" y="10546"/>
                      </a:lnTo>
                      <a:lnTo>
                        <a:pt x="853" y="10254"/>
                      </a:lnTo>
                      <a:lnTo>
                        <a:pt x="683" y="9938"/>
                      </a:lnTo>
                      <a:lnTo>
                        <a:pt x="561" y="9645"/>
                      </a:lnTo>
                      <a:lnTo>
                        <a:pt x="415" y="9329"/>
                      </a:lnTo>
                      <a:lnTo>
                        <a:pt x="317" y="9012"/>
                      </a:lnTo>
                      <a:lnTo>
                        <a:pt x="220" y="8671"/>
                      </a:lnTo>
                      <a:lnTo>
                        <a:pt x="147" y="8330"/>
                      </a:lnTo>
                      <a:lnTo>
                        <a:pt x="74" y="7989"/>
                      </a:lnTo>
                      <a:lnTo>
                        <a:pt x="49" y="7648"/>
                      </a:lnTo>
                      <a:lnTo>
                        <a:pt x="1" y="7307"/>
                      </a:lnTo>
                      <a:lnTo>
                        <a:pt x="1" y="6942"/>
                      </a:lnTo>
                      <a:lnTo>
                        <a:pt x="1" y="6942"/>
                      </a:lnTo>
                      <a:lnTo>
                        <a:pt x="1" y="6577"/>
                      </a:lnTo>
                      <a:lnTo>
                        <a:pt x="49" y="6236"/>
                      </a:lnTo>
                      <a:lnTo>
                        <a:pt x="74" y="5895"/>
                      </a:lnTo>
                      <a:lnTo>
                        <a:pt x="147" y="5554"/>
                      </a:lnTo>
                      <a:lnTo>
                        <a:pt x="220" y="5213"/>
                      </a:lnTo>
                      <a:lnTo>
                        <a:pt x="317" y="4872"/>
                      </a:lnTo>
                      <a:lnTo>
                        <a:pt x="415" y="4555"/>
                      </a:lnTo>
                      <a:lnTo>
                        <a:pt x="561" y="4238"/>
                      </a:lnTo>
                      <a:lnTo>
                        <a:pt x="683" y="3946"/>
                      </a:lnTo>
                      <a:lnTo>
                        <a:pt x="853" y="3630"/>
                      </a:lnTo>
                      <a:lnTo>
                        <a:pt x="999" y="3337"/>
                      </a:lnTo>
                      <a:lnTo>
                        <a:pt x="1194" y="3069"/>
                      </a:lnTo>
                      <a:lnTo>
                        <a:pt x="1389" y="2802"/>
                      </a:lnTo>
                      <a:lnTo>
                        <a:pt x="1584" y="2534"/>
                      </a:lnTo>
                      <a:lnTo>
                        <a:pt x="1803" y="2290"/>
                      </a:lnTo>
                      <a:lnTo>
                        <a:pt x="2047" y="2047"/>
                      </a:lnTo>
                      <a:lnTo>
                        <a:pt x="2290" y="1803"/>
                      </a:lnTo>
                      <a:lnTo>
                        <a:pt x="2534" y="1584"/>
                      </a:lnTo>
                      <a:lnTo>
                        <a:pt x="2802" y="1389"/>
                      </a:lnTo>
                      <a:lnTo>
                        <a:pt x="3069" y="1194"/>
                      </a:lnTo>
                      <a:lnTo>
                        <a:pt x="3337" y="999"/>
                      </a:lnTo>
                      <a:lnTo>
                        <a:pt x="3630" y="853"/>
                      </a:lnTo>
                      <a:lnTo>
                        <a:pt x="3946" y="683"/>
                      </a:lnTo>
                      <a:lnTo>
                        <a:pt x="4239" y="561"/>
                      </a:lnTo>
                      <a:lnTo>
                        <a:pt x="4555" y="415"/>
                      </a:lnTo>
                      <a:lnTo>
                        <a:pt x="4872" y="317"/>
                      </a:lnTo>
                      <a:lnTo>
                        <a:pt x="5213" y="220"/>
                      </a:lnTo>
                      <a:lnTo>
                        <a:pt x="5554" y="147"/>
                      </a:lnTo>
                      <a:lnTo>
                        <a:pt x="5895" y="74"/>
                      </a:lnTo>
                      <a:lnTo>
                        <a:pt x="6236" y="49"/>
                      </a:lnTo>
                      <a:lnTo>
                        <a:pt x="6577" y="1"/>
                      </a:lnTo>
                      <a:lnTo>
                        <a:pt x="6942" y="1"/>
                      </a:lnTo>
                      <a:lnTo>
                        <a:pt x="6942" y="1"/>
                      </a:lnTo>
                      <a:lnTo>
                        <a:pt x="7307" y="1"/>
                      </a:lnTo>
                      <a:lnTo>
                        <a:pt x="7648" y="49"/>
                      </a:lnTo>
                      <a:lnTo>
                        <a:pt x="7989" y="74"/>
                      </a:lnTo>
                      <a:lnTo>
                        <a:pt x="8330" y="147"/>
                      </a:lnTo>
                      <a:lnTo>
                        <a:pt x="8671" y="220"/>
                      </a:lnTo>
                      <a:lnTo>
                        <a:pt x="9012" y="317"/>
                      </a:lnTo>
                      <a:lnTo>
                        <a:pt x="9329" y="415"/>
                      </a:lnTo>
                      <a:lnTo>
                        <a:pt x="9645" y="561"/>
                      </a:lnTo>
                      <a:lnTo>
                        <a:pt x="9938" y="683"/>
                      </a:lnTo>
                      <a:lnTo>
                        <a:pt x="10254" y="853"/>
                      </a:lnTo>
                      <a:lnTo>
                        <a:pt x="10546" y="999"/>
                      </a:lnTo>
                      <a:lnTo>
                        <a:pt x="10814" y="1194"/>
                      </a:lnTo>
                      <a:lnTo>
                        <a:pt x="11082" y="1389"/>
                      </a:lnTo>
                      <a:lnTo>
                        <a:pt x="11350" y="1584"/>
                      </a:lnTo>
                      <a:lnTo>
                        <a:pt x="11594" y="1803"/>
                      </a:lnTo>
                      <a:lnTo>
                        <a:pt x="11837" y="2047"/>
                      </a:lnTo>
                      <a:lnTo>
                        <a:pt x="12081" y="2290"/>
                      </a:lnTo>
                      <a:lnTo>
                        <a:pt x="12300" y="2534"/>
                      </a:lnTo>
                      <a:lnTo>
                        <a:pt x="12495" y="2802"/>
                      </a:lnTo>
                      <a:lnTo>
                        <a:pt x="12690" y="3069"/>
                      </a:lnTo>
                      <a:lnTo>
                        <a:pt x="12885" y="3337"/>
                      </a:lnTo>
                      <a:lnTo>
                        <a:pt x="13031" y="3630"/>
                      </a:lnTo>
                      <a:lnTo>
                        <a:pt x="13201" y="3946"/>
                      </a:lnTo>
                      <a:lnTo>
                        <a:pt x="13323" y="4238"/>
                      </a:lnTo>
                      <a:lnTo>
                        <a:pt x="13469" y="4555"/>
                      </a:lnTo>
                      <a:lnTo>
                        <a:pt x="13566" y="4872"/>
                      </a:lnTo>
                      <a:lnTo>
                        <a:pt x="13664" y="5213"/>
                      </a:lnTo>
                      <a:lnTo>
                        <a:pt x="13737" y="5554"/>
                      </a:lnTo>
                      <a:lnTo>
                        <a:pt x="13810" y="5895"/>
                      </a:lnTo>
                      <a:lnTo>
                        <a:pt x="13834" y="6236"/>
                      </a:lnTo>
                      <a:lnTo>
                        <a:pt x="13883" y="6577"/>
                      </a:lnTo>
                      <a:lnTo>
                        <a:pt x="13883" y="6942"/>
                      </a:lnTo>
                      <a:lnTo>
                        <a:pt x="13883" y="6942"/>
                      </a:lnTo>
                      <a:lnTo>
                        <a:pt x="13883" y="7307"/>
                      </a:lnTo>
                      <a:lnTo>
                        <a:pt x="13834" y="7648"/>
                      </a:lnTo>
                      <a:lnTo>
                        <a:pt x="13810" y="7989"/>
                      </a:lnTo>
                      <a:lnTo>
                        <a:pt x="13737" y="8330"/>
                      </a:lnTo>
                      <a:lnTo>
                        <a:pt x="13664" y="8671"/>
                      </a:lnTo>
                      <a:lnTo>
                        <a:pt x="13566" y="9012"/>
                      </a:lnTo>
                      <a:lnTo>
                        <a:pt x="13469" y="9329"/>
                      </a:lnTo>
                      <a:lnTo>
                        <a:pt x="13323" y="9645"/>
                      </a:lnTo>
                      <a:lnTo>
                        <a:pt x="13201" y="9938"/>
                      </a:lnTo>
                      <a:lnTo>
                        <a:pt x="13031" y="10254"/>
                      </a:lnTo>
                      <a:lnTo>
                        <a:pt x="12885" y="10546"/>
                      </a:lnTo>
                      <a:lnTo>
                        <a:pt x="12690" y="10814"/>
                      </a:lnTo>
                      <a:lnTo>
                        <a:pt x="12495" y="11082"/>
                      </a:lnTo>
                      <a:lnTo>
                        <a:pt x="12300" y="11350"/>
                      </a:lnTo>
                      <a:lnTo>
                        <a:pt x="12081" y="11594"/>
                      </a:lnTo>
                      <a:lnTo>
                        <a:pt x="11837" y="11837"/>
                      </a:lnTo>
                      <a:lnTo>
                        <a:pt x="11594" y="12081"/>
                      </a:lnTo>
                      <a:lnTo>
                        <a:pt x="11350" y="12300"/>
                      </a:lnTo>
                      <a:lnTo>
                        <a:pt x="11082" y="12495"/>
                      </a:lnTo>
                      <a:lnTo>
                        <a:pt x="10814" y="12690"/>
                      </a:lnTo>
                      <a:lnTo>
                        <a:pt x="10546" y="12884"/>
                      </a:lnTo>
                      <a:lnTo>
                        <a:pt x="10254" y="13031"/>
                      </a:lnTo>
                      <a:lnTo>
                        <a:pt x="9938" y="13201"/>
                      </a:lnTo>
                      <a:lnTo>
                        <a:pt x="9645" y="13323"/>
                      </a:lnTo>
                      <a:lnTo>
                        <a:pt x="9329" y="13469"/>
                      </a:lnTo>
                      <a:lnTo>
                        <a:pt x="9012" y="13566"/>
                      </a:lnTo>
                      <a:lnTo>
                        <a:pt x="8671" y="13664"/>
                      </a:lnTo>
                      <a:lnTo>
                        <a:pt x="8330" y="13737"/>
                      </a:lnTo>
                      <a:lnTo>
                        <a:pt x="7989" y="13810"/>
                      </a:lnTo>
                      <a:lnTo>
                        <a:pt x="7648" y="13834"/>
                      </a:lnTo>
                      <a:lnTo>
                        <a:pt x="7307" y="13883"/>
                      </a:lnTo>
                      <a:lnTo>
                        <a:pt x="6942" y="13883"/>
                      </a:lnTo>
                      <a:lnTo>
                        <a:pt x="6942" y="13883"/>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8" name="Google Shape;148;p25"/>
                <p:cNvSpPr/>
                <p:nvPr/>
              </p:nvSpPr>
              <p:spPr>
                <a:xfrm>
                  <a:off x="6848850" y="397625"/>
                  <a:ext cx="54825" cy="169300"/>
                </a:xfrm>
                <a:custGeom>
                  <a:avLst/>
                  <a:gdLst/>
                  <a:ahLst/>
                  <a:cxnLst/>
                  <a:rect l="l" t="t" r="r" b="b"/>
                  <a:pathLst>
                    <a:path w="2193" h="6772" fill="none" extrusionOk="0">
                      <a:moveTo>
                        <a:pt x="1" y="1"/>
                      </a:moveTo>
                      <a:lnTo>
                        <a:pt x="1" y="4580"/>
                      </a:lnTo>
                      <a:lnTo>
                        <a:pt x="2193" y="6772"/>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9" name="Google Shape;149;p25"/>
                <p:cNvSpPr/>
                <p:nvPr/>
              </p:nvSpPr>
              <p:spPr>
                <a:xfrm>
                  <a:off x="6847025" y="333700"/>
                  <a:ext cx="25" cy="29250"/>
                </a:xfrm>
                <a:custGeom>
                  <a:avLst/>
                  <a:gdLst/>
                  <a:ahLst/>
                  <a:cxnLst/>
                  <a:rect l="l" t="t" r="r" b="b"/>
                  <a:pathLst>
                    <a:path w="1" h="1170" fill="none" extrusionOk="0">
                      <a:moveTo>
                        <a:pt x="1" y="1170"/>
                      </a:moveTo>
                      <a:lnTo>
                        <a:pt x="1"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0" name="Google Shape;150;p25"/>
                <p:cNvSpPr/>
                <p:nvPr/>
              </p:nvSpPr>
              <p:spPr>
                <a:xfrm>
                  <a:off x="6760575" y="356850"/>
                  <a:ext cx="25" cy="25"/>
                </a:xfrm>
                <a:custGeom>
                  <a:avLst/>
                  <a:gdLst/>
                  <a:ahLst/>
                  <a:cxnLst/>
                  <a:rect l="l" t="t" r="r" b="b"/>
                  <a:pathLst>
                    <a:path w="1" h="1" fill="none" extrusionOk="0">
                      <a:moveTo>
                        <a:pt x="1" y="0"/>
                      </a:moveTo>
                      <a:lnTo>
                        <a:pt x="1"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1" name="Google Shape;151;p25"/>
                <p:cNvSpPr/>
                <p:nvPr/>
              </p:nvSpPr>
              <p:spPr>
                <a:xfrm>
                  <a:off x="6760575" y="356850"/>
                  <a:ext cx="14025" cy="24975"/>
                </a:xfrm>
                <a:custGeom>
                  <a:avLst/>
                  <a:gdLst/>
                  <a:ahLst/>
                  <a:cxnLst/>
                  <a:rect l="l" t="t" r="r" b="b"/>
                  <a:pathLst>
                    <a:path w="561" h="999" fill="none" extrusionOk="0">
                      <a:moveTo>
                        <a:pt x="1" y="0"/>
                      </a:moveTo>
                      <a:lnTo>
                        <a:pt x="561" y="999"/>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2" name="Google Shape;152;p25"/>
                <p:cNvSpPr/>
                <p:nvPr/>
              </p:nvSpPr>
              <p:spPr>
                <a:xfrm>
                  <a:off x="6696650" y="420775"/>
                  <a:ext cx="25" cy="25"/>
                </a:xfrm>
                <a:custGeom>
                  <a:avLst/>
                  <a:gdLst/>
                  <a:ahLst/>
                  <a:cxnLst/>
                  <a:rect l="l" t="t" r="r" b="b"/>
                  <a:pathLst>
                    <a:path w="1" h="1" fill="none" extrusionOk="0">
                      <a:moveTo>
                        <a:pt x="0" y="0"/>
                      </a:moveTo>
                      <a:lnTo>
                        <a:pt x="0"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3" name="Google Shape;153;p25"/>
                <p:cNvSpPr/>
                <p:nvPr/>
              </p:nvSpPr>
              <p:spPr>
                <a:xfrm>
                  <a:off x="6696650" y="420775"/>
                  <a:ext cx="24975" cy="14025"/>
                </a:xfrm>
                <a:custGeom>
                  <a:avLst/>
                  <a:gdLst/>
                  <a:ahLst/>
                  <a:cxnLst/>
                  <a:rect l="l" t="t" r="r" b="b"/>
                  <a:pathLst>
                    <a:path w="999" h="561" fill="none" extrusionOk="0">
                      <a:moveTo>
                        <a:pt x="0" y="0"/>
                      </a:moveTo>
                      <a:lnTo>
                        <a:pt x="999" y="56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4" name="Google Shape;154;p25"/>
                <p:cNvSpPr/>
                <p:nvPr/>
              </p:nvSpPr>
              <p:spPr>
                <a:xfrm>
                  <a:off x="6673500" y="507225"/>
                  <a:ext cx="29250" cy="25"/>
                </a:xfrm>
                <a:custGeom>
                  <a:avLst/>
                  <a:gdLst/>
                  <a:ahLst/>
                  <a:cxnLst/>
                  <a:rect l="l" t="t" r="r" b="b"/>
                  <a:pathLst>
                    <a:path w="1170" h="1" fill="none" extrusionOk="0">
                      <a:moveTo>
                        <a:pt x="1" y="1"/>
                      </a:moveTo>
                      <a:lnTo>
                        <a:pt x="1170"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5" name="Google Shape;155;p25"/>
                <p:cNvSpPr/>
                <p:nvPr/>
              </p:nvSpPr>
              <p:spPr>
                <a:xfrm>
                  <a:off x="6696650" y="593700"/>
                  <a:ext cx="25" cy="25"/>
                </a:xfrm>
                <a:custGeom>
                  <a:avLst/>
                  <a:gdLst/>
                  <a:ahLst/>
                  <a:cxnLst/>
                  <a:rect l="l" t="t" r="r" b="b"/>
                  <a:pathLst>
                    <a:path w="1" h="1" fill="none" extrusionOk="0">
                      <a:moveTo>
                        <a:pt x="0" y="0"/>
                      </a:moveTo>
                      <a:lnTo>
                        <a:pt x="0"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 name="Google Shape;156;p25"/>
                <p:cNvSpPr/>
                <p:nvPr/>
              </p:nvSpPr>
              <p:spPr>
                <a:xfrm>
                  <a:off x="6696650" y="579700"/>
                  <a:ext cx="24975" cy="14025"/>
                </a:xfrm>
                <a:custGeom>
                  <a:avLst/>
                  <a:gdLst/>
                  <a:ahLst/>
                  <a:cxnLst/>
                  <a:rect l="l" t="t" r="r" b="b"/>
                  <a:pathLst>
                    <a:path w="999" h="561" fill="none" extrusionOk="0">
                      <a:moveTo>
                        <a:pt x="0" y="560"/>
                      </a:moveTo>
                      <a:lnTo>
                        <a:pt x="999"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7" name="Google Shape;157;p25"/>
                <p:cNvSpPr/>
                <p:nvPr/>
              </p:nvSpPr>
              <p:spPr>
                <a:xfrm>
                  <a:off x="6760575" y="632675"/>
                  <a:ext cx="14025" cy="24975"/>
                </a:xfrm>
                <a:custGeom>
                  <a:avLst/>
                  <a:gdLst/>
                  <a:ahLst/>
                  <a:cxnLst/>
                  <a:rect l="l" t="t" r="r" b="b"/>
                  <a:pathLst>
                    <a:path w="561" h="999" fill="none" extrusionOk="0">
                      <a:moveTo>
                        <a:pt x="1" y="999"/>
                      </a:moveTo>
                      <a:lnTo>
                        <a:pt x="561"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8" name="Google Shape;158;p25"/>
                <p:cNvSpPr/>
                <p:nvPr/>
              </p:nvSpPr>
              <p:spPr>
                <a:xfrm>
                  <a:off x="6760575" y="657625"/>
                  <a:ext cx="25" cy="25"/>
                </a:xfrm>
                <a:custGeom>
                  <a:avLst/>
                  <a:gdLst/>
                  <a:ahLst/>
                  <a:cxnLst/>
                  <a:rect l="l" t="t" r="r" b="b"/>
                  <a:pathLst>
                    <a:path w="1" h="1" fill="none" extrusionOk="0">
                      <a:moveTo>
                        <a:pt x="1" y="1"/>
                      </a:moveTo>
                      <a:lnTo>
                        <a:pt x="1"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9" name="Google Shape;159;p25"/>
                <p:cNvSpPr/>
                <p:nvPr/>
              </p:nvSpPr>
              <p:spPr>
                <a:xfrm>
                  <a:off x="6847025" y="651550"/>
                  <a:ext cx="25" cy="29250"/>
                </a:xfrm>
                <a:custGeom>
                  <a:avLst/>
                  <a:gdLst/>
                  <a:ahLst/>
                  <a:cxnLst/>
                  <a:rect l="l" t="t" r="r" b="b"/>
                  <a:pathLst>
                    <a:path w="1" h="1170" fill="none" extrusionOk="0">
                      <a:moveTo>
                        <a:pt x="1" y="0"/>
                      </a:moveTo>
                      <a:lnTo>
                        <a:pt x="1" y="1169"/>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0" name="Google Shape;160;p25"/>
                <p:cNvSpPr/>
                <p:nvPr/>
              </p:nvSpPr>
              <p:spPr>
                <a:xfrm>
                  <a:off x="6919500" y="632675"/>
                  <a:ext cx="14025" cy="24975"/>
                </a:xfrm>
                <a:custGeom>
                  <a:avLst/>
                  <a:gdLst/>
                  <a:ahLst/>
                  <a:cxnLst/>
                  <a:rect l="l" t="t" r="r" b="b"/>
                  <a:pathLst>
                    <a:path w="561" h="999" fill="none" extrusionOk="0">
                      <a:moveTo>
                        <a:pt x="560" y="999"/>
                      </a:moveTo>
                      <a:lnTo>
                        <a:pt x="0"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1" name="Google Shape;161;p25"/>
                <p:cNvSpPr/>
                <p:nvPr/>
              </p:nvSpPr>
              <p:spPr>
                <a:xfrm>
                  <a:off x="6933500" y="657625"/>
                  <a:ext cx="25" cy="25"/>
                </a:xfrm>
                <a:custGeom>
                  <a:avLst/>
                  <a:gdLst/>
                  <a:ahLst/>
                  <a:cxnLst/>
                  <a:rect l="l" t="t" r="r" b="b"/>
                  <a:pathLst>
                    <a:path w="1" h="1" fill="none" extrusionOk="0">
                      <a:moveTo>
                        <a:pt x="0" y="1"/>
                      </a:moveTo>
                      <a:lnTo>
                        <a:pt x="0"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2" name="Google Shape;162;p25"/>
                <p:cNvSpPr/>
                <p:nvPr/>
              </p:nvSpPr>
              <p:spPr>
                <a:xfrm>
                  <a:off x="6972475" y="579700"/>
                  <a:ext cx="24975" cy="14025"/>
                </a:xfrm>
                <a:custGeom>
                  <a:avLst/>
                  <a:gdLst/>
                  <a:ahLst/>
                  <a:cxnLst/>
                  <a:rect l="l" t="t" r="r" b="b"/>
                  <a:pathLst>
                    <a:path w="999" h="561" fill="none" extrusionOk="0">
                      <a:moveTo>
                        <a:pt x="999" y="560"/>
                      </a:moveTo>
                      <a:lnTo>
                        <a:pt x="0"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3" name="Google Shape;163;p25"/>
                <p:cNvSpPr/>
                <p:nvPr/>
              </p:nvSpPr>
              <p:spPr>
                <a:xfrm>
                  <a:off x="6997425" y="593700"/>
                  <a:ext cx="25" cy="25"/>
                </a:xfrm>
                <a:custGeom>
                  <a:avLst/>
                  <a:gdLst/>
                  <a:ahLst/>
                  <a:cxnLst/>
                  <a:rect l="l" t="t" r="r" b="b"/>
                  <a:pathLst>
                    <a:path w="1" h="1" fill="none" extrusionOk="0">
                      <a:moveTo>
                        <a:pt x="1" y="0"/>
                      </a:moveTo>
                      <a:lnTo>
                        <a:pt x="1"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4" name="Google Shape;164;p25"/>
                <p:cNvSpPr/>
                <p:nvPr/>
              </p:nvSpPr>
              <p:spPr>
                <a:xfrm>
                  <a:off x="6991350" y="507225"/>
                  <a:ext cx="29250" cy="25"/>
                </a:xfrm>
                <a:custGeom>
                  <a:avLst/>
                  <a:gdLst/>
                  <a:ahLst/>
                  <a:cxnLst/>
                  <a:rect l="l" t="t" r="r" b="b"/>
                  <a:pathLst>
                    <a:path w="1170" h="1" fill="none" extrusionOk="0">
                      <a:moveTo>
                        <a:pt x="1169" y="1"/>
                      </a:moveTo>
                      <a:lnTo>
                        <a:pt x="0"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5" name="Google Shape;165;p25"/>
                <p:cNvSpPr/>
                <p:nvPr/>
              </p:nvSpPr>
              <p:spPr>
                <a:xfrm>
                  <a:off x="6972475" y="420775"/>
                  <a:ext cx="24975" cy="14025"/>
                </a:xfrm>
                <a:custGeom>
                  <a:avLst/>
                  <a:gdLst/>
                  <a:ahLst/>
                  <a:cxnLst/>
                  <a:rect l="l" t="t" r="r" b="b"/>
                  <a:pathLst>
                    <a:path w="999" h="561" fill="none" extrusionOk="0">
                      <a:moveTo>
                        <a:pt x="0" y="561"/>
                      </a:moveTo>
                      <a:lnTo>
                        <a:pt x="999"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6" name="Google Shape;166;p25"/>
                <p:cNvSpPr/>
                <p:nvPr/>
              </p:nvSpPr>
              <p:spPr>
                <a:xfrm>
                  <a:off x="6997425" y="420775"/>
                  <a:ext cx="25" cy="25"/>
                </a:xfrm>
                <a:custGeom>
                  <a:avLst/>
                  <a:gdLst/>
                  <a:ahLst/>
                  <a:cxnLst/>
                  <a:rect l="l" t="t" r="r" b="b"/>
                  <a:pathLst>
                    <a:path w="1" h="1" fill="none" extrusionOk="0">
                      <a:moveTo>
                        <a:pt x="1" y="0"/>
                      </a:moveTo>
                      <a:lnTo>
                        <a:pt x="1"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7" name="Google Shape;167;p25"/>
                <p:cNvSpPr/>
                <p:nvPr/>
              </p:nvSpPr>
              <p:spPr>
                <a:xfrm>
                  <a:off x="6919500" y="356850"/>
                  <a:ext cx="14025" cy="24975"/>
                </a:xfrm>
                <a:custGeom>
                  <a:avLst/>
                  <a:gdLst/>
                  <a:ahLst/>
                  <a:cxnLst/>
                  <a:rect l="l" t="t" r="r" b="b"/>
                  <a:pathLst>
                    <a:path w="561" h="999" fill="none" extrusionOk="0">
                      <a:moveTo>
                        <a:pt x="560" y="0"/>
                      </a:moveTo>
                      <a:lnTo>
                        <a:pt x="0" y="999"/>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8" name="Google Shape;168;p25"/>
                <p:cNvSpPr/>
                <p:nvPr/>
              </p:nvSpPr>
              <p:spPr>
                <a:xfrm>
                  <a:off x="6933500" y="356850"/>
                  <a:ext cx="25" cy="25"/>
                </a:xfrm>
                <a:custGeom>
                  <a:avLst/>
                  <a:gdLst/>
                  <a:ahLst/>
                  <a:cxnLst/>
                  <a:rect l="l" t="t" r="r" b="b"/>
                  <a:pathLst>
                    <a:path w="1" h="1" fill="none" extrusionOk="0">
                      <a:moveTo>
                        <a:pt x="0" y="0"/>
                      </a:moveTo>
                      <a:lnTo>
                        <a:pt x="0"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169" name="Google Shape;169;p25"/>
              <p:cNvGrpSpPr/>
              <p:nvPr/>
            </p:nvGrpSpPr>
            <p:grpSpPr>
              <a:xfrm>
                <a:off x="2945611" y="1851450"/>
                <a:ext cx="215966" cy="342399"/>
                <a:chOff x="6718575" y="2318625"/>
                <a:chExt cx="256950" cy="407375"/>
              </a:xfrm>
            </p:grpSpPr>
            <p:sp>
              <p:nvSpPr>
                <p:cNvPr id="170" name="Google Shape;170;p25"/>
                <p:cNvSpPr/>
                <p:nvPr/>
              </p:nvSpPr>
              <p:spPr>
                <a:xfrm>
                  <a:off x="6795900" y="2673600"/>
                  <a:ext cx="102300" cy="22550"/>
                </a:xfrm>
                <a:custGeom>
                  <a:avLst/>
                  <a:gdLst/>
                  <a:ahLst/>
                  <a:cxnLst/>
                  <a:rect l="l" t="t" r="r" b="b"/>
                  <a:pathLst>
                    <a:path w="4092" h="902" fill="none" extrusionOk="0">
                      <a:moveTo>
                        <a:pt x="4092" y="902"/>
                      </a:moveTo>
                      <a:lnTo>
                        <a:pt x="4092" y="1"/>
                      </a:lnTo>
                      <a:lnTo>
                        <a:pt x="0" y="1"/>
                      </a:lnTo>
                      <a:lnTo>
                        <a:pt x="0" y="902"/>
                      </a:lnTo>
                      <a:lnTo>
                        <a:pt x="4092" y="902"/>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1" name="Google Shape;171;p25"/>
                <p:cNvSpPr/>
                <p:nvPr/>
              </p:nvSpPr>
              <p:spPr>
                <a:xfrm>
                  <a:off x="6795900" y="2650475"/>
                  <a:ext cx="102300" cy="22550"/>
                </a:xfrm>
                <a:custGeom>
                  <a:avLst/>
                  <a:gdLst/>
                  <a:ahLst/>
                  <a:cxnLst/>
                  <a:rect l="l" t="t" r="r" b="b"/>
                  <a:pathLst>
                    <a:path w="4092" h="902" fill="none" extrusionOk="0">
                      <a:moveTo>
                        <a:pt x="4092" y="901"/>
                      </a:moveTo>
                      <a:lnTo>
                        <a:pt x="4092" y="0"/>
                      </a:lnTo>
                      <a:lnTo>
                        <a:pt x="0" y="0"/>
                      </a:lnTo>
                      <a:lnTo>
                        <a:pt x="0" y="901"/>
                      </a:lnTo>
                      <a:lnTo>
                        <a:pt x="4092" y="901"/>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2" name="Google Shape;172;p25"/>
                <p:cNvSpPr/>
                <p:nvPr/>
              </p:nvSpPr>
              <p:spPr>
                <a:xfrm>
                  <a:off x="6795900" y="2696125"/>
                  <a:ext cx="102300" cy="29875"/>
                </a:xfrm>
                <a:custGeom>
                  <a:avLst/>
                  <a:gdLst/>
                  <a:ahLst/>
                  <a:cxnLst/>
                  <a:rect l="l" t="t" r="r" b="b"/>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3" name="Google Shape;173;p25"/>
                <p:cNvSpPr/>
                <p:nvPr/>
              </p:nvSpPr>
              <p:spPr>
                <a:xfrm>
                  <a:off x="6784925" y="2459275"/>
                  <a:ext cx="35350" cy="166875"/>
                </a:xfrm>
                <a:custGeom>
                  <a:avLst/>
                  <a:gdLst/>
                  <a:ahLst/>
                  <a:cxnLst/>
                  <a:rect l="l" t="t" r="r" b="b"/>
                  <a:pathLst>
                    <a:path w="1414" h="6675" fill="none" extrusionOk="0">
                      <a:moveTo>
                        <a:pt x="1413" y="6674"/>
                      </a:moveTo>
                      <a:lnTo>
                        <a:pt x="1413" y="6674"/>
                      </a:lnTo>
                      <a:lnTo>
                        <a:pt x="585" y="2850"/>
                      </a:lnTo>
                      <a:lnTo>
                        <a:pt x="1"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4" name="Google Shape;174;p25"/>
                <p:cNvSpPr/>
                <p:nvPr/>
              </p:nvSpPr>
              <p:spPr>
                <a:xfrm>
                  <a:off x="6718575" y="2318625"/>
                  <a:ext cx="256950" cy="307525"/>
                </a:xfrm>
                <a:custGeom>
                  <a:avLst/>
                  <a:gdLst/>
                  <a:ahLst/>
                  <a:cxnLst/>
                  <a:rect l="l" t="t" r="r" b="b"/>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5" name="Google Shape;175;p25"/>
                <p:cNvSpPr/>
                <p:nvPr/>
              </p:nvSpPr>
              <p:spPr>
                <a:xfrm>
                  <a:off x="6873825" y="2459275"/>
                  <a:ext cx="35350" cy="166875"/>
                </a:xfrm>
                <a:custGeom>
                  <a:avLst/>
                  <a:gdLst/>
                  <a:ahLst/>
                  <a:cxnLst/>
                  <a:rect l="l" t="t" r="r" b="b"/>
                  <a:pathLst>
                    <a:path w="1414" h="6675" fill="none" extrusionOk="0">
                      <a:moveTo>
                        <a:pt x="1413" y="1"/>
                      </a:moveTo>
                      <a:lnTo>
                        <a:pt x="1413" y="1"/>
                      </a:lnTo>
                      <a:lnTo>
                        <a:pt x="829" y="2850"/>
                      </a:lnTo>
                      <a:lnTo>
                        <a:pt x="1" y="6674"/>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6" name="Google Shape;176;p25"/>
                <p:cNvSpPr/>
                <p:nvPr/>
              </p:nvSpPr>
              <p:spPr>
                <a:xfrm>
                  <a:off x="6801975" y="2453200"/>
                  <a:ext cx="90150" cy="19500"/>
                </a:xfrm>
                <a:custGeom>
                  <a:avLst/>
                  <a:gdLst/>
                  <a:ahLst/>
                  <a:cxnLst/>
                  <a:rect l="l" t="t" r="r" b="b"/>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7" name="Google Shape;177;p25"/>
                <p:cNvSpPr/>
                <p:nvPr/>
              </p:nvSpPr>
              <p:spPr>
                <a:xfrm>
                  <a:off x="6795900" y="2628550"/>
                  <a:ext cx="102300" cy="25"/>
                </a:xfrm>
                <a:custGeom>
                  <a:avLst/>
                  <a:gdLst/>
                  <a:ahLst/>
                  <a:cxnLst/>
                  <a:rect l="l" t="t" r="r" b="b"/>
                  <a:pathLst>
                    <a:path w="4092" h="1" fill="none" extrusionOk="0">
                      <a:moveTo>
                        <a:pt x="0" y="1"/>
                      </a:moveTo>
                      <a:lnTo>
                        <a:pt x="4092"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grpSp>
          <p:nvGrpSpPr>
            <p:cNvPr id="178" name="Google Shape;178;p25"/>
            <p:cNvGrpSpPr/>
            <p:nvPr/>
          </p:nvGrpSpPr>
          <p:grpSpPr>
            <a:xfrm>
              <a:off x="3832687" y="180462"/>
              <a:ext cx="4766671" cy="1632387"/>
              <a:chOff x="175087" y="180462"/>
              <a:chExt cx="4766671" cy="1632387"/>
            </a:xfrm>
          </p:grpSpPr>
          <p:grpSp>
            <p:nvGrpSpPr>
              <p:cNvPr id="179" name="Google Shape;179;p25"/>
              <p:cNvGrpSpPr/>
              <p:nvPr/>
            </p:nvGrpSpPr>
            <p:grpSpPr>
              <a:xfrm>
                <a:off x="175087" y="180462"/>
                <a:ext cx="3852688" cy="430924"/>
                <a:chOff x="175087" y="180462"/>
                <a:chExt cx="3852688" cy="430924"/>
              </a:xfrm>
            </p:grpSpPr>
            <p:grpSp>
              <p:nvGrpSpPr>
                <p:cNvPr id="180" name="Google Shape;180;p25"/>
                <p:cNvGrpSpPr/>
                <p:nvPr/>
              </p:nvGrpSpPr>
              <p:grpSpPr>
                <a:xfrm>
                  <a:off x="175087" y="186862"/>
                  <a:ext cx="342882" cy="418128"/>
                  <a:chOff x="596350" y="929175"/>
                  <a:chExt cx="407950" cy="497475"/>
                </a:xfrm>
              </p:grpSpPr>
              <p:sp>
                <p:nvSpPr>
                  <p:cNvPr id="181" name="Google Shape;181;p25"/>
                  <p:cNvSpPr/>
                  <p:nvPr/>
                </p:nvSpPr>
                <p:spPr>
                  <a:xfrm>
                    <a:off x="596350" y="953550"/>
                    <a:ext cx="387250" cy="473100"/>
                  </a:xfrm>
                  <a:custGeom>
                    <a:avLst/>
                    <a:gdLst/>
                    <a:ahLst/>
                    <a:cxnLst/>
                    <a:rect l="l" t="t" r="r" b="b"/>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2" name="Google Shape;182;p25"/>
                  <p:cNvSpPr/>
                  <p:nvPr/>
                </p:nvSpPr>
                <p:spPr>
                  <a:xfrm>
                    <a:off x="626775" y="929175"/>
                    <a:ext cx="377525" cy="462775"/>
                  </a:xfrm>
                  <a:custGeom>
                    <a:avLst/>
                    <a:gdLst/>
                    <a:ahLst/>
                    <a:cxnLst/>
                    <a:rect l="l" t="t" r="r" b="b"/>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3" name="Google Shape;183;p25"/>
                  <p:cNvSpPr/>
                  <p:nvPr/>
                </p:nvSpPr>
                <p:spPr>
                  <a:xfrm>
                    <a:off x="688900" y="1256150"/>
                    <a:ext cx="133975" cy="25"/>
                  </a:xfrm>
                  <a:custGeom>
                    <a:avLst/>
                    <a:gdLst/>
                    <a:ahLst/>
                    <a:cxnLst/>
                    <a:rect l="l" t="t" r="r" b="b"/>
                    <a:pathLst>
                      <a:path w="5359" h="1" fill="none" extrusionOk="0">
                        <a:moveTo>
                          <a:pt x="5358" y="0"/>
                        </a:moveTo>
                        <a:lnTo>
                          <a:pt x="0"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4" name="Google Shape;184;p25"/>
                  <p:cNvSpPr/>
                  <p:nvPr/>
                </p:nvSpPr>
                <p:spPr>
                  <a:xfrm>
                    <a:off x="688900" y="1201350"/>
                    <a:ext cx="255750" cy="25"/>
                  </a:xfrm>
                  <a:custGeom>
                    <a:avLst/>
                    <a:gdLst/>
                    <a:ahLst/>
                    <a:cxnLst/>
                    <a:rect l="l" t="t" r="r" b="b"/>
                    <a:pathLst>
                      <a:path w="10230" h="1" fill="none" extrusionOk="0">
                        <a:moveTo>
                          <a:pt x="10229" y="1"/>
                        </a:moveTo>
                        <a:lnTo>
                          <a:pt x="0"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5" name="Google Shape;185;p25"/>
                  <p:cNvSpPr/>
                  <p:nvPr/>
                </p:nvSpPr>
                <p:spPr>
                  <a:xfrm>
                    <a:off x="688900" y="1145950"/>
                    <a:ext cx="255750" cy="25"/>
                  </a:xfrm>
                  <a:custGeom>
                    <a:avLst/>
                    <a:gdLst/>
                    <a:ahLst/>
                    <a:cxnLst/>
                    <a:rect l="l" t="t" r="r" b="b"/>
                    <a:pathLst>
                      <a:path w="10230" h="1" fill="none" extrusionOk="0">
                        <a:moveTo>
                          <a:pt x="10229" y="0"/>
                        </a:moveTo>
                        <a:lnTo>
                          <a:pt x="0"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6" name="Google Shape;186;p25"/>
                  <p:cNvSpPr/>
                  <p:nvPr/>
                </p:nvSpPr>
                <p:spPr>
                  <a:xfrm>
                    <a:off x="688900" y="1090525"/>
                    <a:ext cx="255750" cy="25"/>
                  </a:xfrm>
                  <a:custGeom>
                    <a:avLst/>
                    <a:gdLst/>
                    <a:ahLst/>
                    <a:cxnLst/>
                    <a:rect l="l" t="t" r="r" b="b"/>
                    <a:pathLst>
                      <a:path w="10230" h="1" fill="none" extrusionOk="0">
                        <a:moveTo>
                          <a:pt x="10229" y="1"/>
                        </a:moveTo>
                        <a:lnTo>
                          <a:pt x="0"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7" name="Google Shape;187;p25"/>
                  <p:cNvSpPr/>
                  <p:nvPr/>
                </p:nvSpPr>
                <p:spPr>
                  <a:xfrm>
                    <a:off x="920250" y="929175"/>
                    <a:ext cx="84050" cy="84050"/>
                  </a:xfrm>
                  <a:custGeom>
                    <a:avLst/>
                    <a:gdLst/>
                    <a:ahLst/>
                    <a:cxnLst/>
                    <a:rect l="l" t="t" r="r" b="b"/>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88" name="Google Shape;188;p25"/>
                <p:cNvSpPr/>
                <p:nvPr/>
              </p:nvSpPr>
              <p:spPr>
                <a:xfrm>
                  <a:off x="1075552" y="221405"/>
                  <a:ext cx="351077" cy="349039"/>
                </a:xfrm>
                <a:custGeom>
                  <a:avLst/>
                  <a:gdLst/>
                  <a:ahLst/>
                  <a:cxnLst/>
                  <a:rect l="l" t="t" r="r" b="b"/>
                  <a:pathLst>
                    <a:path w="16708" h="16611" fill="none" extrusionOk="0">
                      <a:moveTo>
                        <a:pt x="414" y="8842"/>
                      </a:moveTo>
                      <a:lnTo>
                        <a:pt x="8403" y="1048"/>
                      </a:lnTo>
                      <a:lnTo>
                        <a:pt x="8403" y="1048"/>
                      </a:lnTo>
                      <a:lnTo>
                        <a:pt x="8500" y="951"/>
                      </a:lnTo>
                      <a:lnTo>
                        <a:pt x="8597" y="829"/>
                      </a:lnTo>
                      <a:lnTo>
                        <a:pt x="8865" y="658"/>
                      </a:lnTo>
                      <a:lnTo>
                        <a:pt x="9158" y="488"/>
                      </a:lnTo>
                      <a:lnTo>
                        <a:pt x="9450" y="317"/>
                      </a:lnTo>
                      <a:lnTo>
                        <a:pt x="9450" y="317"/>
                      </a:lnTo>
                      <a:lnTo>
                        <a:pt x="9839" y="171"/>
                      </a:lnTo>
                      <a:lnTo>
                        <a:pt x="10180" y="74"/>
                      </a:lnTo>
                      <a:lnTo>
                        <a:pt x="10497" y="25"/>
                      </a:lnTo>
                      <a:lnTo>
                        <a:pt x="10814" y="1"/>
                      </a:lnTo>
                      <a:lnTo>
                        <a:pt x="15344" y="1"/>
                      </a:lnTo>
                      <a:lnTo>
                        <a:pt x="15344" y="1"/>
                      </a:lnTo>
                      <a:lnTo>
                        <a:pt x="15465" y="1"/>
                      </a:lnTo>
                      <a:lnTo>
                        <a:pt x="15587" y="49"/>
                      </a:lnTo>
                      <a:lnTo>
                        <a:pt x="15855" y="122"/>
                      </a:lnTo>
                      <a:lnTo>
                        <a:pt x="16099" y="269"/>
                      </a:lnTo>
                      <a:lnTo>
                        <a:pt x="16294" y="415"/>
                      </a:lnTo>
                      <a:lnTo>
                        <a:pt x="16294" y="415"/>
                      </a:lnTo>
                      <a:lnTo>
                        <a:pt x="16391" y="537"/>
                      </a:lnTo>
                      <a:lnTo>
                        <a:pt x="16488" y="658"/>
                      </a:lnTo>
                      <a:lnTo>
                        <a:pt x="16561" y="780"/>
                      </a:lnTo>
                      <a:lnTo>
                        <a:pt x="16610" y="902"/>
                      </a:lnTo>
                      <a:lnTo>
                        <a:pt x="16659" y="1048"/>
                      </a:lnTo>
                      <a:lnTo>
                        <a:pt x="16683" y="1170"/>
                      </a:lnTo>
                      <a:lnTo>
                        <a:pt x="16708" y="1486"/>
                      </a:lnTo>
                      <a:lnTo>
                        <a:pt x="16708" y="5992"/>
                      </a:lnTo>
                      <a:lnTo>
                        <a:pt x="16708" y="5992"/>
                      </a:lnTo>
                      <a:lnTo>
                        <a:pt x="16683" y="6309"/>
                      </a:lnTo>
                      <a:lnTo>
                        <a:pt x="16635" y="6625"/>
                      </a:lnTo>
                      <a:lnTo>
                        <a:pt x="16537" y="6942"/>
                      </a:lnTo>
                      <a:lnTo>
                        <a:pt x="16391" y="7258"/>
                      </a:lnTo>
                      <a:lnTo>
                        <a:pt x="16391" y="7258"/>
                      </a:lnTo>
                      <a:lnTo>
                        <a:pt x="16342" y="7453"/>
                      </a:lnTo>
                      <a:lnTo>
                        <a:pt x="16294" y="7624"/>
                      </a:lnTo>
                      <a:lnTo>
                        <a:pt x="16196" y="7770"/>
                      </a:lnTo>
                      <a:lnTo>
                        <a:pt x="16123" y="7916"/>
                      </a:lnTo>
                      <a:lnTo>
                        <a:pt x="15928" y="8160"/>
                      </a:lnTo>
                      <a:lnTo>
                        <a:pt x="15758" y="8403"/>
                      </a:lnTo>
                      <a:lnTo>
                        <a:pt x="7891" y="16197"/>
                      </a:lnTo>
                      <a:lnTo>
                        <a:pt x="7891" y="16197"/>
                      </a:lnTo>
                      <a:lnTo>
                        <a:pt x="7794" y="16294"/>
                      </a:lnTo>
                      <a:lnTo>
                        <a:pt x="7696" y="16392"/>
                      </a:lnTo>
                      <a:lnTo>
                        <a:pt x="7574" y="16465"/>
                      </a:lnTo>
                      <a:lnTo>
                        <a:pt x="7453" y="16513"/>
                      </a:lnTo>
                      <a:lnTo>
                        <a:pt x="7185" y="16586"/>
                      </a:lnTo>
                      <a:lnTo>
                        <a:pt x="6941" y="16611"/>
                      </a:lnTo>
                      <a:lnTo>
                        <a:pt x="6941" y="16611"/>
                      </a:lnTo>
                      <a:lnTo>
                        <a:pt x="6649" y="16586"/>
                      </a:lnTo>
                      <a:lnTo>
                        <a:pt x="6503" y="16562"/>
                      </a:lnTo>
                      <a:lnTo>
                        <a:pt x="6381" y="16513"/>
                      </a:lnTo>
                      <a:lnTo>
                        <a:pt x="6235" y="16465"/>
                      </a:lnTo>
                      <a:lnTo>
                        <a:pt x="6113" y="16392"/>
                      </a:lnTo>
                      <a:lnTo>
                        <a:pt x="5991" y="16294"/>
                      </a:lnTo>
                      <a:lnTo>
                        <a:pt x="5894" y="16197"/>
                      </a:lnTo>
                      <a:lnTo>
                        <a:pt x="414" y="10839"/>
                      </a:lnTo>
                      <a:lnTo>
                        <a:pt x="414" y="10839"/>
                      </a:lnTo>
                      <a:lnTo>
                        <a:pt x="268" y="10595"/>
                      </a:lnTo>
                      <a:lnTo>
                        <a:pt x="122" y="10352"/>
                      </a:lnTo>
                      <a:lnTo>
                        <a:pt x="24" y="10108"/>
                      </a:lnTo>
                      <a:lnTo>
                        <a:pt x="0" y="10011"/>
                      </a:lnTo>
                      <a:lnTo>
                        <a:pt x="0" y="9889"/>
                      </a:lnTo>
                      <a:lnTo>
                        <a:pt x="0" y="9889"/>
                      </a:lnTo>
                      <a:lnTo>
                        <a:pt x="0" y="9718"/>
                      </a:lnTo>
                      <a:lnTo>
                        <a:pt x="24" y="9597"/>
                      </a:lnTo>
                      <a:lnTo>
                        <a:pt x="122" y="9329"/>
                      </a:lnTo>
                      <a:lnTo>
                        <a:pt x="268" y="9061"/>
                      </a:lnTo>
                      <a:lnTo>
                        <a:pt x="414" y="8842"/>
                      </a:lnTo>
                      <a:lnTo>
                        <a:pt x="414" y="8842"/>
                      </a:lnTo>
                      <a:close/>
                      <a:moveTo>
                        <a:pt x="12519" y="4190"/>
                      </a:moveTo>
                      <a:lnTo>
                        <a:pt x="12519" y="4190"/>
                      </a:lnTo>
                      <a:lnTo>
                        <a:pt x="12689" y="4336"/>
                      </a:lnTo>
                      <a:lnTo>
                        <a:pt x="12859" y="4433"/>
                      </a:lnTo>
                      <a:lnTo>
                        <a:pt x="13030" y="4482"/>
                      </a:lnTo>
                      <a:lnTo>
                        <a:pt x="13249" y="4482"/>
                      </a:lnTo>
                      <a:lnTo>
                        <a:pt x="13249" y="4482"/>
                      </a:lnTo>
                      <a:lnTo>
                        <a:pt x="13444" y="4482"/>
                      </a:lnTo>
                      <a:lnTo>
                        <a:pt x="13615" y="4433"/>
                      </a:lnTo>
                      <a:lnTo>
                        <a:pt x="13761" y="4336"/>
                      </a:lnTo>
                      <a:lnTo>
                        <a:pt x="13882" y="4190"/>
                      </a:lnTo>
                      <a:lnTo>
                        <a:pt x="13882" y="4190"/>
                      </a:lnTo>
                      <a:lnTo>
                        <a:pt x="14029" y="4044"/>
                      </a:lnTo>
                      <a:lnTo>
                        <a:pt x="14102" y="3873"/>
                      </a:lnTo>
                      <a:lnTo>
                        <a:pt x="14150" y="3727"/>
                      </a:lnTo>
                      <a:lnTo>
                        <a:pt x="14175" y="3557"/>
                      </a:lnTo>
                      <a:lnTo>
                        <a:pt x="14175" y="3557"/>
                      </a:lnTo>
                      <a:lnTo>
                        <a:pt x="14150" y="3362"/>
                      </a:lnTo>
                      <a:lnTo>
                        <a:pt x="14102" y="3167"/>
                      </a:lnTo>
                      <a:lnTo>
                        <a:pt x="14029" y="2996"/>
                      </a:lnTo>
                      <a:lnTo>
                        <a:pt x="13882" y="2850"/>
                      </a:lnTo>
                      <a:lnTo>
                        <a:pt x="13882" y="2850"/>
                      </a:lnTo>
                      <a:lnTo>
                        <a:pt x="13761" y="2728"/>
                      </a:lnTo>
                      <a:lnTo>
                        <a:pt x="13615" y="2655"/>
                      </a:lnTo>
                      <a:lnTo>
                        <a:pt x="13444" y="2582"/>
                      </a:lnTo>
                      <a:lnTo>
                        <a:pt x="13249" y="2558"/>
                      </a:lnTo>
                      <a:lnTo>
                        <a:pt x="13249" y="2558"/>
                      </a:lnTo>
                      <a:lnTo>
                        <a:pt x="13030" y="2582"/>
                      </a:lnTo>
                      <a:lnTo>
                        <a:pt x="12859" y="2655"/>
                      </a:lnTo>
                      <a:lnTo>
                        <a:pt x="12689" y="2728"/>
                      </a:lnTo>
                      <a:lnTo>
                        <a:pt x="12519" y="2850"/>
                      </a:lnTo>
                      <a:lnTo>
                        <a:pt x="12519" y="2850"/>
                      </a:lnTo>
                      <a:lnTo>
                        <a:pt x="12445" y="2996"/>
                      </a:lnTo>
                      <a:lnTo>
                        <a:pt x="12372" y="3167"/>
                      </a:lnTo>
                      <a:lnTo>
                        <a:pt x="12324" y="3362"/>
                      </a:lnTo>
                      <a:lnTo>
                        <a:pt x="12324" y="3557"/>
                      </a:lnTo>
                      <a:lnTo>
                        <a:pt x="12324" y="3557"/>
                      </a:lnTo>
                      <a:lnTo>
                        <a:pt x="12324" y="3727"/>
                      </a:lnTo>
                      <a:lnTo>
                        <a:pt x="12372" y="3873"/>
                      </a:lnTo>
                      <a:lnTo>
                        <a:pt x="12445" y="4044"/>
                      </a:lnTo>
                      <a:lnTo>
                        <a:pt x="12519" y="4190"/>
                      </a:lnTo>
                      <a:lnTo>
                        <a:pt x="12519" y="4190"/>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89" name="Google Shape;189;p25"/>
                <p:cNvSpPr/>
                <p:nvPr/>
              </p:nvSpPr>
              <p:spPr>
                <a:xfrm>
                  <a:off x="1984212" y="227541"/>
                  <a:ext cx="336767" cy="336767"/>
                </a:xfrm>
                <a:custGeom>
                  <a:avLst/>
                  <a:gdLst/>
                  <a:ahLst/>
                  <a:cxnLst/>
                  <a:rect l="l" t="t" r="r" b="b"/>
                  <a:pathLst>
                    <a:path w="16027" h="16027" fill="none" extrusionOk="0">
                      <a:moveTo>
                        <a:pt x="14029" y="4019"/>
                      </a:moveTo>
                      <a:lnTo>
                        <a:pt x="14029" y="4019"/>
                      </a:lnTo>
                      <a:lnTo>
                        <a:pt x="14200" y="3849"/>
                      </a:lnTo>
                      <a:lnTo>
                        <a:pt x="14395" y="3752"/>
                      </a:lnTo>
                      <a:lnTo>
                        <a:pt x="14614" y="3678"/>
                      </a:lnTo>
                      <a:lnTo>
                        <a:pt x="14809" y="3630"/>
                      </a:lnTo>
                      <a:lnTo>
                        <a:pt x="15028" y="3581"/>
                      </a:lnTo>
                      <a:lnTo>
                        <a:pt x="15247" y="3484"/>
                      </a:lnTo>
                      <a:lnTo>
                        <a:pt x="15442" y="3362"/>
                      </a:lnTo>
                      <a:lnTo>
                        <a:pt x="15661" y="3191"/>
                      </a:lnTo>
                      <a:lnTo>
                        <a:pt x="15661" y="3191"/>
                      </a:lnTo>
                      <a:lnTo>
                        <a:pt x="15832" y="2997"/>
                      </a:lnTo>
                      <a:lnTo>
                        <a:pt x="15929" y="2777"/>
                      </a:lnTo>
                      <a:lnTo>
                        <a:pt x="16002" y="2534"/>
                      </a:lnTo>
                      <a:lnTo>
                        <a:pt x="16026" y="2266"/>
                      </a:lnTo>
                      <a:lnTo>
                        <a:pt x="16026" y="2266"/>
                      </a:lnTo>
                      <a:lnTo>
                        <a:pt x="16002" y="2047"/>
                      </a:lnTo>
                      <a:lnTo>
                        <a:pt x="15978" y="1827"/>
                      </a:lnTo>
                      <a:lnTo>
                        <a:pt x="15905" y="1633"/>
                      </a:lnTo>
                      <a:lnTo>
                        <a:pt x="15807" y="1413"/>
                      </a:lnTo>
                      <a:lnTo>
                        <a:pt x="15710" y="1243"/>
                      </a:lnTo>
                      <a:lnTo>
                        <a:pt x="15588" y="1048"/>
                      </a:lnTo>
                      <a:lnTo>
                        <a:pt x="15466" y="878"/>
                      </a:lnTo>
                      <a:lnTo>
                        <a:pt x="15320" y="707"/>
                      </a:lnTo>
                      <a:lnTo>
                        <a:pt x="15320" y="707"/>
                      </a:lnTo>
                      <a:lnTo>
                        <a:pt x="15150" y="561"/>
                      </a:lnTo>
                      <a:lnTo>
                        <a:pt x="14979" y="439"/>
                      </a:lnTo>
                      <a:lnTo>
                        <a:pt x="14784" y="317"/>
                      </a:lnTo>
                      <a:lnTo>
                        <a:pt x="14590" y="196"/>
                      </a:lnTo>
                      <a:lnTo>
                        <a:pt x="14395" y="123"/>
                      </a:lnTo>
                      <a:lnTo>
                        <a:pt x="14175" y="50"/>
                      </a:lnTo>
                      <a:lnTo>
                        <a:pt x="13981" y="25"/>
                      </a:lnTo>
                      <a:lnTo>
                        <a:pt x="13761" y="1"/>
                      </a:lnTo>
                      <a:lnTo>
                        <a:pt x="13761" y="1"/>
                      </a:lnTo>
                      <a:lnTo>
                        <a:pt x="13494" y="25"/>
                      </a:lnTo>
                      <a:lnTo>
                        <a:pt x="13250" y="98"/>
                      </a:lnTo>
                      <a:lnTo>
                        <a:pt x="13031" y="196"/>
                      </a:lnTo>
                      <a:lnTo>
                        <a:pt x="12836" y="366"/>
                      </a:lnTo>
                      <a:lnTo>
                        <a:pt x="12836" y="366"/>
                      </a:lnTo>
                      <a:lnTo>
                        <a:pt x="12665" y="561"/>
                      </a:lnTo>
                      <a:lnTo>
                        <a:pt x="12544" y="780"/>
                      </a:lnTo>
                      <a:lnTo>
                        <a:pt x="12471" y="975"/>
                      </a:lnTo>
                      <a:lnTo>
                        <a:pt x="12422" y="1194"/>
                      </a:lnTo>
                      <a:lnTo>
                        <a:pt x="12349" y="1413"/>
                      </a:lnTo>
                      <a:lnTo>
                        <a:pt x="12276" y="1608"/>
                      </a:lnTo>
                      <a:lnTo>
                        <a:pt x="12178" y="1827"/>
                      </a:lnTo>
                      <a:lnTo>
                        <a:pt x="12008" y="1998"/>
                      </a:lnTo>
                      <a:lnTo>
                        <a:pt x="12008" y="1998"/>
                      </a:lnTo>
                      <a:lnTo>
                        <a:pt x="11740" y="2266"/>
                      </a:lnTo>
                      <a:lnTo>
                        <a:pt x="11496" y="2436"/>
                      </a:lnTo>
                      <a:lnTo>
                        <a:pt x="11277" y="2534"/>
                      </a:lnTo>
                      <a:lnTo>
                        <a:pt x="11082" y="2582"/>
                      </a:lnTo>
                      <a:lnTo>
                        <a:pt x="10888" y="2582"/>
                      </a:lnTo>
                      <a:lnTo>
                        <a:pt x="10717" y="2534"/>
                      </a:lnTo>
                      <a:lnTo>
                        <a:pt x="10547" y="2412"/>
                      </a:lnTo>
                      <a:lnTo>
                        <a:pt x="10376" y="2290"/>
                      </a:lnTo>
                      <a:lnTo>
                        <a:pt x="10206" y="2095"/>
                      </a:lnTo>
                      <a:lnTo>
                        <a:pt x="10035" y="1901"/>
                      </a:lnTo>
                      <a:lnTo>
                        <a:pt x="9670" y="1413"/>
                      </a:lnTo>
                      <a:lnTo>
                        <a:pt x="9231" y="878"/>
                      </a:lnTo>
                      <a:lnTo>
                        <a:pt x="8988" y="585"/>
                      </a:lnTo>
                      <a:lnTo>
                        <a:pt x="8720" y="293"/>
                      </a:lnTo>
                      <a:lnTo>
                        <a:pt x="8720" y="293"/>
                      </a:lnTo>
                      <a:lnTo>
                        <a:pt x="8574" y="171"/>
                      </a:lnTo>
                      <a:lnTo>
                        <a:pt x="8379" y="74"/>
                      </a:lnTo>
                      <a:lnTo>
                        <a:pt x="8209" y="25"/>
                      </a:lnTo>
                      <a:lnTo>
                        <a:pt x="8014" y="1"/>
                      </a:lnTo>
                      <a:lnTo>
                        <a:pt x="8014" y="1"/>
                      </a:lnTo>
                      <a:lnTo>
                        <a:pt x="7916" y="25"/>
                      </a:lnTo>
                      <a:lnTo>
                        <a:pt x="7770" y="98"/>
                      </a:lnTo>
                      <a:lnTo>
                        <a:pt x="7307" y="366"/>
                      </a:lnTo>
                      <a:lnTo>
                        <a:pt x="7039" y="537"/>
                      </a:lnTo>
                      <a:lnTo>
                        <a:pt x="6747" y="756"/>
                      </a:lnTo>
                      <a:lnTo>
                        <a:pt x="6431" y="975"/>
                      </a:lnTo>
                      <a:lnTo>
                        <a:pt x="6138" y="1243"/>
                      </a:lnTo>
                      <a:lnTo>
                        <a:pt x="5870" y="1511"/>
                      </a:lnTo>
                      <a:lnTo>
                        <a:pt x="5627" y="1803"/>
                      </a:lnTo>
                      <a:lnTo>
                        <a:pt x="5432" y="2095"/>
                      </a:lnTo>
                      <a:lnTo>
                        <a:pt x="5359" y="2242"/>
                      </a:lnTo>
                      <a:lnTo>
                        <a:pt x="5310" y="2412"/>
                      </a:lnTo>
                      <a:lnTo>
                        <a:pt x="5262" y="2558"/>
                      </a:lnTo>
                      <a:lnTo>
                        <a:pt x="5237" y="2704"/>
                      </a:lnTo>
                      <a:lnTo>
                        <a:pt x="5237" y="2850"/>
                      </a:lnTo>
                      <a:lnTo>
                        <a:pt x="5262" y="3021"/>
                      </a:lnTo>
                      <a:lnTo>
                        <a:pt x="5310" y="3167"/>
                      </a:lnTo>
                      <a:lnTo>
                        <a:pt x="5383" y="3313"/>
                      </a:lnTo>
                      <a:lnTo>
                        <a:pt x="5481" y="3459"/>
                      </a:lnTo>
                      <a:lnTo>
                        <a:pt x="5603" y="3605"/>
                      </a:lnTo>
                      <a:lnTo>
                        <a:pt x="5603" y="3605"/>
                      </a:lnTo>
                      <a:lnTo>
                        <a:pt x="5797" y="3752"/>
                      </a:lnTo>
                      <a:lnTo>
                        <a:pt x="5992" y="3849"/>
                      </a:lnTo>
                      <a:lnTo>
                        <a:pt x="6187" y="3946"/>
                      </a:lnTo>
                      <a:lnTo>
                        <a:pt x="6406" y="3995"/>
                      </a:lnTo>
                      <a:lnTo>
                        <a:pt x="6625" y="4044"/>
                      </a:lnTo>
                      <a:lnTo>
                        <a:pt x="6845" y="4141"/>
                      </a:lnTo>
                      <a:lnTo>
                        <a:pt x="7039" y="4239"/>
                      </a:lnTo>
                      <a:lnTo>
                        <a:pt x="7234" y="4409"/>
                      </a:lnTo>
                      <a:lnTo>
                        <a:pt x="7234" y="4409"/>
                      </a:lnTo>
                      <a:lnTo>
                        <a:pt x="7405" y="4604"/>
                      </a:lnTo>
                      <a:lnTo>
                        <a:pt x="7502" y="4823"/>
                      </a:lnTo>
                      <a:lnTo>
                        <a:pt x="7575" y="5067"/>
                      </a:lnTo>
                      <a:lnTo>
                        <a:pt x="7600" y="5359"/>
                      </a:lnTo>
                      <a:lnTo>
                        <a:pt x="7600" y="5359"/>
                      </a:lnTo>
                      <a:lnTo>
                        <a:pt x="7575" y="5554"/>
                      </a:lnTo>
                      <a:lnTo>
                        <a:pt x="7551" y="5773"/>
                      </a:lnTo>
                      <a:lnTo>
                        <a:pt x="7478" y="5968"/>
                      </a:lnTo>
                      <a:lnTo>
                        <a:pt x="7405" y="6163"/>
                      </a:lnTo>
                      <a:lnTo>
                        <a:pt x="7307" y="6357"/>
                      </a:lnTo>
                      <a:lnTo>
                        <a:pt x="7186" y="6552"/>
                      </a:lnTo>
                      <a:lnTo>
                        <a:pt x="7039" y="6723"/>
                      </a:lnTo>
                      <a:lnTo>
                        <a:pt x="6893" y="6893"/>
                      </a:lnTo>
                      <a:lnTo>
                        <a:pt x="6893" y="6893"/>
                      </a:lnTo>
                      <a:lnTo>
                        <a:pt x="6723" y="7039"/>
                      </a:lnTo>
                      <a:lnTo>
                        <a:pt x="6552" y="7186"/>
                      </a:lnTo>
                      <a:lnTo>
                        <a:pt x="6382" y="7283"/>
                      </a:lnTo>
                      <a:lnTo>
                        <a:pt x="6187" y="7405"/>
                      </a:lnTo>
                      <a:lnTo>
                        <a:pt x="5992" y="7478"/>
                      </a:lnTo>
                      <a:lnTo>
                        <a:pt x="5773" y="7551"/>
                      </a:lnTo>
                      <a:lnTo>
                        <a:pt x="5554" y="7575"/>
                      </a:lnTo>
                      <a:lnTo>
                        <a:pt x="5359" y="7600"/>
                      </a:lnTo>
                      <a:lnTo>
                        <a:pt x="5359" y="7600"/>
                      </a:lnTo>
                      <a:lnTo>
                        <a:pt x="5091" y="7575"/>
                      </a:lnTo>
                      <a:lnTo>
                        <a:pt x="4848" y="7502"/>
                      </a:lnTo>
                      <a:lnTo>
                        <a:pt x="4604" y="7405"/>
                      </a:lnTo>
                      <a:lnTo>
                        <a:pt x="4409" y="7234"/>
                      </a:lnTo>
                      <a:lnTo>
                        <a:pt x="4409" y="7234"/>
                      </a:lnTo>
                      <a:lnTo>
                        <a:pt x="4239" y="7039"/>
                      </a:lnTo>
                      <a:lnTo>
                        <a:pt x="4117" y="6820"/>
                      </a:lnTo>
                      <a:lnTo>
                        <a:pt x="4044" y="6601"/>
                      </a:lnTo>
                      <a:lnTo>
                        <a:pt x="3971" y="6382"/>
                      </a:lnTo>
                      <a:lnTo>
                        <a:pt x="3922" y="6187"/>
                      </a:lnTo>
                      <a:lnTo>
                        <a:pt x="3849" y="5992"/>
                      </a:lnTo>
                      <a:lnTo>
                        <a:pt x="3752" y="5797"/>
                      </a:lnTo>
                      <a:lnTo>
                        <a:pt x="3605" y="5602"/>
                      </a:lnTo>
                      <a:lnTo>
                        <a:pt x="3605" y="5602"/>
                      </a:lnTo>
                      <a:lnTo>
                        <a:pt x="3459" y="5481"/>
                      </a:lnTo>
                      <a:lnTo>
                        <a:pt x="3313" y="5383"/>
                      </a:lnTo>
                      <a:lnTo>
                        <a:pt x="3167" y="5310"/>
                      </a:lnTo>
                      <a:lnTo>
                        <a:pt x="3021" y="5262"/>
                      </a:lnTo>
                      <a:lnTo>
                        <a:pt x="2850" y="5237"/>
                      </a:lnTo>
                      <a:lnTo>
                        <a:pt x="2704" y="5237"/>
                      </a:lnTo>
                      <a:lnTo>
                        <a:pt x="2558" y="5262"/>
                      </a:lnTo>
                      <a:lnTo>
                        <a:pt x="2412" y="5310"/>
                      </a:lnTo>
                      <a:lnTo>
                        <a:pt x="2242" y="5359"/>
                      </a:lnTo>
                      <a:lnTo>
                        <a:pt x="2095" y="5432"/>
                      </a:lnTo>
                      <a:lnTo>
                        <a:pt x="1803" y="5627"/>
                      </a:lnTo>
                      <a:lnTo>
                        <a:pt x="1511" y="5870"/>
                      </a:lnTo>
                      <a:lnTo>
                        <a:pt x="1243" y="6138"/>
                      </a:lnTo>
                      <a:lnTo>
                        <a:pt x="975" y="6431"/>
                      </a:lnTo>
                      <a:lnTo>
                        <a:pt x="756" y="6747"/>
                      </a:lnTo>
                      <a:lnTo>
                        <a:pt x="537" y="7039"/>
                      </a:lnTo>
                      <a:lnTo>
                        <a:pt x="366" y="7307"/>
                      </a:lnTo>
                      <a:lnTo>
                        <a:pt x="98" y="7770"/>
                      </a:lnTo>
                      <a:lnTo>
                        <a:pt x="25" y="7916"/>
                      </a:lnTo>
                      <a:lnTo>
                        <a:pt x="1" y="8014"/>
                      </a:lnTo>
                      <a:lnTo>
                        <a:pt x="1" y="8014"/>
                      </a:lnTo>
                      <a:lnTo>
                        <a:pt x="25" y="8208"/>
                      </a:lnTo>
                      <a:lnTo>
                        <a:pt x="74" y="8379"/>
                      </a:lnTo>
                      <a:lnTo>
                        <a:pt x="171" y="8574"/>
                      </a:lnTo>
                      <a:lnTo>
                        <a:pt x="293" y="8720"/>
                      </a:lnTo>
                      <a:lnTo>
                        <a:pt x="293" y="8720"/>
                      </a:lnTo>
                      <a:lnTo>
                        <a:pt x="585" y="8988"/>
                      </a:lnTo>
                      <a:lnTo>
                        <a:pt x="878" y="9231"/>
                      </a:lnTo>
                      <a:lnTo>
                        <a:pt x="1413" y="9670"/>
                      </a:lnTo>
                      <a:lnTo>
                        <a:pt x="1901" y="10035"/>
                      </a:lnTo>
                      <a:lnTo>
                        <a:pt x="2095" y="10206"/>
                      </a:lnTo>
                      <a:lnTo>
                        <a:pt x="2290" y="10376"/>
                      </a:lnTo>
                      <a:lnTo>
                        <a:pt x="2412" y="10547"/>
                      </a:lnTo>
                      <a:lnTo>
                        <a:pt x="2534" y="10717"/>
                      </a:lnTo>
                      <a:lnTo>
                        <a:pt x="2583" y="10888"/>
                      </a:lnTo>
                      <a:lnTo>
                        <a:pt x="2583" y="11082"/>
                      </a:lnTo>
                      <a:lnTo>
                        <a:pt x="2534" y="11277"/>
                      </a:lnTo>
                      <a:lnTo>
                        <a:pt x="2436" y="11496"/>
                      </a:lnTo>
                      <a:lnTo>
                        <a:pt x="2266" y="11740"/>
                      </a:lnTo>
                      <a:lnTo>
                        <a:pt x="1998" y="12008"/>
                      </a:lnTo>
                      <a:lnTo>
                        <a:pt x="1998" y="12008"/>
                      </a:lnTo>
                      <a:lnTo>
                        <a:pt x="1828" y="12178"/>
                      </a:lnTo>
                      <a:lnTo>
                        <a:pt x="1633" y="12276"/>
                      </a:lnTo>
                      <a:lnTo>
                        <a:pt x="1413" y="12349"/>
                      </a:lnTo>
                      <a:lnTo>
                        <a:pt x="1219" y="12398"/>
                      </a:lnTo>
                      <a:lnTo>
                        <a:pt x="999" y="12446"/>
                      </a:lnTo>
                      <a:lnTo>
                        <a:pt x="780" y="12544"/>
                      </a:lnTo>
                      <a:lnTo>
                        <a:pt x="585" y="12665"/>
                      </a:lnTo>
                      <a:lnTo>
                        <a:pt x="366" y="12836"/>
                      </a:lnTo>
                      <a:lnTo>
                        <a:pt x="366" y="12836"/>
                      </a:lnTo>
                      <a:lnTo>
                        <a:pt x="196" y="13031"/>
                      </a:lnTo>
                      <a:lnTo>
                        <a:pt x="98" y="13250"/>
                      </a:lnTo>
                      <a:lnTo>
                        <a:pt x="25" y="13493"/>
                      </a:lnTo>
                      <a:lnTo>
                        <a:pt x="1" y="13761"/>
                      </a:lnTo>
                      <a:lnTo>
                        <a:pt x="1" y="13761"/>
                      </a:lnTo>
                      <a:lnTo>
                        <a:pt x="25" y="13981"/>
                      </a:lnTo>
                      <a:lnTo>
                        <a:pt x="50" y="14200"/>
                      </a:lnTo>
                      <a:lnTo>
                        <a:pt x="123" y="14395"/>
                      </a:lnTo>
                      <a:lnTo>
                        <a:pt x="220" y="14614"/>
                      </a:lnTo>
                      <a:lnTo>
                        <a:pt x="318" y="14784"/>
                      </a:lnTo>
                      <a:lnTo>
                        <a:pt x="439" y="14979"/>
                      </a:lnTo>
                      <a:lnTo>
                        <a:pt x="561" y="15150"/>
                      </a:lnTo>
                      <a:lnTo>
                        <a:pt x="707" y="15320"/>
                      </a:lnTo>
                      <a:lnTo>
                        <a:pt x="707" y="15320"/>
                      </a:lnTo>
                      <a:lnTo>
                        <a:pt x="878" y="15466"/>
                      </a:lnTo>
                      <a:lnTo>
                        <a:pt x="1048" y="15588"/>
                      </a:lnTo>
                      <a:lnTo>
                        <a:pt x="1243" y="15710"/>
                      </a:lnTo>
                      <a:lnTo>
                        <a:pt x="1438" y="15832"/>
                      </a:lnTo>
                      <a:lnTo>
                        <a:pt x="1633" y="15905"/>
                      </a:lnTo>
                      <a:lnTo>
                        <a:pt x="1852" y="15978"/>
                      </a:lnTo>
                      <a:lnTo>
                        <a:pt x="2047" y="16002"/>
                      </a:lnTo>
                      <a:lnTo>
                        <a:pt x="2266" y="16026"/>
                      </a:lnTo>
                      <a:lnTo>
                        <a:pt x="2266" y="16026"/>
                      </a:lnTo>
                      <a:lnTo>
                        <a:pt x="2534" y="16002"/>
                      </a:lnTo>
                      <a:lnTo>
                        <a:pt x="2777" y="15929"/>
                      </a:lnTo>
                      <a:lnTo>
                        <a:pt x="2997" y="15832"/>
                      </a:lnTo>
                      <a:lnTo>
                        <a:pt x="3191" y="15661"/>
                      </a:lnTo>
                      <a:lnTo>
                        <a:pt x="3191" y="15661"/>
                      </a:lnTo>
                      <a:lnTo>
                        <a:pt x="3362" y="15466"/>
                      </a:lnTo>
                      <a:lnTo>
                        <a:pt x="3484" y="15247"/>
                      </a:lnTo>
                      <a:lnTo>
                        <a:pt x="3557" y="15052"/>
                      </a:lnTo>
                      <a:lnTo>
                        <a:pt x="3605" y="14833"/>
                      </a:lnTo>
                      <a:lnTo>
                        <a:pt x="3679" y="14614"/>
                      </a:lnTo>
                      <a:lnTo>
                        <a:pt x="3752" y="14419"/>
                      </a:lnTo>
                      <a:lnTo>
                        <a:pt x="3849" y="14200"/>
                      </a:lnTo>
                      <a:lnTo>
                        <a:pt x="4019" y="14029"/>
                      </a:lnTo>
                      <a:lnTo>
                        <a:pt x="4019" y="14029"/>
                      </a:lnTo>
                      <a:lnTo>
                        <a:pt x="4287" y="13786"/>
                      </a:lnTo>
                      <a:lnTo>
                        <a:pt x="4531" y="13591"/>
                      </a:lnTo>
                      <a:lnTo>
                        <a:pt x="4750" y="13493"/>
                      </a:lnTo>
                      <a:lnTo>
                        <a:pt x="4945" y="13445"/>
                      </a:lnTo>
                      <a:lnTo>
                        <a:pt x="5140" y="13445"/>
                      </a:lnTo>
                      <a:lnTo>
                        <a:pt x="5310" y="13493"/>
                      </a:lnTo>
                      <a:lnTo>
                        <a:pt x="5481" y="13615"/>
                      </a:lnTo>
                      <a:lnTo>
                        <a:pt x="5651" y="13737"/>
                      </a:lnTo>
                      <a:lnTo>
                        <a:pt x="5822" y="13932"/>
                      </a:lnTo>
                      <a:lnTo>
                        <a:pt x="5992" y="14127"/>
                      </a:lnTo>
                      <a:lnTo>
                        <a:pt x="6358" y="14614"/>
                      </a:lnTo>
                      <a:lnTo>
                        <a:pt x="6796" y="15150"/>
                      </a:lnTo>
                      <a:lnTo>
                        <a:pt x="7039" y="15442"/>
                      </a:lnTo>
                      <a:lnTo>
                        <a:pt x="7307" y="15734"/>
                      </a:lnTo>
                      <a:lnTo>
                        <a:pt x="7307" y="15734"/>
                      </a:lnTo>
                      <a:lnTo>
                        <a:pt x="7454" y="15856"/>
                      </a:lnTo>
                      <a:lnTo>
                        <a:pt x="7648" y="15953"/>
                      </a:lnTo>
                      <a:lnTo>
                        <a:pt x="7819" y="16002"/>
                      </a:lnTo>
                      <a:lnTo>
                        <a:pt x="8014" y="16026"/>
                      </a:lnTo>
                      <a:lnTo>
                        <a:pt x="8014" y="16026"/>
                      </a:lnTo>
                      <a:lnTo>
                        <a:pt x="8111" y="16002"/>
                      </a:lnTo>
                      <a:lnTo>
                        <a:pt x="8257" y="15929"/>
                      </a:lnTo>
                      <a:lnTo>
                        <a:pt x="8720" y="15661"/>
                      </a:lnTo>
                      <a:lnTo>
                        <a:pt x="8988" y="15491"/>
                      </a:lnTo>
                      <a:lnTo>
                        <a:pt x="9280" y="15271"/>
                      </a:lnTo>
                      <a:lnTo>
                        <a:pt x="9597" y="15052"/>
                      </a:lnTo>
                      <a:lnTo>
                        <a:pt x="9889" y="14784"/>
                      </a:lnTo>
                      <a:lnTo>
                        <a:pt x="10157" y="14516"/>
                      </a:lnTo>
                      <a:lnTo>
                        <a:pt x="10400" y="14224"/>
                      </a:lnTo>
                      <a:lnTo>
                        <a:pt x="10595" y="13932"/>
                      </a:lnTo>
                      <a:lnTo>
                        <a:pt x="10668" y="13786"/>
                      </a:lnTo>
                      <a:lnTo>
                        <a:pt x="10717" y="13615"/>
                      </a:lnTo>
                      <a:lnTo>
                        <a:pt x="10766" y="13469"/>
                      </a:lnTo>
                      <a:lnTo>
                        <a:pt x="10790" y="13323"/>
                      </a:lnTo>
                      <a:lnTo>
                        <a:pt x="10790" y="13177"/>
                      </a:lnTo>
                      <a:lnTo>
                        <a:pt x="10766" y="13006"/>
                      </a:lnTo>
                      <a:lnTo>
                        <a:pt x="10717" y="12860"/>
                      </a:lnTo>
                      <a:lnTo>
                        <a:pt x="10644" y="12714"/>
                      </a:lnTo>
                      <a:lnTo>
                        <a:pt x="10547" y="12568"/>
                      </a:lnTo>
                      <a:lnTo>
                        <a:pt x="10425" y="12422"/>
                      </a:lnTo>
                      <a:lnTo>
                        <a:pt x="10425" y="12422"/>
                      </a:lnTo>
                      <a:lnTo>
                        <a:pt x="10230" y="12276"/>
                      </a:lnTo>
                      <a:lnTo>
                        <a:pt x="10035" y="12178"/>
                      </a:lnTo>
                      <a:lnTo>
                        <a:pt x="9840" y="12105"/>
                      </a:lnTo>
                      <a:lnTo>
                        <a:pt x="9621" y="12032"/>
                      </a:lnTo>
                      <a:lnTo>
                        <a:pt x="9402" y="11983"/>
                      </a:lnTo>
                      <a:lnTo>
                        <a:pt x="9183" y="11886"/>
                      </a:lnTo>
                      <a:lnTo>
                        <a:pt x="8988" y="11789"/>
                      </a:lnTo>
                      <a:lnTo>
                        <a:pt x="8793" y="11618"/>
                      </a:lnTo>
                      <a:lnTo>
                        <a:pt x="8793" y="11618"/>
                      </a:lnTo>
                      <a:lnTo>
                        <a:pt x="8623" y="11423"/>
                      </a:lnTo>
                      <a:lnTo>
                        <a:pt x="8525" y="11204"/>
                      </a:lnTo>
                      <a:lnTo>
                        <a:pt x="8452" y="10961"/>
                      </a:lnTo>
                      <a:lnTo>
                        <a:pt x="8428" y="10668"/>
                      </a:lnTo>
                      <a:lnTo>
                        <a:pt x="8428" y="10668"/>
                      </a:lnTo>
                      <a:lnTo>
                        <a:pt x="8452" y="10473"/>
                      </a:lnTo>
                      <a:lnTo>
                        <a:pt x="8476" y="10254"/>
                      </a:lnTo>
                      <a:lnTo>
                        <a:pt x="8549" y="10059"/>
                      </a:lnTo>
                      <a:lnTo>
                        <a:pt x="8623" y="9865"/>
                      </a:lnTo>
                      <a:lnTo>
                        <a:pt x="8720" y="9670"/>
                      </a:lnTo>
                      <a:lnTo>
                        <a:pt x="8842" y="9475"/>
                      </a:lnTo>
                      <a:lnTo>
                        <a:pt x="8988" y="9304"/>
                      </a:lnTo>
                      <a:lnTo>
                        <a:pt x="9134" y="9134"/>
                      </a:lnTo>
                      <a:lnTo>
                        <a:pt x="9134" y="9134"/>
                      </a:lnTo>
                      <a:lnTo>
                        <a:pt x="9304" y="8988"/>
                      </a:lnTo>
                      <a:lnTo>
                        <a:pt x="9475" y="8866"/>
                      </a:lnTo>
                      <a:lnTo>
                        <a:pt x="9645" y="8744"/>
                      </a:lnTo>
                      <a:lnTo>
                        <a:pt x="9840" y="8622"/>
                      </a:lnTo>
                      <a:lnTo>
                        <a:pt x="10035" y="8549"/>
                      </a:lnTo>
                      <a:lnTo>
                        <a:pt x="10254" y="8476"/>
                      </a:lnTo>
                      <a:lnTo>
                        <a:pt x="10474" y="8452"/>
                      </a:lnTo>
                      <a:lnTo>
                        <a:pt x="10668" y="8428"/>
                      </a:lnTo>
                      <a:lnTo>
                        <a:pt x="10668" y="8428"/>
                      </a:lnTo>
                      <a:lnTo>
                        <a:pt x="10936" y="8452"/>
                      </a:lnTo>
                      <a:lnTo>
                        <a:pt x="11180" y="8525"/>
                      </a:lnTo>
                      <a:lnTo>
                        <a:pt x="11423" y="8622"/>
                      </a:lnTo>
                      <a:lnTo>
                        <a:pt x="11618" y="8793"/>
                      </a:lnTo>
                      <a:lnTo>
                        <a:pt x="11618" y="8793"/>
                      </a:lnTo>
                      <a:lnTo>
                        <a:pt x="11789" y="8988"/>
                      </a:lnTo>
                      <a:lnTo>
                        <a:pt x="11910" y="9207"/>
                      </a:lnTo>
                      <a:lnTo>
                        <a:pt x="11984" y="9426"/>
                      </a:lnTo>
                      <a:lnTo>
                        <a:pt x="12057" y="9645"/>
                      </a:lnTo>
                      <a:lnTo>
                        <a:pt x="12105" y="9840"/>
                      </a:lnTo>
                      <a:lnTo>
                        <a:pt x="12178" y="10035"/>
                      </a:lnTo>
                      <a:lnTo>
                        <a:pt x="12276" y="10230"/>
                      </a:lnTo>
                      <a:lnTo>
                        <a:pt x="12422" y="10425"/>
                      </a:lnTo>
                      <a:lnTo>
                        <a:pt x="12422" y="10425"/>
                      </a:lnTo>
                      <a:lnTo>
                        <a:pt x="12568" y="10547"/>
                      </a:lnTo>
                      <a:lnTo>
                        <a:pt x="12714" y="10644"/>
                      </a:lnTo>
                      <a:lnTo>
                        <a:pt x="12860" y="10717"/>
                      </a:lnTo>
                      <a:lnTo>
                        <a:pt x="13006" y="10766"/>
                      </a:lnTo>
                      <a:lnTo>
                        <a:pt x="13177" y="10790"/>
                      </a:lnTo>
                      <a:lnTo>
                        <a:pt x="13323" y="10790"/>
                      </a:lnTo>
                      <a:lnTo>
                        <a:pt x="13469" y="10766"/>
                      </a:lnTo>
                      <a:lnTo>
                        <a:pt x="13615" y="10717"/>
                      </a:lnTo>
                      <a:lnTo>
                        <a:pt x="13786" y="10668"/>
                      </a:lnTo>
                      <a:lnTo>
                        <a:pt x="13932" y="10595"/>
                      </a:lnTo>
                      <a:lnTo>
                        <a:pt x="14224" y="10400"/>
                      </a:lnTo>
                      <a:lnTo>
                        <a:pt x="14516" y="10157"/>
                      </a:lnTo>
                      <a:lnTo>
                        <a:pt x="14784" y="9889"/>
                      </a:lnTo>
                      <a:lnTo>
                        <a:pt x="15052" y="9597"/>
                      </a:lnTo>
                      <a:lnTo>
                        <a:pt x="15271" y="9280"/>
                      </a:lnTo>
                      <a:lnTo>
                        <a:pt x="15491" y="8988"/>
                      </a:lnTo>
                      <a:lnTo>
                        <a:pt x="15661" y="8720"/>
                      </a:lnTo>
                      <a:lnTo>
                        <a:pt x="15929" y="8257"/>
                      </a:lnTo>
                      <a:lnTo>
                        <a:pt x="16002" y="8111"/>
                      </a:lnTo>
                      <a:lnTo>
                        <a:pt x="16026" y="8014"/>
                      </a:lnTo>
                      <a:lnTo>
                        <a:pt x="16026" y="8014"/>
                      </a:lnTo>
                      <a:lnTo>
                        <a:pt x="16002" y="7819"/>
                      </a:lnTo>
                      <a:lnTo>
                        <a:pt x="15953" y="7648"/>
                      </a:lnTo>
                      <a:lnTo>
                        <a:pt x="15856" y="7453"/>
                      </a:lnTo>
                      <a:lnTo>
                        <a:pt x="15734" y="7307"/>
                      </a:lnTo>
                      <a:lnTo>
                        <a:pt x="15734" y="7307"/>
                      </a:lnTo>
                      <a:lnTo>
                        <a:pt x="15442" y="7039"/>
                      </a:lnTo>
                      <a:lnTo>
                        <a:pt x="15150" y="6796"/>
                      </a:lnTo>
                      <a:lnTo>
                        <a:pt x="14614" y="6357"/>
                      </a:lnTo>
                      <a:lnTo>
                        <a:pt x="14127" y="5992"/>
                      </a:lnTo>
                      <a:lnTo>
                        <a:pt x="13932" y="5822"/>
                      </a:lnTo>
                      <a:lnTo>
                        <a:pt x="13737" y="5651"/>
                      </a:lnTo>
                      <a:lnTo>
                        <a:pt x="13615" y="5481"/>
                      </a:lnTo>
                      <a:lnTo>
                        <a:pt x="13494" y="5310"/>
                      </a:lnTo>
                      <a:lnTo>
                        <a:pt x="13445" y="5140"/>
                      </a:lnTo>
                      <a:lnTo>
                        <a:pt x="13445" y="4945"/>
                      </a:lnTo>
                      <a:lnTo>
                        <a:pt x="13494" y="4750"/>
                      </a:lnTo>
                      <a:lnTo>
                        <a:pt x="13591" y="4531"/>
                      </a:lnTo>
                      <a:lnTo>
                        <a:pt x="13761" y="4287"/>
                      </a:lnTo>
                      <a:lnTo>
                        <a:pt x="14029" y="4019"/>
                      </a:lnTo>
                      <a:lnTo>
                        <a:pt x="14029" y="4019"/>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0" name="Google Shape;190;p25"/>
                <p:cNvSpPr/>
                <p:nvPr/>
              </p:nvSpPr>
              <p:spPr>
                <a:xfrm>
                  <a:off x="3779029" y="180462"/>
                  <a:ext cx="248746" cy="430924"/>
                </a:xfrm>
                <a:custGeom>
                  <a:avLst/>
                  <a:gdLst/>
                  <a:ahLst/>
                  <a:cxnLst/>
                  <a:rect l="l" t="t" r="r" b="b"/>
                  <a:pathLst>
                    <a:path w="11838" h="20508" fill="none" extrusionOk="0">
                      <a:moveTo>
                        <a:pt x="10547" y="1"/>
                      </a:moveTo>
                      <a:lnTo>
                        <a:pt x="1292" y="1"/>
                      </a:lnTo>
                      <a:lnTo>
                        <a:pt x="1292" y="1"/>
                      </a:lnTo>
                      <a:lnTo>
                        <a:pt x="1024" y="25"/>
                      </a:lnTo>
                      <a:lnTo>
                        <a:pt x="780" y="98"/>
                      </a:lnTo>
                      <a:lnTo>
                        <a:pt x="561" y="220"/>
                      </a:lnTo>
                      <a:lnTo>
                        <a:pt x="366" y="366"/>
                      </a:lnTo>
                      <a:lnTo>
                        <a:pt x="220" y="561"/>
                      </a:lnTo>
                      <a:lnTo>
                        <a:pt x="98" y="780"/>
                      </a:lnTo>
                      <a:lnTo>
                        <a:pt x="25" y="1024"/>
                      </a:lnTo>
                      <a:lnTo>
                        <a:pt x="1" y="1292"/>
                      </a:lnTo>
                      <a:lnTo>
                        <a:pt x="1" y="19217"/>
                      </a:lnTo>
                      <a:lnTo>
                        <a:pt x="1" y="19217"/>
                      </a:lnTo>
                      <a:lnTo>
                        <a:pt x="25" y="19485"/>
                      </a:lnTo>
                      <a:lnTo>
                        <a:pt x="98" y="19728"/>
                      </a:lnTo>
                      <a:lnTo>
                        <a:pt x="220" y="19948"/>
                      </a:lnTo>
                      <a:lnTo>
                        <a:pt x="366" y="20142"/>
                      </a:lnTo>
                      <a:lnTo>
                        <a:pt x="561" y="20289"/>
                      </a:lnTo>
                      <a:lnTo>
                        <a:pt x="780" y="20410"/>
                      </a:lnTo>
                      <a:lnTo>
                        <a:pt x="1024" y="20483"/>
                      </a:lnTo>
                      <a:lnTo>
                        <a:pt x="1292" y="20508"/>
                      </a:lnTo>
                      <a:lnTo>
                        <a:pt x="10547" y="20508"/>
                      </a:lnTo>
                      <a:lnTo>
                        <a:pt x="10547" y="20508"/>
                      </a:lnTo>
                      <a:lnTo>
                        <a:pt x="10814" y="20483"/>
                      </a:lnTo>
                      <a:lnTo>
                        <a:pt x="11058" y="20410"/>
                      </a:lnTo>
                      <a:lnTo>
                        <a:pt x="11277" y="20289"/>
                      </a:lnTo>
                      <a:lnTo>
                        <a:pt x="11472" y="20142"/>
                      </a:lnTo>
                      <a:lnTo>
                        <a:pt x="11618" y="19948"/>
                      </a:lnTo>
                      <a:lnTo>
                        <a:pt x="11740" y="19728"/>
                      </a:lnTo>
                      <a:lnTo>
                        <a:pt x="11813" y="19485"/>
                      </a:lnTo>
                      <a:lnTo>
                        <a:pt x="11837" y="19217"/>
                      </a:lnTo>
                      <a:lnTo>
                        <a:pt x="11837" y="1292"/>
                      </a:lnTo>
                      <a:lnTo>
                        <a:pt x="11837" y="1292"/>
                      </a:lnTo>
                      <a:lnTo>
                        <a:pt x="11813" y="1024"/>
                      </a:lnTo>
                      <a:lnTo>
                        <a:pt x="11740" y="780"/>
                      </a:lnTo>
                      <a:lnTo>
                        <a:pt x="11618" y="561"/>
                      </a:lnTo>
                      <a:lnTo>
                        <a:pt x="11472" y="366"/>
                      </a:lnTo>
                      <a:lnTo>
                        <a:pt x="11277" y="220"/>
                      </a:lnTo>
                      <a:lnTo>
                        <a:pt x="11058" y="98"/>
                      </a:lnTo>
                      <a:lnTo>
                        <a:pt x="10814" y="25"/>
                      </a:lnTo>
                      <a:lnTo>
                        <a:pt x="10547" y="1"/>
                      </a:lnTo>
                      <a:lnTo>
                        <a:pt x="10547" y="1"/>
                      </a:lnTo>
                      <a:close/>
                      <a:moveTo>
                        <a:pt x="5554" y="975"/>
                      </a:moveTo>
                      <a:lnTo>
                        <a:pt x="6284" y="975"/>
                      </a:lnTo>
                      <a:lnTo>
                        <a:pt x="6284" y="975"/>
                      </a:lnTo>
                      <a:lnTo>
                        <a:pt x="6406" y="999"/>
                      </a:lnTo>
                      <a:lnTo>
                        <a:pt x="6479" y="1073"/>
                      </a:lnTo>
                      <a:lnTo>
                        <a:pt x="6552" y="1146"/>
                      </a:lnTo>
                      <a:lnTo>
                        <a:pt x="6577" y="1267"/>
                      </a:lnTo>
                      <a:lnTo>
                        <a:pt x="6577" y="1267"/>
                      </a:lnTo>
                      <a:lnTo>
                        <a:pt x="6552" y="1365"/>
                      </a:lnTo>
                      <a:lnTo>
                        <a:pt x="6479" y="1462"/>
                      </a:lnTo>
                      <a:lnTo>
                        <a:pt x="6406" y="1511"/>
                      </a:lnTo>
                      <a:lnTo>
                        <a:pt x="6284" y="1535"/>
                      </a:lnTo>
                      <a:lnTo>
                        <a:pt x="5554" y="1535"/>
                      </a:lnTo>
                      <a:lnTo>
                        <a:pt x="5554" y="1535"/>
                      </a:lnTo>
                      <a:lnTo>
                        <a:pt x="5432" y="1511"/>
                      </a:lnTo>
                      <a:lnTo>
                        <a:pt x="5359" y="1462"/>
                      </a:lnTo>
                      <a:lnTo>
                        <a:pt x="5286" y="1365"/>
                      </a:lnTo>
                      <a:lnTo>
                        <a:pt x="5262" y="1267"/>
                      </a:lnTo>
                      <a:lnTo>
                        <a:pt x="5262" y="1267"/>
                      </a:lnTo>
                      <a:lnTo>
                        <a:pt x="5286" y="1146"/>
                      </a:lnTo>
                      <a:lnTo>
                        <a:pt x="5359" y="1073"/>
                      </a:lnTo>
                      <a:lnTo>
                        <a:pt x="5432" y="999"/>
                      </a:lnTo>
                      <a:lnTo>
                        <a:pt x="5554" y="975"/>
                      </a:lnTo>
                      <a:lnTo>
                        <a:pt x="5554" y="975"/>
                      </a:lnTo>
                      <a:close/>
                      <a:moveTo>
                        <a:pt x="5919" y="19436"/>
                      </a:moveTo>
                      <a:lnTo>
                        <a:pt x="5919" y="19436"/>
                      </a:lnTo>
                      <a:lnTo>
                        <a:pt x="5749" y="19412"/>
                      </a:lnTo>
                      <a:lnTo>
                        <a:pt x="5578" y="19363"/>
                      </a:lnTo>
                      <a:lnTo>
                        <a:pt x="5432" y="19290"/>
                      </a:lnTo>
                      <a:lnTo>
                        <a:pt x="5310" y="19193"/>
                      </a:lnTo>
                      <a:lnTo>
                        <a:pt x="5213" y="19071"/>
                      </a:lnTo>
                      <a:lnTo>
                        <a:pt x="5140" y="18925"/>
                      </a:lnTo>
                      <a:lnTo>
                        <a:pt x="5091" y="18754"/>
                      </a:lnTo>
                      <a:lnTo>
                        <a:pt x="5067" y="18584"/>
                      </a:lnTo>
                      <a:lnTo>
                        <a:pt x="5067" y="18584"/>
                      </a:lnTo>
                      <a:lnTo>
                        <a:pt x="5091" y="18413"/>
                      </a:lnTo>
                      <a:lnTo>
                        <a:pt x="5140" y="18243"/>
                      </a:lnTo>
                      <a:lnTo>
                        <a:pt x="5213" y="18097"/>
                      </a:lnTo>
                      <a:lnTo>
                        <a:pt x="5310" y="17975"/>
                      </a:lnTo>
                      <a:lnTo>
                        <a:pt x="5432" y="17877"/>
                      </a:lnTo>
                      <a:lnTo>
                        <a:pt x="5578" y="17804"/>
                      </a:lnTo>
                      <a:lnTo>
                        <a:pt x="5749" y="17756"/>
                      </a:lnTo>
                      <a:lnTo>
                        <a:pt x="5919" y="17731"/>
                      </a:lnTo>
                      <a:lnTo>
                        <a:pt x="5919" y="17731"/>
                      </a:lnTo>
                      <a:lnTo>
                        <a:pt x="6090" y="17756"/>
                      </a:lnTo>
                      <a:lnTo>
                        <a:pt x="6260" y="17804"/>
                      </a:lnTo>
                      <a:lnTo>
                        <a:pt x="6406" y="17877"/>
                      </a:lnTo>
                      <a:lnTo>
                        <a:pt x="6528" y="17975"/>
                      </a:lnTo>
                      <a:lnTo>
                        <a:pt x="6625" y="18097"/>
                      </a:lnTo>
                      <a:lnTo>
                        <a:pt x="6699" y="18243"/>
                      </a:lnTo>
                      <a:lnTo>
                        <a:pt x="6747" y="18413"/>
                      </a:lnTo>
                      <a:lnTo>
                        <a:pt x="6772" y="18584"/>
                      </a:lnTo>
                      <a:lnTo>
                        <a:pt x="6772" y="18584"/>
                      </a:lnTo>
                      <a:lnTo>
                        <a:pt x="6747" y="18754"/>
                      </a:lnTo>
                      <a:lnTo>
                        <a:pt x="6699" y="18925"/>
                      </a:lnTo>
                      <a:lnTo>
                        <a:pt x="6625" y="19071"/>
                      </a:lnTo>
                      <a:lnTo>
                        <a:pt x="6528" y="19193"/>
                      </a:lnTo>
                      <a:lnTo>
                        <a:pt x="6406" y="19290"/>
                      </a:lnTo>
                      <a:lnTo>
                        <a:pt x="6260" y="19363"/>
                      </a:lnTo>
                      <a:lnTo>
                        <a:pt x="6090" y="19412"/>
                      </a:lnTo>
                      <a:lnTo>
                        <a:pt x="5919" y="19436"/>
                      </a:lnTo>
                      <a:lnTo>
                        <a:pt x="5919" y="19436"/>
                      </a:lnTo>
                      <a:close/>
                      <a:moveTo>
                        <a:pt x="10547" y="16660"/>
                      </a:moveTo>
                      <a:lnTo>
                        <a:pt x="1292" y="16660"/>
                      </a:lnTo>
                      <a:lnTo>
                        <a:pt x="1292" y="2558"/>
                      </a:lnTo>
                      <a:lnTo>
                        <a:pt x="10547" y="2558"/>
                      </a:lnTo>
                      <a:lnTo>
                        <a:pt x="10547" y="16660"/>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91" name="Google Shape;191;p25"/>
                <p:cNvGrpSpPr/>
                <p:nvPr/>
              </p:nvGrpSpPr>
              <p:grpSpPr>
                <a:xfrm>
                  <a:off x="2878572" y="220894"/>
                  <a:ext cx="342882" cy="350068"/>
                  <a:chOff x="3951850" y="2985350"/>
                  <a:chExt cx="407950" cy="416500"/>
                </a:xfrm>
              </p:grpSpPr>
              <p:sp>
                <p:nvSpPr>
                  <p:cNvPr id="192" name="Google Shape;192;p25"/>
                  <p:cNvSpPr/>
                  <p:nvPr/>
                </p:nvSpPr>
                <p:spPr>
                  <a:xfrm>
                    <a:off x="3951850" y="2985350"/>
                    <a:ext cx="314800" cy="314825"/>
                  </a:xfrm>
                  <a:custGeom>
                    <a:avLst/>
                    <a:gdLst/>
                    <a:ahLst/>
                    <a:cxnLst/>
                    <a:rect l="l" t="t" r="r" b="b"/>
                    <a:pathLst>
                      <a:path w="12592" h="12593" fill="none" extrusionOk="0">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3" name="Google Shape;193;p25"/>
                  <p:cNvSpPr/>
                  <p:nvPr/>
                </p:nvSpPr>
                <p:spPr>
                  <a:xfrm>
                    <a:off x="3988375" y="3021875"/>
                    <a:ext cx="241750" cy="241750"/>
                  </a:xfrm>
                  <a:custGeom>
                    <a:avLst/>
                    <a:gdLst/>
                    <a:ahLst/>
                    <a:cxnLst/>
                    <a:rect l="l" t="t" r="r" b="b"/>
                    <a:pathLst>
                      <a:path w="9670" h="9670" fill="none" extrusionOk="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4" name="Google Shape;194;p25"/>
                  <p:cNvSpPr/>
                  <p:nvPr/>
                </p:nvSpPr>
                <p:spPr>
                  <a:xfrm>
                    <a:off x="4024300" y="3058425"/>
                    <a:ext cx="84650" cy="84650"/>
                  </a:xfrm>
                  <a:custGeom>
                    <a:avLst/>
                    <a:gdLst/>
                    <a:ahLst/>
                    <a:cxnLst/>
                    <a:rect l="l" t="t" r="r" b="b"/>
                    <a:pathLst>
                      <a:path w="3386" h="3386" fill="none" extrusionOk="0">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95" name="Google Shape;195;p25"/>
                  <p:cNvSpPr/>
                  <p:nvPr/>
                </p:nvSpPr>
                <p:spPr>
                  <a:xfrm>
                    <a:off x="4205750" y="3248375"/>
                    <a:ext cx="154050" cy="153475"/>
                  </a:xfrm>
                  <a:custGeom>
                    <a:avLst/>
                    <a:gdLst/>
                    <a:ahLst/>
                    <a:cxnLst/>
                    <a:rect l="l" t="t" r="r" b="b"/>
                    <a:pathLst>
                      <a:path w="6162" h="6139" fill="none" extrusionOk="0">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grpSp>
            <p:nvGrpSpPr>
              <p:cNvPr id="196" name="Google Shape;196;p25"/>
              <p:cNvGrpSpPr/>
              <p:nvPr/>
            </p:nvGrpSpPr>
            <p:grpSpPr>
              <a:xfrm>
                <a:off x="647546" y="814472"/>
                <a:ext cx="3920223" cy="376691"/>
                <a:chOff x="151026" y="1029894"/>
                <a:chExt cx="3920223" cy="376691"/>
              </a:xfrm>
            </p:grpSpPr>
            <p:sp>
              <p:nvSpPr>
                <p:cNvPr id="197" name="Google Shape;197;p25"/>
                <p:cNvSpPr/>
                <p:nvPr/>
              </p:nvSpPr>
              <p:spPr>
                <a:xfrm>
                  <a:off x="1057375" y="1063682"/>
                  <a:ext cx="339835" cy="309115"/>
                </a:xfrm>
                <a:custGeom>
                  <a:avLst/>
                  <a:gdLst/>
                  <a:ahLst/>
                  <a:cxnLst/>
                  <a:rect l="l" t="t" r="r" b="b"/>
                  <a:pathLst>
                    <a:path w="16173" h="14711" fill="none" extrusionOk="0">
                      <a:moveTo>
                        <a:pt x="8087" y="1"/>
                      </a:moveTo>
                      <a:lnTo>
                        <a:pt x="8087" y="1"/>
                      </a:lnTo>
                      <a:lnTo>
                        <a:pt x="7672" y="1"/>
                      </a:lnTo>
                      <a:lnTo>
                        <a:pt x="7258" y="25"/>
                      </a:lnTo>
                      <a:lnTo>
                        <a:pt x="6844" y="74"/>
                      </a:lnTo>
                      <a:lnTo>
                        <a:pt x="6455" y="122"/>
                      </a:lnTo>
                      <a:lnTo>
                        <a:pt x="6065" y="195"/>
                      </a:lnTo>
                      <a:lnTo>
                        <a:pt x="5675" y="293"/>
                      </a:lnTo>
                      <a:lnTo>
                        <a:pt x="5310" y="415"/>
                      </a:lnTo>
                      <a:lnTo>
                        <a:pt x="4945" y="536"/>
                      </a:lnTo>
                      <a:lnTo>
                        <a:pt x="4579" y="658"/>
                      </a:lnTo>
                      <a:lnTo>
                        <a:pt x="4238" y="829"/>
                      </a:lnTo>
                      <a:lnTo>
                        <a:pt x="3897" y="975"/>
                      </a:lnTo>
                      <a:lnTo>
                        <a:pt x="3557" y="1170"/>
                      </a:lnTo>
                      <a:lnTo>
                        <a:pt x="3240" y="1364"/>
                      </a:lnTo>
                      <a:lnTo>
                        <a:pt x="2948" y="1559"/>
                      </a:lnTo>
                      <a:lnTo>
                        <a:pt x="2655" y="1778"/>
                      </a:lnTo>
                      <a:lnTo>
                        <a:pt x="2363" y="1998"/>
                      </a:lnTo>
                      <a:lnTo>
                        <a:pt x="2095" y="2241"/>
                      </a:lnTo>
                      <a:lnTo>
                        <a:pt x="1852" y="2485"/>
                      </a:lnTo>
                      <a:lnTo>
                        <a:pt x="1608" y="2753"/>
                      </a:lnTo>
                      <a:lnTo>
                        <a:pt x="1389" y="3021"/>
                      </a:lnTo>
                      <a:lnTo>
                        <a:pt x="1170" y="3288"/>
                      </a:lnTo>
                      <a:lnTo>
                        <a:pt x="975" y="3581"/>
                      </a:lnTo>
                      <a:lnTo>
                        <a:pt x="804" y="3873"/>
                      </a:lnTo>
                      <a:lnTo>
                        <a:pt x="634" y="4190"/>
                      </a:lnTo>
                      <a:lnTo>
                        <a:pt x="488" y="4506"/>
                      </a:lnTo>
                      <a:lnTo>
                        <a:pt x="366" y="4823"/>
                      </a:lnTo>
                      <a:lnTo>
                        <a:pt x="244" y="5139"/>
                      </a:lnTo>
                      <a:lnTo>
                        <a:pt x="171" y="5480"/>
                      </a:lnTo>
                      <a:lnTo>
                        <a:pt x="98" y="5821"/>
                      </a:lnTo>
                      <a:lnTo>
                        <a:pt x="49" y="6162"/>
                      </a:lnTo>
                      <a:lnTo>
                        <a:pt x="1" y="6503"/>
                      </a:lnTo>
                      <a:lnTo>
                        <a:pt x="1" y="6869"/>
                      </a:lnTo>
                      <a:lnTo>
                        <a:pt x="1" y="6869"/>
                      </a:lnTo>
                      <a:lnTo>
                        <a:pt x="1" y="7234"/>
                      </a:lnTo>
                      <a:lnTo>
                        <a:pt x="49" y="7624"/>
                      </a:lnTo>
                      <a:lnTo>
                        <a:pt x="98" y="7989"/>
                      </a:lnTo>
                      <a:lnTo>
                        <a:pt x="196" y="8330"/>
                      </a:lnTo>
                      <a:lnTo>
                        <a:pt x="293" y="8695"/>
                      </a:lnTo>
                      <a:lnTo>
                        <a:pt x="415" y="9036"/>
                      </a:lnTo>
                      <a:lnTo>
                        <a:pt x="561" y="9377"/>
                      </a:lnTo>
                      <a:lnTo>
                        <a:pt x="731" y="9718"/>
                      </a:lnTo>
                      <a:lnTo>
                        <a:pt x="902" y="10035"/>
                      </a:lnTo>
                      <a:lnTo>
                        <a:pt x="1097" y="10327"/>
                      </a:lnTo>
                      <a:lnTo>
                        <a:pt x="1340" y="10644"/>
                      </a:lnTo>
                      <a:lnTo>
                        <a:pt x="1559" y="10936"/>
                      </a:lnTo>
                      <a:lnTo>
                        <a:pt x="1827" y="11204"/>
                      </a:lnTo>
                      <a:lnTo>
                        <a:pt x="2095" y="11472"/>
                      </a:lnTo>
                      <a:lnTo>
                        <a:pt x="2387" y="11740"/>
                      </a:lnTo>
                      <a:lnTo>
                        <a:pt x="2680" y="11983"/>
                      </a:lnTo>
                      <a:lnTo>
                        <a:pt x="2680" y="11983"/>
                      </a:lnTo>
                      <a:lnTo>
                        <a:pt x="2485" y="12349"/>
                      </a:lnTo>
                      <a:lnTo>
                        <a:pt x="2266" y="12714"/>
                      </a:lnTo>
                      <a:lnTo>
                        <a:pt x="2022" y="13104"/>
                      </a:lnTo>
                      <a:lnTo>
                        <a:pt x="1706" y="13469"/>
                      </a:lnTo>
                      <a:lnTo>
                        <a:pt x="1365" y="13834"/>
                      </a:lnTo>
                      <a:lnTo>
                        <a:pt x="1170" y="14005"/>
                      </a:lnTo>
                      <a:lnTo>
                        <a:pt x="951" y="14151"/>
                      </a:lnTo>
                      <a:lnTo>
                        <a:pt x="731" y="14297"/>
                      </a:lnTo>
                      <a:lnTo>
                        <a:pt x="512" y="14443"/>
                      </a:lnTo>
                      <a:lnTo>
                        <a:pt x="269" y="14540"/>
                      </a:lnTo>
                      <a:lnTo>
                        <a:pt x="1" y="14662"/>
                      </a:lnTo>
                      <a:lnTo>
                        <a:pt x="1" y="14662"/>
                      </a:lnTo>
                      <a:lnTo>
                        <a:pt x="122" y="14662"/>
                      </a:lnTo>
                      <a:lnTo>
                        <a:pt x="488" y="14711"/>
                      </a:lnTo>
                      <a:lnTo>
                        <a:pt x="1024" y="14711"/>
                      </a:lnTo>
                      <a:lnTo>
                        <a:pt x="1365" y="14711"/>
                      </a:lnTo>
                      <a:lnTo>
                        <a:pt x="1706" y="14687"/>
                      </a:lnTo>
                      <a:lnTo>
                        <a:pt x="2095" y="14614"/>
                      </a:lnTo>
                      <a:lnTo>
                        <a:pt x="2485" y="14540"/>
                      </a:lnTo>
                      <a:lnTo>
                        <a:pt x="2899" y="14419"/>
                      </a:lnTo>
                      <a:lnTo>
                        <a:pt x="3313" y="14273"/>
                      </a:lnTo>
                      <a:lnTo>
                        <a:pt x="3751" y="14078"/>
                      </a:lnTo>
                      <a:lnTo>
                        <a:pt x="4165" y="13834"/>
                      </a:lnTo>
                      <a:lnTo>
                        <a:pt x="4579" y="13566"/>
                      </a:lnTo>
                      <a:lnTo>
                        <a:pt x="4969" y="13201"/>
                      </a:lnTo>
                      <a:lnTo>
                        <a:pt x="4969" y="13201"/>
                      </a:lnTo>
                      <a:lnTo>
                        <a:pt x="5334" y="13323"/>
                      </a:lnTo>
                      <a:lnTo>
                        <a:pt x="5700" y="13444"/>
                      </a:lnTo>
                      <a:lnTo>
                        <a:pt x="6089" y="13518"/>
                      </a:lnTo>
                      <a:lnTo>
                        <a:pt x="6479" y="13591"/>
                      </a:lnTo>
                      <a:lnTo>
                        <a:pt x="6869" y="13664"/>
                      </a:lnTo>
                      <a:lnTo>
                        <a:pt x="7258" y="13712"/>
                      </a:lnTo>
                      <a:lnTo>
                        <a:pt x="7672" y="13737"/>
                      </a:lnTo>
                      <a:lnTo>
                        <a:pt x="8087" y="13737"/>
                      </a:lnTo>
                      <a:lnTo>
                        <a:pt x="8087" y="13737"/>
                      </a:lnTo>
                      <a:lnTo>
                        <a:pt x="8501" y="13737"/>
                      </a:lnTo>
                      <a:lnTo>
                        <a:pt x="8915" y="13712"/>
                      </a:lnTo>
                      <a:lnTo>
                        <a:pt x="9329" y="13664"/>
                      </a:lnTo>
                      <a:lnTo>
                        <a:pt x="9718" y="13591"/>
                      </a:lnTo>
                      <a:lnTo>
                        <a:pt x="10108" y="13518"/>
                      </a:lnTo>
                      <a:lnTo>
                        <a:pt x="10498" y="13420"/>
                      </a:lnTo>
                      <a:lnTo>
                        <a:pt x="10863" y="13323"/>
                      </a:lnTo>
                      <a:lnTo>
                        <a:pt x="11228" y="13201"/>
                      </a:lnTo>
                      <a:lnTo>
                        <a:pt x="11594" y="13055"/>
                      </a:lnTo>
                      <a:lnTo>
                        <a:pt x="11935" y="12909"/>
                      </a:lnTo>
                      <a:lnTo>
                        <a:pt x="12276" y="12738"/>
                      </a:lnTo>
                      <a:lnTo>
                        <a:pt x="12617" y="12568"/>
                      </a:lnTo>
                      <a:lnTo>
                        <a:pt x="12933" y="12373"/>
                      </a:lnTo>
                      <a:lnTo>
                        <a:pt x="13225" y="12178"/>
                      </a:lnTo>
                      <a:lnTo>
                        <a:pt x="13518" y="11959"/>
                      </a:lnTo>
                      <a:lnTo>
                        <a:pt x="13810" y="11715"/>
                      </a:lnTo>
                      <a:lnTo>
                        <a:pt x="14078" y="11496"/>
                      </a:lnTo>
                      <a:lnTo>
                        <a:pt x="14321" y="11228"/>
                      </a:lnTo>
                      <a:lnTo>
                        <a:pt x="14565" y="10985"/>
                      </a:lnTo>
                      <a:lnTo>
                        <a:pt x="14784" y="10717"/>
                      </a:lnTo>
                      <a:lnTo>
                        <a:pt x="15003" y="10424"/>
                      </a:lnTo>
                      <a:lnTo>
                        <a:pt x="15198" y="10132"/>
                      </a:lnTo>
                      <a:lnTo>
                        <a:pt x="15369" y="9840"/>
                      </a:lnTo>
                      <a:lnTo>
                        <a:pt x="15539" y="9548"/>
                      </a:lnTo>
                      <a:lnTo>
                        <a:pt x="15685" y="9231"/>
                      </a:lnTo>
                      <a:lnTo>
                        <a:pt x="15807" y="8914"/>
                      </a:lnTo>
                      <a:lnTo>
                        <a:pt x="15929" y="8574"/>
                      </a:lnTo>
                      <a:lnTo>
                        <a:pt x="16002" y="8257"/>
                      </a:lnTo>
                      <a:lnTo>
                        <a:pt x="16075" y="7916"/>
                      </a:lnTo>
                      <a:lnTo>
                        <a:pt x="16124" y="7575"/>
                      </a:lnTo>
                      <a:lnTo>
                        <a:pt x="16172" y="7210"/>
                      </a:lnTo>
                      <a:lnTo>
                        <a:pt x="16172" y="6869"/>
                      </a:lnTo>
                      <a:lnTo>
                        <a:pt x="16172" y="6869"/>
                      </a:lnTo>
                      <a:lnTo>
                        <a:pt x="16172" y="6503"/>
                      </a:lnTo>
                      <a:lnTo>
                        <a:pt x="16124" y="6162"/>
                      </a:lnTo>
                      <a:lnTo>
                        <a:pt x="16075" y="5821"/>
                      </a:lnTo>
                      <a:lnTo>
                        <a:pt x="16002" y="5480"/>
                      </a:lnTo>
                      <a:lnTo>
                        <a:pt x="15929" y="5139"/>
                      </a:lnTo>
                      <a:lnTo>
                        <a:pt x="15807" y="4823"/>
                      </a:lnTo>
                      <a:lnTo>
                        <a:pt x="15685" y="4506"/>
                      </a:lnTo>
                      <a:lnTo>
                        <a:pt x="15539" y="4190"/>
                      </a:lnTo>
                      <a:lnTo>
                        <a:pt x="15369" y="3873"/>
                      </a:lnTo>
                      <a:lnTo>
                        <a:pt x="15198" y="3581"/>
                      </a:lnTo>
                      <a:lnTo>
                        <a:pt x="15003" y="3288"/>
                      </a:lnTo>
                      <a:lnTo>
                        <a:pt x="14784" y="3021"/>
                      </a:lnTo>
                      <a:lnTo>
                        <a:pt x="14565" y="2753"/>
                      </a:lnTo>
                      <a:lnTo>
                        <a:pt x="14321" y="2485"/>
                      </a:lnTo>
                      <a:lnTo>
                        <a:pt x="14078" y="2241"/>
                      </a:lnTo>
                      <a:lnTo>
                        <a:pt x="13810" y="1998"/>
                      </a:lnTo>
                      <a:lnTo>
                        <a:pt x="13518" y="1778"/>
                      </a:lnTo>
                      <a:lnTo>
                        <a:pt x="13225" y="1559"/>
                      </a:lnTo>
                      <a:lnTo>
                        <a:pt x="12933" y="1364"/>
                      </a:lnTo>
                      <a:lnTo>
                        <a:pt x="12617" y="1170"/>
                      </a:lnTo>
                      <a:lnTo>
                        <a:pt x="12276" y="975"/>
                      </a:lnTo>
                      <a:lnTo>
                        <a:pt x="11935" y="829"/>
                      </a:lnTo>
                      <a:lnTo>
                        <a:pt x="11594" y="658"/>
                      </a:lnTo>
                      <a:lnTo>
                        <a:pt x="11228" y="536"/>
                      </a:lnTo>
                      <a:lnTo>
                        <a:pt x="10863" y="415"/>
                      </a:lnTo>
                      <a:lnTo>
                        <a:pt x="10498" y="293"/>
                      </a:lnTo>
                      <a:lnTo>
                        <a:pt x="10108" y="195"/>
                      </a:lnTo>
                      <a:lnTo>
                        <a:pt x="9718" y="122"/>
                      </a:lnTo>
                      <a:lnTo>
                        <a:pt x="9329" y="74"/>
                      </a:lnTo>
                      <a:lnTo>
                        <a:pt x="8915" y="25"/>
                      </a:lnTo>
                      <a:lnTo>
                        <a:pt x="8501" y="1"/>
                      </a:lnTo>
                      <a:lnTo>
                        <a:pt x="8087" y="1"/>
                      </a:lnTo>
                      <a:lnTo>
                        <a:pt x="8087" y="1"/>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98" name="Google Shape;198;p25"/>
                <p:cNvGrpSpPr/>
                <p:nvPr/>
              </p:nvGrpSpPr>
              <p:grpSpPr>
                <a:xfrm>
                  <a:off x="151026" y="1086199"/>
                  <a:ext cx="391001" cy="264085"/>
                  <a:chOff x="564675" y="1700625"/>
                  <a:chExt cx="465200" cy="314200"/>
                </a:xfrm>
              </p:grpSpPr>
              <p:sp>
                <p:nvSpPr>
                  <p:cNvPr id="199" name="Google Shape;199;p25"/>
                  <p:cNvSpPr/>
                  <p:nvPr/>
                </p:nvSpPr>
                <p:spPr>
                  <a:xfrm>
                    <a:off x="564675" y="1700625"/>
                    <a:ext cx="465200" cy="29250"/>
                  </a:xfrm>
                  <a:custGeom>
                    <a:avLst/>
                    <a:gdLst/>
                    <a:ahLst/>
                    <a:cxnLst/>
                    <a:rect l="l" t="t" r="r" b="b"/>
                    <a:pathLst>
                      <a:path w="18608" h="1170" fill="none" extrusionOk="0">
                        <a:moveTo>
                          <a:pt x="18608" y="1170"/>
                        </a:moveTo>
                        <a:lnTo>
                          <a:pt x="18608" y="488"/>
                        </a:lnTo>
                        <a:lnTo>
                          <a:pt x="18608" y="488"/>
                        </a:lnTo>
                        <a:lnTo>
                          <a:pt x="18608" y="390"/>
                        </a:lnTo>
                        <a:lnTo>
                          <a:pt x="18559" y="293"/>
                        </a:lnTo>
                        <a:lnTo>
                          <a:pt x="18535" y="220"/>
                        </a:lnTo>
                        <a:lnTo>
                          <a:pt x="18462" y="147"/>
                        </a:lnTo>
                        <a:lnTo>
                          <a:pt x="18389" y="74"/>
                        </a:lnTo>
                        <a:lnTo>
                          <a:pt x="18316" y="49"/>
                        </a:lnTo>
                        <a:lnTo>
                          <a:pt x="18218" y="1"/>
                        </a:lnTo>
                        <a:lnTo>
                          <a:pt x="18121" y="1"/>
                        </a:lnTo>
                        <a:lnTo>
                          <a:pt x="488" y="1"/>
                        </a:lnTo>
                        <a:lnTo>
                          <a:pt x="488" y="1"/>
                        </a:lnTo>
                        <a:lnTo>
                          <a:pt x="390" y="1"/>
                        </a:lnTo>
                        <a:lnTo>
                          <a:pt x="293" y="49"/>
                        </a:lnTo>
                        <a:lnTo>
                          <a:pt x="220" y="74"/>
                        </a:lnTo>
                        <a:lnTo>
                          <a:pt x="147" y="147"/>
                        </a:lnTo>
                        <a:lnTo>
                          <a:pt x="74" y="220"/>
                        </a:lnTo>
                        <a:lnTo>
                          <a:pt x="49" y="293"/>
                        </a:lnTo>
                        <a:lnTo>
                          <a:pt x="1" y="390"/>
                        </a:lnTo>
                        <a:lnTo>
                          <a:pt x="1" y="488"/>
                        </a:lnTo>
                        <a:lnTo>
                          <a:pt x="1" y="117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0" name="Google Shape;200;p25"/>
                  <p:cNvSpPr/>
                  <p:nvPr/>
                </p:nvSpPr>
                <p:spPr>
                  <a:xfrm>
                    <a:off x="564675" y="1732300"/>
                    <a:ext cx="465200" cy="272175"/>
                  </a:xfrm>
                  <a:custGeom>
                    <a:avLst/>
                    <a:gdLst/>
                    <a:ahLst/>
                    <a:cxnLst/>
                    <a:rect l="l" t="t" r="r" b="b"/>
                    <a:pathLst>
                      <a:path w="18608" h="10887" fill="none" extrusionOk="0">
                        <a:moveTo>
                          <a:pt x="13493" y="7209"/>
                        </a:moveTo>
                        <a:lnTo>
                          <a:pt x="18608" y="10887"/>
                        </a:lnTo>
                        <a:lnTo>
                          <a:pt x="18608" y="10887"/>
                        </a:lnTo>
                        <a:lnTo>
                          <a:pt x="18608" y="10814"/>
                        </a:lnTo>
                        <a:lnTo>
                          <a:pt x="18608" y="0"/>
                        </a:lnTo>
                        <a:lnTo>
                          <a:pt x="9450" y="6625"/>
                        </a:lnTo>
                        <a:lnTo>
                          <a:pt x="9450" y="6625"/>
                        </a:lnTo>
                        <a:lnTo>
                          <a:pt x="9377" y="6673"/>
                        </a:lnTo>
                        <a:lnTo>
                          <a:pt x="9304" y="6673"/>
                        </a:lnTo>
                        <a:lnTo>
                          <a:pt x="9304" y="6673"/>
                        </a:lnTo>
                        <a:lnTo>
                          <a:pt x="9231" y="6673"/>
                        </a:lnTo>
                        <a:lnTo>
                          <a:pt x="9158" y="6625"/>
                        </a:lnTo>
                        <a:lnTo>
                          <a:pt x="1" y="0"/>
                        </a:lnTo>
                        <a:lnTo>
                          <a:pt x="1" y="10814"/>
                        </a:lnTo>
                        <a:lnTo>
                          <a:pt x="1" y="10814"/>
                        </a:lnTo>
                        <a:lnTo>
                          <a:pt x="1" y="10887"/>
                        </a:lnTo>
                        <a:lnTo>
                          <a:pt x="5115" y="7209"/>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1" name="Google Shape;201;p25"/>
                  <p:cNvSpPr/>
                  <p:nvPr/>
                </p:nvSpPr>
                <p:spPr>
                  <a:xfrm>
                    <a:off x="572600" y="2014200"/>
                    <a:ext cx="449375" cy="625"/>
                  </a:xfrm>
                  <a:custGeom>
                    <a:avLst/>
                    <a:gdLst/>
                    <a:ahLst/>
                    <a:cxnLst/>
                    <a:rect l="l" t="t" r="r" b="b"/>
                    <a:pathLst>
                      <a:path w="17975" h="25" fill="none" extrusionOk="0">
                        <a:moveTo>
                          <a:pt x="0" y="0"/>
                        </a:moveTo>
                        <a:lnTo>
                          <a:pt x="0" y="0"/>
                        </a:lnTo>
                        <a:lnTo>
                          <a:pt x="98" y="25"/>
                        </a:lnTo>
                        <a:lnTo>
                          <a:pt x="171" y="25"/>
                        </a:lnTo>
                        <a:lnTo>
                          <a:pt x="17804" y="25"/>
                        </a:lnTo>
                        <a:lnTo>
                          <a:pt x="17804" y="25"/>
                        </a:lnTo>
                        <a:lnTo>
                          <a:pt x="17877" y="25"/>
                        </a:lnTo>
                        <a:lnTo>
                          <a:pt x="17974"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202" name="Google Shape;202;p25"/>
                <p:cNvGrpSpPr/>
                <p:nvPr/>
              </p:nvGrpSpPr>
              <p:grpSpPr>
                <a:xfrm>
                  <a:off x="1912564" y="1029894"/>
                  <a:ext cx="359272" cy="376691"/>
                  <a:chOff x="5961125" y="1623900"/>
                  <a:chExt cx="427450" cy="448175"/>
                </a:xfrm>
              </p:grpSpPr>
              <p:sp>
                <p:nvSpPr>
                  <p:cNvPr id="203" name="Google Shape;203;p25"/>
                  <p:cNvSpPr/>
                  <p:nvPr/>
                </p:nvSpPr>
                <p:spPr>
                  <a:xfrm>
                    <a:off x="5961125" y="1678700"/>
                    <a:ext cx="376925" cy="376925"/>
                  </a:xfrm>
                  <a:custGeom>
                    <a:avLst/>
                    <a:gdLst/>
                    <a:ahLst/>
                    <a:cxnLst/>
                    <a:rect l="l" t="t" r="r" b="b"/>
                    <a:pathLst>
                      <a:path w="15077" h="15077" fill="none" extrusionOk="0">
                        <a:moveTo>
                          <a:pt x="11813" y="1340"/>
                        </a:moveTo>
                        <a:lnTo>
                          <a:pt x="11813" y="1340"/>
                        </a:lnTo>
                        <a:lnTo>
                          <a:pt x="11350" y="1024"/>
                        </a:lnTo>
                        <a:lnTo>
                          <a:pt x="10863" y="780"/>
                        </a:lnTo>
                        <a:lnTo>
                          <a:pt x="10351" y="537"/>
                        </a:lnTo>
                        <a:lnTo>
                          <a:pt x="9816" y="342"/>
                        </a:lnTo>
                        <a:lnTo>
                          <a:pt x="9280" y="196"/>
                        </a:lnTo>
                        <a:lnTo>
                          <a:pt x="8720" y="98"/>
                        </a:lnTo>
                        <a:lnTo>
                          <a:pt x="8135" y="25"/>
                        </a:lnTo>
                        <a:lnTo>
                          <a:pt x="7551" y="1"/>
                        </a:lnTo>
                        <a:lnTo>
                          <a:pt x="7551" y="1"/>
                        </a:lnTo>
                        <a:lnTo>
                          <a:pt x="7161" y="1"/>
                        </a:lnTo>
                        <a:lnTo>
                          <a:pt x="6771" y="50"/>
                        </a:lnTo>
                        <a:lnTo>
                          <a:pt x="6406" y="98"/>
                        </a:lnTo>
                        <a:lnTo>
                          <a:pt x="6041" y="147"/>
                        </a:lnTo>
                        <a:lnTo>
                          <a:pt x="5675" y="244"/>
                        </a:lnTo>
                        <a:lnTo>
                          <a:pt x="5310" y="342"/>
                        </a:lnTo>
                        <a:lnTo>
                          <a:pt x="4969" y="464"/>
                        </a:lnTo>
                        <a:lnTo>
                          <a:pt x="4628" y="585"/>
                        </a:lnTo>
                        <a:lnTo>
                          <a:pt x="4287" y="731"/>
                        </a:lnTo>
                        <a:lnTo>
                          <a:pt x="3970" y="902"/>
                        </a:lnTo>
                        <a:lnTo>
                          <a:pt x="3654" y="1097"/>
                        </a:lnTo>
                        <a:lnTo>
                          <a:pt x="3337" y="1292"/>
                        </a:lnTo>
                        <a:lnTo>
                          <a:pt x="3045" y="1486"/>
                        </a:lnTo>
                        <a:lnTo>
                          <a:pt x="2753" y="1730"/>
                        </a:lnTo>
                        <a:lnTo>
                          <a:pt x="2485" y="1949"/>
                        </a:lnTo>
                        <a:lnTo>
                          <a:pt x="2217" y="2217"/>
                        </a:lnTo>
                        <a:lnTo>
                          <a:pt x="1973" y="2461"/>
                        </a:lnTo>
                        <a:lnTo>
                          <a:pt x="1730" y="2753"/>
                        </a:lnTo>
                        <a:lnTo>
                          <a:pt x="1510" y="3021"/>
                        </a:lnTo>
                        <a:lnTo>
                          <a:pt x="1291" y="3313"/>
                        </a:lnTo>
                        <a:lnTo>
                          <a:pt x="1096" y="3630"/>
                        </a:lnTo>
                        <a:lnTo>
                          <a:pt x="926" y="3946"/>
                        </a:lnTo>
                        <a:lnTo>
                          <a:pt x="755" y="4263"/>
                        </a:lnTo>
                        <a:lnTo>
                          <a:pt x="609" y="4604"/>
                        </a:lnTo>
                        <a:lnTo>
                          <a:pt x="463" y="4945"/>
                        </a:lnTo>
                        <a:lnTo>
                          <a:pt x="341" y="5286"/>
                        </a:lnTo>
                        <a:lnTo>
                          <a:pt x="244" y="5651"/>
                        </a:lnTo>
                        <a:lnTo>
                          <a:pt x="171" y="6016"/>
                        </a:lnTo>
                        <a:lnTo>
                          <a:pt x="98" y="6382"/>
                        </a:lnTo>
                        <a:lnTo>
                          <a:pt x="49" y="6771"/>
                        </a:lnTo>
                        <a:lnTo>
                          <a:pt x="25" y="7137"/>
                        </a:lnTo>
                        <a:lnTo>
                          <a:pt x="0" y="7526"/>
                        </a:lnTo>
                        <a:lnTo>
                          <a:pt x="0" y="7526"/>
                        </a:lnTo>
                        <a:lnTo>
                          <a:pt x="25" y="7916"/>
                        </a:lnTo>
                        <a:lnTo>
                          <a:pt x="49" y="8306"/>
                        </a:lnTo>
                        <a:lnTo>
                          <a:pt x="98" y="8671"/>
                        </a:lnTo>
                        <a:lnTo>
                          <a:pt x="171" y="9061"/>
                        </a:lnTo>
                        <a:lnTo>
                          <a:pt x="244" y="9426"/>
                        </a:lnTo>
                        <a:lnTo>
                          <a:pt x="341" y="9767"/>
                        </a:lnTo>
                        <a:lnTo>
                          <a:pt x="463" y="10132"/>
                        </a:lnTo>
                        <a:lnTo>
                          <a:pt x="609" y="10473"/>
                        </a:lnTo>
                        <a:lnTo>
                          <a:pt x="755" y="10790"/>
                        </a:lnTo>
                        <a:lnTo>
                          <a:pt x="926" y="11131"/>
                        </a:lnTo>
                        <a:lnTo>
                          <a:pt x="1096" y="11448"/>
                        </a:lnTo>
                        <a:lnTo>
                          <a:pt x="1291" y="11740"/>
                        </a:lnTo>
                        <a:lnTo>
                          <a:pt x="1510" y="12032"/>
                        </a:lnTo>
                        <a:lnTo>
                          <a:pt x="1730" y="12324"/>
                        </a:lnTo>
                        <a:lnTo>
                          <a:pt x="1973" y="12592"/>
                        </a:lnTo>
                        <a:lnTo>
                          <a:pt x="2217" y="12860"/>
                        </a:lnTo>
                        <a:lnTo>
                          <a:pt x="2485" y="13104"/>
                        </a:lnTo>
                        <a:lnTo>
                          <a:pt x="2753" y="13347"/>
                        </a:lnTo>
                        <a:lnTo>
                          <a:pt x="3045" y="13567"/>
                        </a:lnTo>
                        <a:lnTo>
                          <a:pt x="3337" y="13786"/>
                        </a:lnTo>
                        <a:lnTo>
                          <a:pt x="3654" y="13981"/>
                        </a:lnTo>
                        <a:lnTo>
                          <a:pt x="3970" y="14151"/>
                        </a:lnTo>
                        <a:lnTo>
                          <a:pt x="4287" y="14322"/>
                        </a:lnTo>
                        <a:lnTo>
                          <a:pt x="4628" y="14468"/>
                        </a:lnTo>
                        <a:lnTo>
                          <a:pt x="4969" y="14614"/>
                        </a:lnTo>
                        <a:lnTo>
                          <a:pt x="5310" y="14736"/>
                        </a:lnTo>
                        <a:lnTo>
                          <a:pt x="5675" y="14833"/>
                        </a:lnTo>
                        <a:lnTo>
                          <a:pt x="6041" y="14906"/>
                        </a:lnTo>
                        <a:lnTo>
                          <a:pt x="6406" y="14979"/>
                        </a:lnTo>
                        <a:lnTo>
                          <a:pt x="6771" y="15028"/>
                        </a:lnTo>
                        <a:lnTo>
                          <a:pt x="7161" y="15052"/>
                        </a:lnTo>
                        <a:lnTo>
                          <a:pt x="7551" y="15077"/>
                        </a:lnTo>
                        <a:lnTo>
                          <a:pt x="7551" y="15077"/>
                        </a:lnTo>
                        <a:lnTo>
                          <a:pt x="7940" y="15052"/>
                        </a:lnTo>
                        <a:lnTo>
                          <a:pt x="8306" y="15028"/>
                        </a:lnTo>
                        <a:lnTo>
                          <a:pt x="8695" y="14979"/>
                        </a:lnTo>
                        <a:lnTo>
                          <a:pt x="9061" y="14906"/>
                        </a:lnTo>
                        <a:lnTo>
                          <a:pt x="9426" y="14833"/>
                        </a:lnTo>
                        <a:lnTo>
                          <a:pt x="9791" y="14736"/>
                        </a:lnTo>
                        <a:lnTo>
                          <a:pt x="10132" y="14614"/>
                        </a:lnTo>
                        <a:lnTo>
                          <a:pt x="10473" y="14468"/>
                        </a:lnTo>
                        <a:lnTo>
                          <a:pt x="10814" y="14322"/>
                        </a:lnTo>
                        <a:lnTo>
                          <a:pt x="11131" y="14151"/>
                        </a:lnTo>
                        <a:lnTo>
                          <a:pt x="11447" y="13981"/>
                        </a:lnTo>
                        <a:lnTo>
                          <a:pt x="11764" y="13786"/>
                        </a:lnTo>
                        <a:lnTo>
                          <a:pt x="12056" y="13567"/>
                        </a:lnTo>
                        <a:lnTo>
                          <a:pt x="12348" y="13347"/>
                        </a:lnTo>
                        <a:lnTo>
                          <a:pt x="12616" y="13104"/>
                        </a:lnTo>
                        <a:lnTo>
                          <a:pt x="12884" y="12860"/>
                        </a:lnTo>
                        <a:lnTo>
                          <a:pt x="13128" y="12592"/>
                        </a:lnTo>
                        <a:lnTo>
                          <a:pt x="13371" y="12324"/>
                        </a:lnTo>
                        <a:lnTo>
                          <a:pt x="13591" y="12032"/>
                        </a:lnTo>
                        <a:lnTo>
                          <a:pt x="13785" y="11740"/>
                        </a:lnTo>
                        <a:lnTo>
                          <a:pt x="13980" y="11448"/>
                        </a:lnTo>
                        <a:lnTo>
                          <a:pt x="14175" y="11131"/>
                        </a:lnTo>
                        <a:lnTo>
                          <a:pt x="14346" y="10790"/>
                        </a:lnTo>
                        <a:lnTo>
                          <a:pt x="14492" y="10473"/>
                        </a:lnTo>
                        <a:lnTo>
                          <a:pt x="14613" y="10132"/>
                        </a:lnTo>
                        <a:lnTo>
                          <a:pt x="14735" y="9767"/>
                        </a:lnTo>
                        <a:lnTo>
                          <a:pt x="14857" y="9426"/>
                        </a:lnTo>
                        <a:lnTo>
                          <a:pt x="14930" y="9061"/>
                        </a:lnTo>
                        <a:lnTo>
                          <a:pt x="15003" y="8671"/>
                        </a:lnTo>
                        <a:lnTo>
                          <a:pt x="15052" y="8306"/>
                        </a:lnTo>
                        <a:lnTo>
                          <a:pt x="15076" y="7916"/>
                        </a:lnTo>
                        <a:lnTo>
                          <a:pt x="15076" y="7526"/>
                        </a:lnTo>
                        <a:lnTo>
                          <a:pt x="15076" y="7526"/>
                        </a:lnTo>
                        <a:lnTo>
                          <a:pt x="15052" y="6918"/>
                        </a:lnTo>
                        <a:lnTo>
                          <a:pt x="14979" y="6309"/>
                        </a:lnTo>
                        <a:lnTo>
                          <a:pt x="14857" y="5724"/>
                        </a:lnTo>
                        <a:lnTo>
                          <a:pt x="14687" y="5164"/>
                        </a:lnTo>
                        <a:lnTo>
                          <a:pt x="14492" y="4604"/>
                        </a:lnTo>
                        <a:lnTo>
                          <a:pt x="14248" y="4068"/>
                        </a:lnTo>
                        <a:lnTo>
                          <a:pt x="13956" y="3581"/>
                        </a:lnTo>
                        <a:lnTo>
                          <a:pt x="13615" y="3094"/>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4" name="Google Shape;204;p25"/>
                  <p:cNvSpPr/>
                  <p:nvPr/>
                </p:nvSpPr>
                <p:spPr>
                  <a:xfrm>
                    <a:off x="6009825" y="1727425"/>
                    <a:ext cx="279500" cy="279500"/>
                  </a:xfrm>
                  <a:custGeom>
                    <a:avLst/>
                    <a:gdLst/>
                    <a:ahLst/>
                    <a:cxnLst/>
                    <a:rect l="l" t="t" r="r" b="b"/>
                    <a:pathLst>
                      <a:path w="11180" h="11180" fill="none" extrusionOk="0">
                        <a:moveTo>
                          <a:pt x="10181" y="2387"/>
                        </a:moveTo>
                        <a:lnTo>
                          <a:pt x="10181" y="2387"/>
                        </a:lnTo>
                        <a:lnTo>
                          <a:pt x="10400" y="2728"/>
                        </a:lnTo>
                        <a:lnTo>
                          <a:pt x="10595" y="3093"/>
                        </a:lnTo>
                        <a:lnTo>
                          <a:pt x="10766" y="3483"/>
                        </a:lnTo>
                        <a:lnTo>
                          <a:pt x="10912" y="3873"/>
                        </a:lnTo>
                        <a:lnTo>
                          <a:pt x="11034" y="4287"/>
                        </a:lnTo>
                        <a:lnTo>
                          <a:pt x="11107" y="4701"/>
                        </a:lnTo>
                        <a:lnTo>
                          <a:pt x="11180" y="5139"/>
                        </a:lnTo>
                        <a:lnTo>
                          <a:pt x="11180" y="5577"/>
                        </a:lnTo>
                        <a:lnTo>
                          <a:pt x="11180" y="5577"/>
                        </a:lnTo>
                        <a:lnTo>
                          <a:pt x="11155" y="6162"/>
                        </a:lnTo>
                        <a:lnTo>
                          <a:pt x="11082" y="6722"/>
                        </a:lnTo>
                        <a:lnTo>
                          <a:pt x="10936" y="7234"/>
                        </a:lnTo>
                        <a:lnTo>
                          <a:pt x="10741" y="7769"/>
                        </a:lnTo>
                        <a:lnTo>
                          <a:pt x="10522" y="8257"/>
                        </a:lnTo>
                        <a:lnTo>
                          <a:pt x="10230" y="8695"/>
                        </a:lnTo>
                        <a:lnTo>
                          <a:pt x="9913" y="9133"/>
                        </a:lnTo>
                        <a:lnTo>
                          <a:pt x="9548" y="9523"/>
                        </a:lnTo>
                        <a:lnTo>
                          <a:pt x="9158" y="9888"/>
                        </a:lnTo>
                        <a:lnTo>
                          <a:pt x="8720" y="10205"/>
                        </a:lnTo>
                        <a:lnTo>
                          <a:pt x="8257" y="10497"/>
                        </a:lnTo>
                        <a:lnTo>
                          <a:pt x="7770" y="10741"/>
                        </a:lnTo>
                        <a:lnTo>
                          <a:pt x="7259" y="10911"/>
                        </a:lnTo>
                        <a:lnTo>
                          <a:pt x="6723" y="11057"/>
                        </a:lnTo>
                        <a:lnTo>
                          <a:pt x="6163" y="11155"/>
                        </a:lnTo>
                        <a:lnTo>
                          <a:pt x="5603" y="11179"/>
                        </a:lnTo>
                        <a:lnTo>
                          <a:pt x="5603" y="11179"/>
                        </a:lnTo>
                        <a:lnTo>
                          <a:pt x="5018" y="11155"/>
                        </a:lnTo>
                        <a:lnTo>
                          <a:pt x="4482" y="11057"/>
                        </a:lnTo>
                        <a:lnTo>
                          <a:pt x="3946" y="10911"/>
                        </a:lnTo>
                        <a:lnTo>
                          <a:pt x="3435" y="10741"/>
                        </a:lnTo>
                        <a:lnTo>
                          <a:pt x="2948" y="10497"/>
                        </a:lnTo>
                        <a:lnTo>
                          <a:pt x="2485" y="10205"/>
                        </a:lnTo>
                        <a:lnTo>
                          <a:pt x="2047" y="9888"/>
                        </a:lnTo>
                        <a:lnTo>
                          <a:pt x="1657" y="9523"/>
                        </a:lnTo>
                        <a:lnTo>
                          <a:pt x="1292" y="9133"/>
                        </a:lnTo>
                        <a:lnTo>
                          <a:pt x="975" y="8695"/>
                        </a:lnTo>
                        <a:lnTo>
                          <a:pt x="683" y="8257"/>
                        </a:lnTo>
                        <a:lnTo>
                          <a:pt x="464" y="7769"/>
                        </a:lnTo>
                        <a:lnTo>
                          <a:pt x="269" y="7234"/>
                        </a:lnTo>
                        <a:lnTo>
                          <a:pt x="123" y="6722"/>
                        </a:lnTo>
                        <a:lnTo>
                          <a:pt x="50" y="6162"/>
                        </a:lnTo>
                        <a:lnTo>
                          <a:pt x="1" y="5577"/>
                        </a:lnTo>
                        <a:lnTo>
                          <a:pt x="1" y="5577"/>
                        </a:lnTo>
                        <a:lnTo>
                          <a:pt x="50" y="5017"/>
                        </a:lnTo>
                        <a:lnTo>
                          <a:pt x="123" y="4457"/>
                        </a:lnTo>
                        <a:lnTo>
                          <a:pt x="269" y="3921"/>
                        </a:lnTo>
                        <a:lnTo>
                          <a:pt x="464" y="3410"/>
                        </a:lnTo>
                        <a:lnTo>
                          <a:pt x="683" y="2923"/>
                        </a:lnTo>
                        <a:lnTo>
                          <a:pt x="975" y="2460"/>
                        </a:lnTo>
                        <a:lnTo>
                          <a:pt x="1292" y="2046"/>
                        </a:lnTo>
                        <a:lnTo>
                          <a:pt x="1657" y="1632"/>
                        </a:lnTo>
                        <a:lnTo>
                          <a:pt x="2047" y="1267"/>
                        </a:lnTo>
                        <a:lnTo>
                          <a:pt x="2485" y="950"/>
                        </a:lnTo>
                        <a:lnTo>
                          <a:pt x="2948" y="682"/>
                        </a:lnTo>
                        <a:lnTo>
                          <a:pt x="3435" y="439"/>
                        </a:lnTo>
                        <a:lnTo>
                          <a:pt x="3946" y="244"/>
                        </a:lnTo>
                        <a:lnTo>
                          <a:pt x="4482" y="122"/>
                        </a:lnTo>
                        <a:lnTo>
                          <a:pt x="5018" y="25"/>
                        </a:lnTo>
                        <a:lnTo>
                          <a:pt x="5603" y="0"/>
                        </a:lnTo>
                        <a:lnTo>
                          <a:pt x="5603" y="0"/>
                        </a:lnTo>
                        <a:lnTo>
                          <a:pt x="6041" y="25"/>
                        </a:lnTo>
                        <a:lnTo>
                          <a:pt x="6479" y="73"/>
                        </a:lnTo>
                        <a:lnTo>
                          <a:pt x="6893" y="146"/>
                        </a:lnTo>
                        <a:lnTo>
                          <a:pt x="7307" y="268"/>
                        </a:lnTo>
                        <a:lnTo>
                          <a:pt x="7697" y="414"/>
                        </a:lnTo>
                        <a:lnTo>
                          <a:pt x="8087" y="585"/>
                        </a:lnTo>
                        <a:lnTo>
                          <a:pt x="8452" y="780"/>
                        </a:lnTo>
                        <a:lnTo>
                          <a:pt x="8793" y="999"/>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5" name="Google Shape;205;p25"/>
                  <p:cNvSpPr/>
                  <p:nvPr/>
                </p:nvSpPr>
                <p:spPr>
                  <a:xfrm>
                    <a:off x="6107250" y="1824850"/>
                    <a:ext cx="84650" cy="84650"/>
                  </a:xfrm>
                  <a:custGeom>
                    <a:avLst/>
                    <a:gdLst/>
                    <a:ahLst/>
                    <a:cxnLst/>
                    <a:rect l="l" t="t" r="r" b="b"/>
                    <a:pathLst>
                      <a:path w="3386" h="3386" fill="none" extrusionOk="0">
                        <a:moveTo>
                          <a:pt x="3362" y="1388"/>
                        </a:moveTo>
                        <a:lnTo>
                          <a:pt x="3362" y="1388"/>
                        </a:lnTo>
                        <a:lnTo>
                          <a:pt x="3386" y="1680"/>
                        </a:lnTo>
                        <a:lnTo>
                          <a:pt x="3386" y="1680"/>
                        </a:lnTo>
                        <a:lnTo>
                          <a:pt x="3386" y="1851"/>
                        </a:lnTo>
                        <a:lnTo>
                          <a:pt x="3362" y="2021"/>
                        </a:lnTo>
                        <a:lnTo>
                          <a:pt x="3313" y="2192"/>
                        </a:lnTo>
                        <a:lnTo>
                          <a:pt x="3264" y="2338"/>
                        </a:lnTo>
                        <a:lnTo>
                          <a:pt x="3191" y="2484"/>
                        </a:lnTo>
                        <a:lnTo>
                          <a:pt x="3118" y="2630"/>
                        </a:lnTo>
                        <a:lnTo>
                          <a:pt x="3021" y="2776"/>
                        </a:lnTo>
                        <a:lnTo>
                          <a:pt x="2899" y="2898"/>
                        </a:lnTo>
                        <a:lnTo>
                          <a:pt x="2777" y="2996"/>
                        </a:lnTo>
                        <a:lnTo>
                          <a:pt x="2655" y="3093"/>
                        </a:lnTo>
                        <a:lnTo>
                          <a:pt x="2509" y="3191"/>
                        </a:lnTo>
                        <a:lnTo>
                          <a:pt x="2363" y="3239"/>
                        </a:lnTo>
                        <a:lnTo>
                          <a:pt x="2217" y="3312"/>
                        </a:lnTo>
                        <a:lnTo>
                          <a:pt x="2046" y="3337"/>
                        </a:lnTo>
                        <a:lnTo>
                          <a:pt x="1876" y="3385"/>
                        </a:lnTo>
                        <a:lnTo>
                          <a:pt x="1706" y="3385"/>
                        </a:lnTo>
                        <a:lnTo>
                          <a:pt x="1706" y="3385"/>
                        </a:lnTo>
                        <a:lnTo>
                          <a:pt x="1535" y="3385"/>
                        </a:lnTo>
                        <a:lnTo>
                          <a:pt x="1365" y="3337"/>
                        </a:lnTo>
                        <a:lnTo>
                          <a:pt x="1194" y="3312"/>
                        </a:lnTo>
                        <a:lnTo>
                          <a:pt x="1048" y="3239"/>
                        </a:lnTo>
                        <a:lnTo>
                          <a:pt x="902" y="3191"/>
                        </a:lnTo>
                        <a:lnTo>
                          <a:pt x="756" y="3093"/>
                        </a:lnTo>
                        <a:lnTo>
                          <a:pt x="634" y="2996"/>
                        </a:lnTo>
                        <a:lnTo>
                          <a:pt x="512" y="2898"/>
                        </a:lnTo>
                        <a:lnTo>
                          <a:pt x="390" y="2776"/>
                        </a:lnTo>
                        <a:lnTo>
                          <a:pt x="293" y="2630"/>
                        </a:lnTo>
                        <a:lnTo>
                          <a:pt x="220" y="2484"/>
                        </a:lnTo>
                        <a:lnTo>
                          <a:pt x="147" y="2338"/>
                        </a:lnTo>
                        <a:lnTo>
                          <a:pt x="74" y="2192"/>
                        </a:lnTo>
                        <a:lnTo>
                          <a:pt x="49" y="2021"/>
                        </a:lnTo>
                        <a:lnTo>
                          <a:pt x="25" y="1851"/>
                        </a:lnTo>
                        <a:lnTo>
                          <a:pt x="1" y="1680"/>
                        </a:lnTo>
                        <a:lnTo>
                          <a:pt x="1" y="1680"/>
                        </a:lnTo>
                        <a:lnTo>
                          <a:pt x="25" y="1510"/>
                        </a:lnTo>
                        <a:lnTo>
                          <a:pt x="49" y="1340"/>
                        </a:lnTo>
                        <a:lnTo>
                          <a:pt x="74" y="1193"/>
                        </a:lnTo>
                        <a:lnTo>
                          <a:pt x="147" y="1023"/>
                        </a:lnTo>
                        <a:lnTo>
                          <a:pt x="220" y="877"/>
                        </a:lnTo>
                        <a:lnTo>
                          <a:pt x="293" y="731"/>
                        </a:lnTo>
                        <a:lnTo>
                          <a:pt x="390" y="609"/>
                        </a:lnTo>
                        <a:lnTo>
                          <a:pt x="512" y="487"/>
                        </a:lnTo>
                        <a:lnTo>
                          <a:pt x="634" y="390"/>
                        </a:lnTo>
                        <a:lnTo>
                          <a:pt x="756" y="292"/>
                        </a:lnTo>
                        <a:lnTo>
                          <a:pt x="902" y="195"/>
                        </a:lnTo>
                        <a:lnTo>
                          <a:pt x="1048" y="122"/>
                        </a:lnTo>
                        <a:lnTo>
                          <a:pt x="1194" y="73"/>
                        </a:lnTo>
                        <a:lnTo>
                          <a:pt x="1365" y="24"/>
                        </a:lnTo>
                        <a:lnTo>
                          <a:pt x="1535" y="0"/>
                        </a:lnTo>
                        <a:lnTo>
                          <a:pt x="1706" y="0"/>
                        </a:lnTo>
                        <a:lnTo>
                          <a:pt x="1706" y="0"/>
                        </a:lnTo>
                        <a:lnTo>
                          <a:pt x="1998" y="24"/>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6" name="Google Shape;206;p25"/>
                  <p:cNvSpPr/>
                  <p:nvPr/>
                </p:nvSpPr>
                <p:spPr>
                  <a:xfrm>
                    <a:off x="6058550" y="1776125"/>
                    <a:ext cx="182075" cy="182075"/>
                  </a:xfrm>
                  <a:custGeom>
                    <a:avLst/>
                    <a:gdLst/>
                    <a:ahLst/>
                    <a:cxnLst/>
                    <a:rect l="l" t="t" r="r" b="b"/>
                    <a:pathLst>
                      <a:path w="7283" h="7283" fill="none" extrusionOk="0">
                        <a:moveTo>
                          <a:pt x="5431" y="463"/>
                        </a:moveTo>
                        <a:lnTo>
                          <a:pt x="5431" y="463"/>
                        </a:lnTo>
                        <a:lnTo>
                          <a:pt x="5042" y="269"/>
                        </a:lnTo>
                        <a:lnTo>
                          <a:pt x="4823" y="195"/>
                        </a:lnTo>
                        <a:lnTo>
                          <a:pt x="4603" y="122"/>
                        </a:lnTo>
                        <a:lnTo>
                          <a:pt x="4360" y="74"/>
                        </a:lnTo>
                        <a:lnTo>
                          <a:pt x="4141" y="25"/>
                        </a:lnTo>
                        <a:lnTo>
                          <a:pt x="3897" y="1"/>
                        </a:lnTo>
                        <a:lnTo>
                          <a:pt x="3654" y="1"/>
                        </a:lnTo>
                        <a:lnTo>
                          <a:pt x="3654" y="1"/>
                        </a:lnTo>
                        <a:lnTo>
                          <a:pt x="3288" y="25"/>
                        </a:lnTo>
                        <a:lnTo>
                          <a:pt x="2923" y="74"/>
                        </a:lnTo>
                        <a:lnTo>
                          <a:pt x="2558" y="147"/>
                        </a:lnTo>
                        <a:lnTo>
                          <a:pt x="2241" y="293"/>
                        </a:lnTo>
                        <a:lnTo>
                          <a:pt x="1924" y="439"/>
                        </a:lnTo>
                        <a:lnTo>
                          <a:pt x="1608" y="609"/>
                        </a:lnTo>
                        <a:lnTo>
                          <a:pt x="1340" y="829"/>
                        </a:lnTo>
                        <a:lnTo>
                          <a:pt x="1072" y="1072"/>
                        </a:lnTo>
                        <a:lnTo>
                          <a:pt x="828" y="1316"/>
                        </a:lnTo>
                        <a:lnTo>
                          <a:pt x="633" y="1608"/>
                        </a:lnTo>
                        <a:lnTo>
                          <a:pt x="439" y="1900"/>
                        </a:lnTo>
                        <a:lnTo>
                          <a:pt x="293" y="2217"/>
                        </a:lnTo>
                        <a:lnTo>
                          <a:pt x="171" y="2558"/>
                        </a:lnTo>
                        <a:lnTo>
                          <a:pt x="73" y="2899"/>
                        </a:lnTo>
                        <a:lnTo>
                          <a:pt x="25" y="3264"/>
                        </a:lnTo>
                        <a:lnTo>
                          <a:pt x="0" y="3629"/>
                        </a:lnTo>
                        <a:lnTo>
                          <a:pt x="0" y="3629"/>
                        </a:lnTo>
                        <a:lnTo>
                          <a:pt x="25" y="4019"/>
                        </a:lnTo>
                        <a:lnTo>
                          <a:pt x="73" y="4360"/>
                        </a:lnTo>
                        <a:lnTo>
                          <a:pt x="171" y="4725"/>
                        </a:lnTo>
                        <a:lnTo>
                          <a:pt x="293" y="5066"/>
                        </a:lnTo>
                        <a:lnTo>
                          <a:pt x="439" y="5383"/>
                        </a:lnTo>
                        <a:lnTo>
                          <a:pt x="633" y="5675"/>
                        </a:lnTo>
                        <a:lnTo>
                          <a:pt x="828" y="5943"/>
                        </a:lnTo>
                        <a:lnTo>
                          <a:pt x="1072" y="6211"/>
                        </a:lnTo>
                        <a:lnTo>
                          <a:pt x="1340" y="6455"/>
                        </a:lnTo>
                        <a:lnTo>
                          <a:pt x="1608" y="6650"/>
                        </a:lnTo>
                        <a:lnTo>
                          <a:pt x="1924" y="6844"/>
                        </a:lnTo>
                        <a:lnTo>
                          <a:pt x="2241" y="6990"/>
                        </a:lnTo>
                        <a:lnTo>
                          <a:pt x="2558" y="7112"/>
                        </a:lnTo>
                        <a:lnTo>
                          <a:pt x="2923" y="7210"/>
                        </a:lnTo>
                        <a:lnTo>
                          <a:pt x="3288" y="7258"/>
                        </a:lnTo>
                        <a:lnTo>
                          <a:pt x="3654" y="7283"/>
                        </a:lnTo>
                        <a:lnTo>
                          <a:pt x="3654" y="7283"/>
                        </a:lnTo>
                        <a:lnTo>
                          <a:pt x="4019" y="7258"/>
                        </a:lnTo>
                        <a:lnTo>
                          <a:pt x="4384" y="7210"/>
                        </a:lnTo>
                        <a:lnTo>
                          <a:pt x="4725" y="7112"/>
                        </a:lnTo>
                        <a:lnTo>
                          <a:pt x="5066" y="6990"/>
                        </a:lnTo>
                        <a:lnTo>
                          <a:pt x="5383" y="6844"/>
                        </a:lnTo>
                        <a:lnTo>
                          <a:pt x="5675" y="6650"/>
                        </a:lnTo>
                        <a:lnTo>
                          <a:pt x="5967" y="6455"/>
                        </a:lnTo>
                        <a:lnTo>
                          <a:pt x="6235" y="6211"/>
                        </a:lnTo>
                        <a:lnTo>
                          <a:pt x="6454" y="5943"/>
                        </a:lnTo>
                        <a:lnTo>
                          <a:pt x="6674" y="5675"/>
                        </a:lnTo>
                        <a:lnTo>
                          <a:pt x="6844" y="5383"/>
                        </a:lnTo>
                        <a:lnTo>
                          <a:pt x="7014" y="5066"/>
                        </a:lnTo>
                        <a:lnTo>
                          <a:pt x="7136" y="4725"/>
                        </a:lnTo>
                        <a:lnTo>
                          <a:pt x="7209" y="4360"/>
                        </a:lnTo>
                        <a:lnTo>
                          <a:pt x="7282" y="4019"/>
                        </a:lnTo>
                        <a:lnTo>
                          <a:pt x="7282" y="3629"/>
                        </a:lnTo>
                        <a:lnTo>
                          <a:pt x="7282" y="3629"/>
                        </a:lnTo>
                        <a:lnTo>
                          <a:pt x="7282" y="3386"/>
                        </a:lnTo>
                        <a:lnTo>
                          <a:pt x="7258" y="3167"/>
                        </a:lnTo>
                        <a:lnTo>
                          <a:pt x="7234" y="2923"/>
                        </a:lnTo>
                        <a:lnTo>
                          <a:pt x="7161" y="2704"/>
                        </a:lnTo>
                        <a:lnTo>
                          <a:pt x="7112" y="2485"/>
                        </a:lnTo>
                        <a:lnTo>
                          <a:pt x="7014" y="2266"/>
                        </a:lnTo>
                        <a:lnTo>
                          <a:pt x="6820" y="1852"/>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7" name="Google Shape;207;p25"/>
                  <p:cNvSpPr/>
                  <p:nvPr/>
                </p:nvSpPr>
                <p:spPr>
                  <a:xfrm>
                    <a:off x="5971475" y="2001400"/>
                    <a:ext cx="74925" cy="70675"/>
                  </a:xfrm>
                  <a:custGeom>
                    <a:avLst/>
                    <a:gdLst/>
                    <a:ahLst/>
                    <a:cxnLst/>
                    <a:rect l="l" t="t" r="r" b="b"/>
                    <a:pathLst>
                      <a:path w="2997" h="2827" fill="none" extrusionOk="0">
                        <a:moveTo>
                          <a:pt x="1462" y="1"/>
                        </a:moveTo>
                        <a:lnTo>
                          <a:pt x="293" y="1170"/>
                        </a:lnTo>
                        <a:lnTo>
                          <a:pt x="293" y="1170"/>
                        </a:lnTo>
                        <a:lnTo>
                          <a:pt x="171" y="1316"/>
                        </a:lnTo>
                        <a:lnTo>
                          <a:pt x="74" y="1487"/>
                        </a:lnTo>
                        <a:lnTo>
                          <a:pt x="25" y="1657"/>
                        </a:lnTo>
                        <a:lnTo>
                          <a:pt x="1" y="1852"/>
                        </a:lnTo>
                        <a:lnTo>
                          <a:pt x="25" y="2047"/>
                        </a:lnTo>
                        <a:lnTo>
                          <a:pt x="74" y="2217"/>
                        </a:lnTo>
                        <a:lnTo>
                          <a:pt x="171" y="2388"/>
                        </a:lnTo>
                        <a:lnTo>
                          <a:pt x="293" y="2534"/>
                        </a:lnTo>
                        <a:lnTo>
                          <a:pt x="293" y="2534"/>
                        </a:lnTo>
                        <a:lnTo>
                          <a:pt x="439" y="2656"/>
                        </a:lnTo>
                        <a:lnTo>
                          <a:pt x="609" y="2753"/>
                        </a:lnTo>
                        <a:lnTo>
                          <a:pt x="804" y="2802"/>
                        </a:lnTo>
                        <a:lnTo>
                          <a:pt x="975" y="2826"/>
                        </a:lnTo>
                        <a:lnTo>
                          <a:pt x="975" y="2826"/>
                        </a:lnTo>
                        <a:lnTo>
                          <a:pt x="1170" y="2802"/>
                        </a:lnTo>
                        <a:lnTo>
                          <a:pt x="1340" y="2753"/>
                        </a:lnTo>
                        <a:lnTo>
                          <a:pt x="1511" y="2656"/>
                        </a:lnTo>
                        <a:lnTo>
                          <a:pt x="1681" y="2534"/>
                        </a:lnTo>
                        <a:lnTo>
                          <a:pt x="2850" y="1365"/>
                        </a:lnTo>
                        <a:lnTo>
                          <a:pt x="2850" y="1365"/>
                        </a:lnTo>
                        <a:lnTo>
                          <a:pt x="2996" y="1194"/>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8" name="Google Shape;208;p25"/>
                  <p:cNvSpPr/>
                  <p:nvPr/>
                </p:nvSpPr>
                <p:spPr>
                  <a:xfrm>
                    <a:off x="6253375" y="2001400"/>
                    <a:ext cx="74325" cy="70675"/>
                  </a:xfrm>
                  <a:custGeom>
                    <a:avLst/>
                    <a:gdLst/>
                    <a:ahLst/>
                    <a:cxnLst/>
                    <a:rect l="l" t="t" r="r" b="b"/>
                    <a:pathLst>
                      <a:path w="2973" h="2827" fill="none" extrusionOk="0">
                        <a:moveTo>
                          <a:pt x="1" y="1194"/>
                        </a:moveTo>
                        <a:lnTo>
                          <a:pt x="1" y="1194"/>
                        </a:lnTo>
                        <a:lnTo>
                          <a:pt x="123" y="1365"/>
                        </a:lnTo>
                        <a:lnTo>
                          <a:pt x="1316" y="2534"/>
                        </a:lnTo>
                        <a:lnTo>
                          <a:pt x="1316" y="2534"/>
                        </a:lnTo>
                        <a:lnTo>
                          <a:pt x="1462" y="2656"/>
                        </a:lnTo>
                        <a:lnTo>
                          <a:pt x="1633" y="2753"/>
                        </a:lnTo>
                        <a:lnTo>
                          <a:pt x="1827" y="2802"/>
                        </a:lnTo>
                        <a:lnTo>
                          <a:pt x="1998" y="2826"/>
                        </a:lnTo>
                        <a:lnTo>
                          <a:pt x="1998" y="2826"/>
                        </a:lnTo>
                        <a:lnTo>
                          <a:pt x="2193" y="2802"/>
                        </a:lnTo>
                        <a:lnTo>
                          <a:pt x="2363" y="2753"/>
                        </a:lnTo>
                        <a:lnTo>
                          <a:pt x="2534" y="2656"/>
                        </a:lnTo>
                        <a:lnTo>
                          <a:pt x="2704" y="2534"/>
                        </a:lnTo>
                        <a:lnTo>
                          <a:pt x="2704" y="2534"/>
                        </a:lnTo>
                        <a:lnTo>
                          <a:pt x="2826" y="2388"/>
                        </a:lnTo>
                        <a:lnTo>
                          <a:pt x="2923" y="2217"/>
                        </a:lnTo>
                        <a:lnTo>
                          <a:pt x="2972" y="2047"/>
                        </a:lnTo>
                        <a:lnTo>
                          <a:pt x="2972" y="1852"/>
                        </a:lnTo>
                        <a:lnTo>
                          <a:pt x="2972" y="1657"/>
                        </a:lnTo>
                        <a:lnTo>
                          <a:pt x="2923" y="1487"/>
                        </a:lnTo>
                        <a:lnTo>
                          <a:pt x="2826" y="1316"/>
                        </a:lnTo>
                        <a:lnTo>
                          <a:pt x="2704" y="1170"/>
                        </a:lnTo>
                        <a:lnTo>
                          <a:pt x="1535"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9" name="Google Shape;209;p25"/>
                  <p:cNvSpPr/>
                  <p:nvPr/>
                </p:nvSpPr>
                <p:spPr>
                  <a:xfrm>
                    <a:off x="6137700" y="1623900"/>
                    <a:ext cx="250875" cy="255150"/>
                  </a:xfrm>
                  <a:custGeom>
                    <a:avLst/>
                    <a:gdLst/>
                    <a:ahLst/>
                    <a:cxnLst/>
                    <a:rect l="l" t="t" r="r" b="b"/>
                    <a:pathLst>
                      <a:path w="10035" h="10206" fill="none" extrusionOk="0">
                        <a:moveTo>
                          <a:pt x="9718" y="2412"/>
                        </a:moveTo>
                        <a:lnTo>
                          <a:pt x="8671" y="2217"/>
                        </a:lnTo>
                        <a:lnTo>
                          <a:pt x="9694" y="1194"/>
                        </a:lnTo>
                        <a:lnTo>
                          <a:pt x="9694" y="1194"/>
                        </a:lnTo>
                        <a:lnTo>
                          <a:pt x="9767" y="1121"/>
                        </a:lnTo>
                        <a:lnTo>
                          <a:pt x="9815" y="1024"/>
                        </a:lnTo>
                        <a:lnTo>
                          <a:pt x="9840" y="951"/>
                        </a:lnTo>
                        <a:lnTo>
                          <a:pt x="9840" y="853"/>
                        </a:lnTo>
                        <a:lnTo>
                          <a:pt x="9840" y="756"/>
                        </a:lnTo>
                        <a:lnTo>
                          <a:pt x="9815" y="658"/>
                        </a:lnTo>
                        <a:lnTo>
                          <a:pt x="9767" y="585"/>
                        </a:lnTo>
                        <a:lnTo>
                          <a:pt x="9694" y="512"/>
                        </a:lnTo>
                        <a:lnTo>
                          <a:pt x="9694" y="512"/>
                        </a:lnTo>
                        <a:lnTo>
                          <a:pt x="9621" y="439"/>
                        </a:lnTo>
                        <a:lnTo>
                          <a:pt x="9548" y="391"/>
                        </a:lnTo>
                        <a:lnTo>
                          <a:pt x="9450" y="366"/>
                        </a:lnTo>
                        <a:lnTo>
                          <a:pt x="9353" y="366"/>
                        </a:lnTo>
                        <a:lnTo>
                          <a:pt x="9255" y="366"/>
                        </a:lnTo>
                        <a:lnTo>
                          <a:pt x="9182" y="391"/>
                        </a:lnTo>
                        <a:lnTo>
                          <a:pt x="9085" y="439"/>
                        </a:lnTo>
                        <a:lnTo>
                          <a:pt x="9012" y="512"/>
                        </a:lnTo>
                        <a:lnTo>
                          <a:pt x="7867" y="1657"/>
                        </a:lnTo>
                        <a:lnTo>
                          <a:pt x="7867" y="1657"/>
                        </a:lnTo>
                        <a:lnTo>
                          <a:pt x="7818" y="1487"/>
                        </a:lnTo>
                        <a:lnTo>
                          <a:pt x="7599" y="317"/>
                        </a:lnTo>
                        <a:lnTo>
                          <a:pt x="7599" y="317"/>
                        </a:lnTo>
                        <a:lnTo>
                          <a:pt x="7575" y="196"/>
                        </a:lnTo>
                        <a:lnTo>
                          <a:pt x="7526" y="98"/>
                        </a:lnTo>
                        <a:lnTo>
                          <a:pt x="7477" y="50"/>
                        </a:lnTo>
                        <a:lnTo>
                          <a:pt x="7404" y="1"/>
                        </a:lnTo>
                        <a:lnTo>
                          <a:pt x="7331" y="1"/>
                        </a:lnTo>
                        <a:lnTo>
                          <a:pt x="7234" y="25"/>
                        </a:lnTo>
                        <a:lnTo>
                          <a:pt x="7161" y="74"/>
                        </a:lnTo>
                        <a:lnTo>
                          <a:pt x="7063" y="147"/>
                        </a:lnTo>
                        <a:lnTo>
                          <a:pt x="5432" y="1754"/>
                        </a:lnTo>
                        <a:lnTo>
                          <a:pt x="5432" y="1754"/>
                        </a:lnTo>
                        <a:lnTo>
                          <a:pt x="5358" y="1852"/>
                        </a:lnTo>
                        <a:lnTo>
                          <a:pt x="5285" y="1974"/>
                        </a:lnTo>
                        <a:lnTo>
                          <a:pt x="5212" y="2120"/>
                        </a:lnTo>
                        <a:lnTo>
                          <a:pt x="5164" y="2242"/>
                        </a:lnTo>
                        <a:lnTo>
                          <a:pt x="5139" y="2388"/>
                        </a:lnTo>
                        <a:lnTo>
                          <a:pt x="5115" y="2534"/>
                        </a:lnTo>
                        <a:lnTo>
                          <a:pt x="5115" y="2680"/>
                        </a:lnTo>
                        <a:lnTo>
                          <a:pt x="5115" y="2802"/>
                        </a:lnTo>
                        <a:lnTo>
                          <a:pt x="5334" y="3971"/>
                        </a:lnTo>
                        <a:lnTo>
                          <a:pt x="5334" y="3971"/>
                        </a:lnTo>
                        <a:lnTo>
                          <a:pt x="5383" y="4141"/>
                        </a:lnTo>
                        <a:lnTo>
                          <a:pt x="147" y="9378"/>
                        </a:lnTo>
                        <a:lnTo>
                          <a:pt x="147" y="9378"/>
                        </a:lnTo>
                        <a:lnTo>
                          <a:pt x="73" y="9451"/>
                        </a:lnTo>
                        <a:lnTo>
                          <a:pt x="25" y="9548"/>
                        </a:lnTo>
                        <a:lnTo>
                          <a:pt x="0" y="9645"/>
                        </a:lnTo>
                        <a:lnTo>
                          <a:pt x="0" y="9718"/>
                        </a:lnTo>
                        <a:lnTo>
                          <a:pt x="0" y="9816"/>
                        </a:lnTo>
                        <a:lnTo>
                          <a:pt x="25" y="9913"/>
                        </a:lnTo>
                        <a:lnTo>
                          <a:pt x="73" y="9986"/>
                        </a:lnTo>
                        <a:lnTo>
                          <a:pt x="147" y="10059"/>
                        </a:lnTo>
                        <a:lnTo>
                          <a:pt x="147" y="10059"/>
                        </a:lnTo>
                        <a:lnTo>
                          <a:pt x="220" y="10133"/>
                        </a:lnTo>
                        <a:lnTo>
                          <a:pt x="293" y="10181"/>
                        </a:lnTo>
                        <a:lnTo>
                          <a:pt x="390" y="10206"/>
                        </a:lnTo>
                        <a:lnTo>
                          <a:pt x="488" y="10206"/>
                        </a:lnTo>
                        <a:lnTo>
                          <a:pt x="488" y="10206"/>
                        </a:lnTo>
                        <a:lnTo>
                          <a:pt x="585" y="10206"/>
                        </a:lnTo>
                        <a:lnTo>
                          <a:pt x="658" y="10181"/>
                        </a:lnTo>
                        <a:lnTo>
                          <a:pt x="755" y="10133"/>
                        </a:lnTo>
                        <a:lnTo>
                          <a:pt x="828" y="10059"/>
                        </a:lnTo>
                        <a:lnTo>
                          <a:pt x="6187" y="4726"/>
                        </a:lnTo>
                        <a:lnTo>
                          <a:pt x="7234" y="4896"/>
                        </a:lnTo>
                        <a:lnTo>
                          <a:pt x="7234" y="4896"/>
                        </a:lnTo>
                        <a:lnTo>
                          <a:pt x="7356" y="4921"/>
                        </a:lnTo>
                        <a:lnTo>
                          <a:pt x="7502" y="4921"/>
                        </a:lnTo>
                        <a:lnTo>
                          <a:pt x="7624" y="4896"/>
                        </a:lnTo>
                        <a:lnTo>
                          <a:pt x="7770" y="4848"/>
                        </a:lnTo>
                        <a:lnTo>
                          <a:pt x="7916" y="4799"/>
                        </a:lnTo>
                        <a:lnTo>
                          <a:pt x="8038" y="4750"/>
                        </a:lnTo>
                        <a:lnTo>
                          <a:pt x="8159" y="4677"/>
                        </a:lnTo>
                        <a:lnTo>
                          <a:pt x="8257" y="4580"/>
                        </a:lnTo>
                        <a:lnTo>
                          <a:pt x="9889" y="2948"/>
                        </a:lnTo>
                        <a:lnTo>
                          <a:pt x="9889" y="2948"/>
                        </a:lnTo>
                        <a:lnTo>
                          <a:pt x="9962" y="2875"/>
                        </a:lnTo>
                        <a:lnTo>
                          <a:pt x="10010" y="2777"/>
                        </a:lnTo>
                        <a:lnTo>
                          <a:pt x="10035" y="2704"/>
                        </a:lnTo>
                        <a:lnTo>
                          <a:pt x="10010" y="2607"/>
                        </a:lnTo>
                        <a:lnTo>
                          <a:pt x="9986" y="2558"/>
                        </a:lnTo>
                        <a:lnTo>
                          <a:pt x="9913" y="2485"/>
                        </a:lnTo>
                        <a:lnTo>
                          <a:pt x="9815" y="2436"/>
                        </a:lnTo>
                        <a:lnTo>
                          <a:pt x="9718" y="2412"/>
                        </a:lnTo>
                        <a:lnTo>
                          <a:pt x="9718" y="2412"/>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210" name="Google Shape;210;p25"/>
                <p:cNvGrpSpPr/>
                <p:nvPr/>
              </p:nvGrpSpPr>
              <p:grpSpPr>
                <a:xfrm>
                  <a:off x="2787185" y="1056523"/>
                  <a:ext cx="435022" cy="323445"/>
                  <a:chOff x="5247525" y="3007275"/>
                  <a:chExt cx="517575" cy="384825"/>
                </a:xfrm>
              </p:grpSpPr>
              <p:sp>
                <p:nvSpPr>
                  <p:cNvPr id="211" name="Google Shape;211;p25"/>
                  <p:cNvSpPr/>
                  <p:nvPr/>
                </p:nvSpPr>
                <p:spPr>
                  <a:xfrm>
                    <a:off x="5247525" y="3007275"/>
                    <a:ext cx="348900" cy="348900"/>
                  </a:xfrm>
                  <a:custGeom>
                    <a:avLst/>
                    <a:gdLst/>
                    <a:ahLst/>
                    <a:cxnLst/>
                    <a:rect l="l" t="t" r="r" b="b"/>
                    <a:pathLst>
                      <a:path w="13956" h="13956" fill="none" extrusionOk="0">
                        <a:moveTo>
                          <a:pt x="13323" y="5772"/>
                        </a:moveTo>
                        <a:lnTo>
                          <a:pt x="11861" y="5626"/>
                        </a:lnTo>
                        <a:lnTo>
                          <a:pt x="11861" y="5626"/>
                        </a:lnTo>
                        <a:lnTo>
                          <a:pt x="11788" y="5334"/>
                        </a:lnTo>
                        <a:lnTo>
                          <a:pt x="11667" y="5042"/>
                        </a:lnTo>
                        <a:lnTo>
                          <a:pt x="11545" y="4750"/>
                        </a:lnTo>
                        <a:lnTo>
                          <a:pt x="11399" y="4482"/>
                        </a:lnTo>
                        <a:lnTo>
                          <a:pt x="12300" y="3337"/>
                        </a:lnTo>
                        <a:lnTo>
                          <a:pt x="12300" y="3337"/>
                        </a:lnTo>
                        <a:lnTo>
                          <a:pt x="12373" y="3240"/>
                        </a:lnTo>
                        <a:lnTo>
                          <a:pt x="12422" y="3118"/>
                        </a:lnTo>
                        <a:lnTo>
                          <a:pt x="12446" y="2996"/>
                        </a:lnTo>
                        <a:lnTo>
                          <a:pt x="12446" y="2850"/>
                        </a:lnTo>
                        <a:lnTo>
                          <a:pt x="12422" y="2728"/>
                        </a:lnTo>
                        <a:lnTo>
                          <a:pt x="12397" y="2606"/>
                        </a:lnTo>
                        <a:lnTo>
                          <a:pt x="12324" y="2485"/>
                        </a:lnTo>
                        <a:lnTo>
                          <a:pt x="12251" y="2387"/>
                        </a:lnTo>
                        <a:lnTo>
                          <a:pt x="11569" y="1705"/>
                        </a:lnTo>
                        <a:lnTo>
                          <a:pt x="11569" y="1705"/>
                        </a:lnTo>
                        <a:lnTo>
                          <a:pt x="11472" y="1632"/>
                        </a:lnTo>
                        <a:lnTo>
                          <a:pt x="11350" y="1559"/>
                        </a:lnTo>
                        <a:lnTo>
                          <a:pt x="11228" y="1510"/>
                        </a:lnTo>
                        <a:lnTo>
                          <a:pt x="11106" y="1510"/>
                        </a:lnTo>
                        <a:lnTo>
                          <a:pt x="10960" y="1510"/>
                        </a:lnTo>
                        <a:lnTo>
                          <a:pt x="10838" y="1535"/>
                        </a:lnTo>
                        <a:lnTo>
                          <a:pt x="10717" y="1583"/>
                        </a:lnTo>
                        <a:lnTo>
                          <a:pt x="10619" y="1656"/>
                        </a:lnTo>
                        <a:lnTo>
                          <a:pt x="9475" y="2558"/>
                        </a:lnTo>
                        <a:lnTo>
                          <a:pt x="9475" y="2558"/>
                        </a:lnTo>
                        <a:lnTo>
                          <a:pt x="9207" y="2411"/>
                        </a:lnTo>
                        <a:lnTo>
                          <a:pt x="8914" y="2290"/>
                        </a:lnTo>
                        <a:lnTo>
                          <a:pt x="8622" y="2168"/>
                        </a:lnTo>
                        <a:lnTo>
                          <a:pt x="8330" y="2070"/>
                        </a:lnTo>
                        <a:lnTo>
                          <a:pt x="8159" y="634"/>
                        </a:lnTo>
                        <a:lnTo>
                          <a:pt x="8159" y="634"/>
                        </a:lnTo>
                        <a:lnTo>
                          <a:pt x="8135" y="512"/>
                        </a:lnTo>
                        <a:lnTo>
                          <a:pt x="8086" y="390"/>
                        </a:lnTo>
                        <a:lnTo>
                          <a:pt x="8013" y="293"/>
                        </a:lnTo>
                        <a:lnTo>
                          <a:pt x="7940" y="195"/>
                        </a:lnTo>
                        <a:lnTo>
                          <a:pt x="7818" y="122"/>
                        </a:lnTo>
                        <a:lnTo>
                          <a:pt x="7721" y="49"/>
                        </a:lnTo>
                        <a:lnTo>
                          <a:pt x="7575" y="25"/>
                        </a:lnTo>
                        <a:lnTo>
                          <a:pt x="7453" y="0"/>
                        </a:lnTo>
                        <a:lnTo>
                          <a:pt x="6479" y="0"/>
                        </a:lnTo>
                        <a:lnTo>
                          <a:pt x="6479" y="0"/>
                        </a:lnTo>
                        <a:lnTo>
                          <a:pt x="6357" y="25"/>
                        </a:lnTo>
                        <a:lnTo>
                          <a:pt x="6235" y="49"/>
                        </a:lnTo>
                        <a:lnTo>
                          <a:pt x="6114" y="122"/>
                        </a:lnTo>
                        <a:lnTo>
                          <a:pt x="6016" y="195"/>
                        </a:lnTo>
                        <a:lnTo>
                          <a:pt x="5919" y="293"/>
                        </a:lnTo>
                        <a:lnTo>
                          <a:pt x="5846" y="390"/>
                        </a:lnTo>
                        <a:lnTo>
                          <a:pt x="5797" y="512"/>
                        </a:lnTo>
                        <a:lnTo>
                          <a:pt x="5773" y="634"/>
                        </a:lnTo>
                        <a:lnTo>
                          <a:pt x="5602" y="2070"/>
                        </a:lnTo>
                        <a:lnTo>
                          <a:pt x="5602" y="2070"/>
                        </a:lnTo>
                        <a:lnTo>
                          <a:pt x="5310" y="2168"/>
                        </a:lnTo>
                        <a:lnTo>
                          <a:pt x="5018" y="2290"/>
                        </a:lnTo>
                        <a:lnTo>
                          <a:pt x="4750" y="2411"/>
                        </a:lnTo>
                        <a:lnTo>
                          <a:pt x="4482" y="2558"/>
                        </a:lnTo>
                        <a:lnTo>
                          <a:pt x="3337" y="1656"/>
                        </a:lnTo>
                        <a:lnTo>
                          <a:pt x="3337" y="1656"/>
                        </a:lnTo>
                        <a:lnTo>
                          <a:pt x="3215" y="1583"/>
                        </a:lnTo>
                        <a:lnTo>
                          <a:pt x="3094" y="1535"/>
                        </a:lnTo>
                        <a:lnTo>
                          <a:pt x="2972" y="1510"/>
                        </a:lnTo>
                        <a:lnTo>
                          <a:pt x="2850" y="1510"/>
                        </a:lnTo>
                        <a:lnTo>
                          <a:pt x="2728" y="1510"/>
                        </a:lnTo>
                        <a:lnTo>
                          <a:pt x="2582" y="1559"/>
                        </a:lnTo>
                        <a:lnTo>
                          <a:pt x="2485" y="1632"/>
                        </a:lnTo>
                        <a:lnTo>
                          <a:pt x="2387" y="1705"/>
                        </a:lnTo>
                        <a:lnTo>
                          <a:pt x="1705" y="2387"/>
                        </a:lnTo>
                        <a:lnTo>
                          <a:pt x="1705" y="2387"/>
                        </a:lnTo>
                        <a:lnTo>
                          <a:pt x="1608" y="2485"/>
                        </a:lnTo>
                        <a:lnTo>
                          <a:pt x="1559" y="2606"/>
                        </a:lnTo>
                        <a:lnTo>
                          <a:pt x="1511" y="2728"/>
                        </a:lnTo>
                        <a:lnTo>
                          <a:pt x="1486" y="2850"/>
                        </a:lnTo>
                        <a:lnTo>
                          <a:pt x="1486" y="2996"/>
                        </a:lnTo>
                        <a:lnTo>
                          <a:pt x="1511" y="3118"/>
                        </a:lnTo>
                        <a:lnTo>
                          <a:pt x="1559" y="3240"/>
                        </a:lnTo>
                        <a:lnTo>
                          <a:pt x="1632" y="3337"/>
                        </a:lnTo>
                        <a:lnTo>
                          <a:pt x="2533" y="4482"/>
                        </a:lnTo>
                        <a:lnTo>
                          <a:pt x="2533" y="4482"/>
                        </a:lnTo>
                        <a:lnTo>
                          <a:pt x="2387" y="4750"/>
                        </a:lnTo>
                        <a:lnTo>
                          <a:pt x="2266" y="5042"/>
                        </a:lnTo>
                        <a:lnTo>
                          <a:pt x="2168" y="5334"/>
                        </a:lnTo>
                        <a:lnTo>
                          <a:pt x="2071" y="5626"/>
                        </a:lnTo>
                        <a:lnTo>
                          <a:pt x="634" y="5772"/>
                        </a:lnTo>
                        <a:lnTo>
                          <a:pt x="634" y="5772"/>
                        </a:lnTo>
                        <a:lnTo>
                          <a:pt x="512" y="5821"/>
                        </a:lnTo>
                        <a:lnTo>
                          <a:pt x="390" y="5870"/>
                        </a:lnTo>
                        <a:lnTo>
                          <a:pt x="268" y="5943"/>
                        </a:lnTo>
                        <a:lnTo>
                          <a:pt x="171" y="6016"/>
                        </a:lnTo>
                        <a:lnTo>
                          <a:pt x="98" y="6138"/>
                        </a:lnTo>
                        <a:lnTo>
                          <a:pt x="49" y="6235"/>
                        </a:lnTo>
                        <a:lnTo>
                          <a:pt x="1" y="6381"/>
                        </a:lnTo>
                        <a:lnTo>
                          <a:pt x="1" y="6503"/>
                        </a:lnTo>
                        <a:lnTo>
                          <a:pt x="1" y="7453"/>
                        </a:lnTo>
                        <a:lnTo>
                          <a:pt x="1" y="7453"/>
                        </a:lnTo>
                        <a:lnTo>
                          <a:pt x="1" y="7599"/>
                        </a:lnTo>
                        <a:lnTo>
                          <a:pt x="49" y="7721"/>
                        </a:lnTo>
                        <a:lnTo>
                          <a:pt x="98" y="7843"/>
                        </a:lnTo>
                        <a:lnTo>
                          <a:pt x="171" y="7940"/>
                        </a:lnTo>
                        <a:lnTo>
                          <a:pt x="268" y="8037"/>
                        </a:lnTo>
                        <a:lnTo>
                          <a:pt x="390" y="8111"/>
                        </a:lnTo>
                        <a:lnTo>
                          <a:pt x="512" y="8159"/>
                        </a:lnTo>
                        <a:lnTo>
                          <a:pt x="634" y="8184"/>
                        </a:lnTo>
                        <a:lnTo>
                          <a:pt x="2071" y="8354"/>
                        </a:lnTo>
                        <a:lnTo>
                          <a:pt x="2071" y="8354"/>
                        </a:lnTo>
                        <a:lnTo>
                          <a:pt x="2168" y="8646"/>
                        </a:lnTo>
                        <a:lnTo>
                          <a:pt x="2266" y="8914"/>
                        </a:lnTo>
                        <a:lnTo>
                          <a:pt x="2387" y="9206"/>
                        </a:lnTo>
                        <a:lnTo>
                          <a:pt x="2533" y="9474"/>
                        </a:lnTo>
                        <a:lnTo>
                          <a:pt x="1632" y="10619"/>
                        </a:lnTo>
                        <a:lnTo>
                          <a:pt x="1632" y="10619"/>
                        </a:lnTo>
                        <a:lnTo>
                          <a:pt x="1559" y="10741"/>
                        </a:lnTo>
                        <a:lnTo>
                          <a:pt x="1511" y="10863"/>
                        </a:lnTo>
                        <a:lnTo>
                          <a:pt x="1486" y="10984"/>
                        </a:lnTo>
                        <a:lnTo>
                          <a:pt x="1486" y="11106"/>
                        </a:lnTo>
                        <a:lnTo>
                          <a:pt x="1511" y="11228"/>
                        </a:lnTo>
                        <a:lnTo>
                          <a:pt x="1559" y="11350"/>
                        </a:lnTo>
                        <a:lnTo>
                          <a:pt x="1608" y="11472"/>
                        </a:lnTo>
                        <a:lnTo>
                          <a:pt x="1705" y="11569"/>
                        </a:lnTo>
                        <a:lnTo>
                          <a:pt x="2387" y="12251"/>
                        </a:lnTo>
                        <a:lnTo>
                          <a:pt x="2387" y="12251"/>
                        </a:lnTo>
                        <a:lnTo>
                          <a:pt x="2485" y="12348"/>
                        </a:lnTo>
                        <a:lnTo>
                          <a:pt x="2582" y="12397"/>
                        </a:lnTo>
                        <a:lnTo>
                          <a:pt x="2728" y="12446"/>
                        </a:lnTo>
                        <a:lnTo>
                          <a:pt x="2850" y="12470"/>
                        </a:lnTo>
                        <a:lnTo>
                          <a:pt x="2972" y="12470"/>
                        </a:lnTo>
                        <a:lnTo>
                          <a:pt x="3094" y="12421"/>
                        </a:lnTo>
                        <a:lnTo>
                          <a:pt x="3215" y="12373"/>
                        </a:lnTo>
                        <a:lnTo>
                          <a:pt x="3337" y="12324"/>
                        </a:lnTo>
                        <a:lnTo>
                          <a:pt x="4482" y="11423"/>
                        </a:lnTo>
                        <a:lnTo>
                          <a:pt x="4482" y="11423"/>
                        </a:lnTo>
                        <a:lnTo>
                          <a:pt x="4750" y="11545"/>
                        </a:lnTo>
                        <a:lnTo>
                          <a:pt x="5018" y="11691"/>
                        </a:lnTo>
                        <a:lnTo>
                          <a:pt x="5310" y="11788"/>
                        </a:lnTo>
                        <a:lnTo>
                          <a:pt x="5602" y="11886"/>
                        </a:lnTo>
                        <a:lnTo>
                          <a:pt x="5773" y="13322"/>
                        </a:lnTo>
                        <a:lnTo>
                          <a:pt x="5773" y="13322"/>
                        </a:lnTo>
                        <a:lnTo>
                          <a:pt x="5797" y="13444"/>
                        </a:lnTo>
                        <a:lnTo>
                          <a:pt x="5846" y="13566"/>
                        </a:lnTo>
                        <a:lnTo>
                          <a:pt x="5919" y="13688"/>
                        </a:lnTo>
                        <a:lnTo>
                          <a:pt x="6016" y="13785"/>
                        </a:lnTo>
                        <a:lnTo>
                          <a:pt x="6114" y="13858"/>
                        </a:lnTo>
                        <a:lnTo>
                          <a:pt x="6235" y="13907"/>
                        </a:lnTo>
                        <a:lnTo>
                          <a:pt x="6357" y="13956"/>
                        </a:lnTo>
                        <a:lnTo>
                          <a:pt x="6479" y="13956"/>
                        </a:lnTo>
                        <a:lnTo>
                          <a:pt x="7453" y="13956"/>
                        </a:lnTo>
                        <a:lnTo>
                          <a:pt x="7453" y="13956"/>
                        </a:lnTo>
                        <a:lnTo>
                          <a:pt x="7575" y="13956"/>
                        </a:lnTo>
                        <a:lnTo>
                          <a:pt x="7721" y="13907"/>
                        </a:lnTo>
                        <a:lnTo>
                          <a:pt x="7818" y="13858"/>
                        </a:lnTo>
                        <a:lnTo>
                          <a:pt x="7940" y="13785"/>
                        </a:lnTo>
                        <a:lnTo>
                          <a:pt x="8013" y="13688"/>
                        </a:lnTo>
                        <a:lnTo>
                          <a:pt x="8086" y="13566"/>
                        </a:lnTo>
                        <a:lnTo>
                          <a:pt x="8135" y="13444"/>
                        </a:lnTo>
                        <a:lnTo>
                          <a:pt x="8159" y="13322"/>
                        </a:lnTo>
                        <a:lnTo>
                          <a:pt x="8330" y="11886"/>
                        </a:lnTo>
                        <a:lnTo>
                          <a:pt x="8330" y="11886"/>
                        </a:lnTo>
                        <a:lnTo>
                          <a:pt x="8622" y="11788"/>
                        </a:lnTo>
                        <a:lnTo>
                          <a:pt x="8914" y="11691"/>
                        </a:lnTo>
                        <a:lnTo>
                          <a:pt x="9207" y="11545"/>
                        </a:lnTo>
                        <a:lnTo>
                          <a:pt x="9475" y="11423"/>
                        </a:lnTo>
                        <a:lnTo>
                          <a:pt x="10619" y="12324"/>
                        </a:lnTo>
                        <a:lnTo>
                          <a:pt x="10619" y="12324"/>
                        </a:lnTo>
                        <a:lnTo>
                          <a:pt x="10717" y="12373"/>
                        </a:lnTo>
                        <a:lnTo>
                          <a:pt x="10838" y="12421"/>
                        </a:lnTo>
                        <a:lnTo>
                          <a:pt x="10960" y="12470"/>
                        </a:lnTo>
                        <a:lnTo>
                          <a:pt x="11106" y="12470"/>
                        </a:lnTo>
                        <a:lnTo>
                          <a:pt x="11228" y="12446"/>
                        </a:lnTo>
                        <a:lnTo>
                          <a:pt x="11350" y="12397"/>
                        </a:lnTo>
                        <a:lnTo>
                          <a:pt x="11472" y="12348"/>
                        </a:lnTo>
                        <a:lnTo>
                          <a:pt x="11569" y="12251"/>
                        </a:lnTo>
                        <a:lnTo>
                          <a:pt x="12251" y="11569"/>
                        </a:lnTo>
                        <a:lnTo>
                          <a:pt x="12251" y="11569"/>
                        </a:lnTo>
                        <a:lnTo>
                          <a:pt x="12324" y="11472"/>
                        </a:lnTo>
                        <a:lnTo>
                          <a:pt x="12397" y="11350"/>
                        </a:lnTo>
                        <a:lnTo>
                          <a:pt x="12422" y="11228"/>
                        </a:lnTo>
                        <a:lnTo>
                          <a:pt x="12446" y="11106"/>
                        </a:lnTo>
                        <a:lnTo>
                          <a:pt x="12446" y="10984"/>
                        </a:lnTo>
                        <a:lnTo>
                          <a:pt x="12422" y="10863"/>
                        </a:lnTo>
                        <a:lnTo>
                          <a:pt x="12373" y="10741"/>
                        </a:lnTo>
                        <a:lnTo>
                          <a:pt x="12300" y="10619"/>
                        </a:lnTo>
                        <a:lnTo>
                          <a:pt x="11399" y="9474"/>
                        </a:lnTo>
                        <a:lnTo>
                          <a:pt x="11399" y="9474"/>
                        </a:lnTo>
                        <a:lnTo>
                          <a:pt x="11545" y="9206"/>
                        </a:lnTo>
                        <a:lnTo>
                          <a:pt x="11667" y="8914"/>
                        </a:lnTo>
                        <a:lnTo>
                          <a:pt x="11788" y="8646"/>
                        </a:lnTo>
                        <a:lnTo>
                          <a:pt x="11861" y="8354"/>
                        </a:lnTo>
                        <a:lnTo>
                          <a:pt x="13323" y="8184"/>
                        </a:lnTo>
                        <a:lnTo>
                          <a:pt x="13323" y="8184"/>
                        </a:lnTo>
                        <a:lnTo>
                          <a:pt x="13444" y="8159"/>
                        </a:lnTo>
                        <a:lnTo>
                          <a:pt x="13566" y="8111"/>
                        </a:lnTo>
                        <a:lnTo>
                          <a:pt x="13664" y="8037"/>
                        </a:lnTo>
                        <a:lnTo>
                          <a:pt x="13761" y="7940"/>
                        </a:lnTo>
                        <a:lnTo>
                          <a:pt x="13834" y="7843"/>
                        </a:lnTo>
                        <a:lnTo>
                          <a:pt x="13907" y="7721"/>
                        </a:lnTo>
                        <a:lnTo>
                          <a:pt x="13932" y="7599"/>
                        </a:lnTo>
                        <a:lnTo>
                          <a:pt x="13956" y="7453"/>
                        </a:lnTo>
                        <a:lnTo>
                          <a:pt x="13956" y="6503"/>
                        </a:lnTo>
                        <a:lnTo>
                          <a:pt x="13956" y="6503"/>
                        </a:lnTo>
                        <a:lnTo>
                          <a:pt x="13932" y="6381"/>
                        </a:lnTo>
                        <a:lnTo>
                          <a:pt x="13907" y="6235"/>
                        </a:lnTo>
                        <a:lnTo>
                          <a:pt x="13834" y="6138"/>
                        </a:lnTo>
                        <a:lnTo>
                          <a:pt x="13761" y="6016"/>
                        </a:lnTo>
                        <a:lnTo>
                          <a:pt x="13664" y="5943"/>
                        </a:lnTo>
                        <a:lnTo>
                          <a:pt x="13566" y="5870"/>
                        </a:lnTo>
                        <a:lnTo>
                          <a:pt x="13444" y="5821"/>
                        </a:lnTo>
                        <a:lnTo>
                          <a:pt x="13323" y="5772"/>
                        </a:lnTo>
                        <a:lnTo>
                          <a:pt x="13323" y="5772"/>
                        </a:lnTo>
                        <a:close/>
                        <a:moveTo>
                          <a:pt x="8573" y="8598"/>
                        </a:moveTo>
                        <a:lnTo>
                          <a:pt x="8573" y="8598"/>
                        </a:lnTo>
                        <a:lnTo>
                          <a:pt x="8403" y="8744"/>
                        </a:lnTo>
                        <a:lnTo>
                          <a:pt x="8232" y="8890"/>
                        </a:lnTo>
                        <a:lnTo>
                          <a:pt x="8038" y="8987"/>
                        </a:lnTo>
                        <a:lnTo>
                          <a:pt x="7818" y="9085"/>
                        </a:lnTo>
                        <a:lnTo>
                          <a:pt x="7624" y="9158"/>
                        </a:lnTo>
                        <a:lnTo>
                          <a:pt x="7404" y="9206"/>
                        </a:lnTo>
                        <a:lnTo>
                          <a:pt x="7185" y="9231"/>
                        </a:lnTo>
                        <a:lnTo>
                          <a:pt x="6966" y="9255"/>
                        </a:lnTo>
                        <a:lnTo>
                          <a:pt x="6747" y="9231"/>
                        </a:lnTo>
                        <a:lnTo>
                          <a:pt x="6528" y="9206"/>
                        </a:lnTo>
                        <a:lnTo>
                          <a:pt x="6333" y="9158"/>
                        </a:lnTo>
                        <a:lnTo>
                          <a:pt x="6114" y="9085"/>
                        </a:lnTo>
                        <a:lnTo>
                          <a:pt x="5919" y="8987"/>
                        </a:lnTo>
                        <a:lnTo>
                          <a:pt x="5724" y="8890"/>
                        </a:lnTo>
                        <a:lnTo>
                          <a:pt x="5529" y="8744"/>
                        </a:lnTo>
                        <a:lnTo>
                          <a:pt x="5359" y="8598"/>
                        </a:lnTo>
                        <a:lnTo>
                          <a:pt x="5359" y="8598"/>
                        </a:lnTo>
                        <a:lnTo>
                          <a:pt x="5212" y="8427"/>
                        </a:lnTo>
                        <a:lnTo>
                          <a:pt x="5066" y="8232"/>
                        </a:lnTo>
                        <a:lnTo>
                          <a:pt x="4969" y="8037"/>
                        </a:lnTo>
                        <a:lnTo>
                          <a:pt x="4871" y="7843"/>
                        </a:lnTo>
                        <a:lnTo>
                          <a:pt x="4798" y="7623"/>
                        </a:lnTo>
                        <a:lnTo>
                          <a:pt x="4750" y="7404"/>
                        </a:lnTo>
                        <a:lnTo>
                          <a:pt x="4701" y="7209"/>
                        </a:lnTo>
                        <a:lnTo>
                          <a:pt x="4701" y="6990"/>
                        </a:lnTo>
                        <a:lnTo>
                          <a:pt x="4701" y="6771"/>
                        </a:lnTo>
                        <a:lnTo>
                          <a:pt x="4750" y="6552"/>
                        </a:lnTo>
                        <a:lnTo>
                          <a:pt x="4798" y="6333"/>
                        </a:lnTo>
                        <a:lnTo>
                          <a:pt x="4871" y="6138"/>
                        </a:lnTo>
                        <a:lnTo>
                          <a:pt x="4969" y="5919"/>
                        </a:lnTo>
                        <a:lnTo>
                          <a:pt x="5066" y="5724"/>
                        </a:lnTo>
                        <a:lnTo>
                          <a:pt x="5212" y="5553"/>
                        </a:lnTo>
                        <a:lnTo>
                          <a:pt x="5359" y="5383"/>
                        </a:lnTo>
                        <a:lnTo>
                          <a:pt x="5359" y="5383"/>
                        </a:lnTo>
                        <a:lnTo>
                          <a:pt x="5529" y="5212"/>
                        </a:lnTo>
                        <a:lnTo>
                          <a:pt x="5724" y="5091"/>
                        </a:lnTo>
                        <a:lnTo>
                          <a:pt x="5919" y="4969"/>
                        </a:lnTo>
                        <a:lnTo>
                          <a:pt x="6114" y="4871"/>
                        </a:lnTo>
                        <a:lnTo>
                          <a:pt x="6333" y="4798"/>
                        </a:lnTo>
                        <a:lnTo>
                          <a:pt x="6528" y="4750"/>
                        </a:lnTo>
                        <a:lnTo>
                          <a:pt x="6747" y="4725"/>
                        </a:lnTo>
                        <a:lnTo>
                          <a:pt x="6966" y="4701"/>
                        </a:lnTo>
                        <a:lnTo>
                          <a:pt x="7185" y="4725"/>
                        </a:lnTo>
                        <a:lnTo>
                          <a:pt x="7404" y="4750"/>
                        </a:lnTo>
                        <a:lnTo>
                          <a:pt x="7624" y="4798"/>
                        </a:lnTo>
                        <a:lnTo>
                          <a:pt x="7818" y="4871"/>
                        </a:lnTo>
                        <a:lnTo>
                          <a:pt x="8038" y="4969"/>
                        </a:lnTo>
                        <a:lnTo>
                          <a:pt x="8232" y="5091"/>
                        </a:lnTo>
                        <a:lnTo>
                          <a:pt x="8403" y="5212"/>
                        </a:lnTo>
                        <a:lnTo>
                          <a:pt x="8573" y="5383"/>
                        </a:lnTo>
                        <a:lnTo>
                          <a:pt x="8573" y="5383"/>
                        </a:lnTo>
                        <a:lnTo>
                          <a:pt x="8744" y="5553"/>
                        </a:lnTo>
                        <a:lnTo>
                          <a:pt x="8866" y="5724"/>
                        </a:lnTo>
                        <a:lnTo>
                          <a:pt x="8987" y="5919"/>
                        </a:lnTo>
                        <a:lnTo>
                          <a:pt x="9085" y="6138"/>
                        </a:lnTo>
                        <a:lnTo>
                          <a:pt x="9158" y="6333"/>
                        </a:lnTo>
                        <a:lnTo>
                          <a:pt x="9207" y="6552"/>
                        </a:lnTo>
                        <a:lnTo>
                          <a:pt x="9231" y="6771"/>
                        </a:lnTo>
                        <a:lnTo>
                          <a:pt x="9231" y="6990"/>
                        </a:lnTo>
                        <a:lnTo>
                          <a:pt x="9231" y="7209"/>
                        </a:lnTo>
                        <a:lnTo>
                          <a:pt x="9207" y="7404"/>
                        </a:lnTo>
                        <a:lnTo>
                          <a:pt x="9158" y="7623"/>
                        </a:lnTo>
                        <a:lnTo>
                          <a:pt x="9085" y="7843"/>
                        </a:lnTo>
                        <a:lnTo>
                          <a:pt x="8987" y="8037"/>
                        </a:lnTo>
                        <a:lnTo>
                          <a:pt x="8866" y="8232"/>
                        </a:lnTo>
                        <a:lnTo>
                          <a:pt x="8744" y="8427"/>
                        </a:lnTo>
                        <a:lnTo>
                          <a:pt x="8573" y="8598"/>
                        </a:lnTo>
                        <a:lnTo>
                          <a:pt x="8573" y="8598"/>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2" name="Google Shape;212;p25"/>
                  <p:cNvSpPr/>
                  <p:nvPr/>
                </p:nvSpPr>
                <p:spPr>
                  <a:xfrm>
                    <a:off x="5566575" y="3193575"/>
                    <a:ext cx="198525" cy="198525"/>
                  </a:xfrm>
                  <a:custGeom>
                    <a:avLst/>
                    <a:gdLst/>
                    <a:ahLst/>
                    <a:cxnLst/>
                    <a:rect l="l" t="t" r="r" b="b"/>
                    <a:pathLst>
                      <a:path w="7941" h="7941" fill="none" extrusionOk="0">
                        <a:moveTo>
                          <a:pt x="7258" y="2144"/>
                        </a:moveTo>
                        <a:lnTo>
                          <a:pt x="6138" y="2388"/>
                        </a:lnTo>
                        <a:lnTo>
                          <a:pt x="6138" y="2388"/>
                        </a:lnTo>
                        <a:lnTo>
                          <a:pt x="6016" y="2217"/>
                        </a:lnTo>
                        <a:lnTo>
                          <a:pt x="5870" y="2071"/>
                        </a:lnTo>
                        <a:lnTo>
                          <a:pt x="6260" y="975"/>
                        </a:lnTo>
                        <a:lnTo>
                          <a:pt x="6260" y="975"/>
                        </a:lnTo>
                        <a:lnTo>
                          <a:pt x="6284" y="902"/>
                        </a:lnTo>
                        <a:lnTo>
                          <a:pt x="6284" y="829"/>
                        </a:lnTo>
                        <a:lnTo>
                          <a:pt x="6260" y="683"/>
                        </a:lnTo>
                        <a:lnTo>
                          <a:pt x="6162" y="561"/>
                        </a:lnTo>
                        <a:lnTo>
                          <a:pt x="6114" y="488"/>
                        </a:lnTo>
                        <a:lnTo>
                          <a:pt x="6065" y="464"/>
                        </a:lnTo>
                        <a:lnTo>
                          <a:pt x="5553" y="196"/>
                        </a:lnTo>
                        <a:lnTo>
                          <a:pt x="5553" y="196"/>
                        </a:lnTo>
                        <a:lnTo>
                          <a:pt x="5480" y="171"/>
                        </a:lnTo>
                        <a:lnTo>
                          <a:pt x="5407" y="171"/>
                        </a:lnTo>
                        <a:lnTo>
                          <a:pt x="5261" y="171"/>
                        </a:lnTo>
                        <a:lnTo>
                          <a:pt x="5115" y="244"/>
                        </a:lnTo>
                        <a:lnTo>
                          <a:pt x="5066" y="293"/>
                        </a:lnTo>
                        <a:lnTo>
                          <a:pt x="5018" y="342"/>
                        </a:lnTo>
                        <a:lnTo>
                          <a:pt x="4384" y="1316"/>
                        </a:lnTo>
                        <a:lnTo>
                          <a:pt x="4384" y="1316"/>
                        </a:lnTo>
                        <a:lnTo>
                          <a:pt x="4165" y="1292"/>
                        </a:lnTo>
                        <a:lnTo>
                          <a:pt x="3970" y="1292"/>
                        </a:lnTo>
                        <a:lnTo>
                          <a:pt x="3483" y="244"/>
                        </a:lnTo>
                        <a:lnTo>
                          <a:pt x="3483" y="244"/>
                        </a:lnTo>
                        <a:lnTo>
                          <a:pt x="3435" y="171"/>
                        </a:lnTo>
                        <a:lnTo>
                          <a:pt x="3386" y="123"/>
                        </a:lnTo>
                        <a:lnTo>
                          <a:pt x="3264" y="50"/>
                        </a:lnTo>
                        <a:lnTo>
                          <a:pt x="3118" y="1"/>
                        </a:lnTo>
                        <a:lnTo>
                          <a:pt x="3045" y="1"/>
                        </a:lnTo>
                        <a:lnTo>
                          <a:pt x="2972" y="25"/>
                        </a:lnTo>
                        <a:lnTo>
                          <a:pt x="2436" y="196"/>
                        </a:lnTo>
                        <a:lnTo>
                          <a:pt x="2436" y="196"/>
                        </a:lnTo>
                        <a:lnTo>
                          <a:pt x="2363" y="220"/>
                        </a:lnTo>
                        <a:lnTo>
                          <a:pt x="2290" y="269"/>
                        </a:lnTo>
                        <a:lnTo>
                          <a:pt x="2192" y="391"/>
                        </a:lnTo>
                        <a:lnTo>
                          <a:pt x="2144" y="537"/>
                        </a:lnTo>
                        <a:lnTo>
                          <a:pt x="2144" y="610"/>
                        </a:lnTo>
                        <a:lnTo>
                          <a:pt x="2144" y="683"/>
                        </a:lnTo>
                        <a:lnTo>
                          <a:pt x="2387" y="1828"/>
                        </a:lnTo>
                        <a:lnTo>
                          <a:pt x="2387" y="1828"/>
                        </a:lnTo>
                        <a:lnTo>
                          <a:pt x="2217" y="1949"/>
                        </a:lnTo>
                        <a:lnTo>
                          <a:pt x="2071" y="2095"/>
                        </a:lnTo>
                        <a:lnTo>
                          <a:pt x="999" y="1681"/>
                        </a:lnTo>
                        <a:lnTo>
                          <a:pt x="999" y="1681"/>
                        </a:lnTo>
                        <a:lnTo>
                          <a:pt x="926" y="1681"/>
                        </a:lnTo>
                        <a:lnTo>
                          <a:pt x="829" y="1657"/>
                        </a:lnTo>
                        <a:lnTo>
                          <a:pt x="682" y="1706"/>
                        </a:lnTo>
                        <a:lnTo>
                          <a:pt x="561" y="1779"/>
                        </a:lnTo>
                        <a:lnTo>
                          <a:pt x="512" y="1828"/>
                        </a:lnTo>
                        <a:lnTo>
                          <a:pt x="463" y="1901"/>
                        </a:lnTo>
                        <a:lnTo>
                          <a:pt x="220" y="2388"/>
                        </a:lnTo>
                        <a:lnTo>
                          <a:pt x="220" y="2388"/>
                        </a:lnTo>
                        <a:lnTo>
                          <a:pt x="195" y="2461"/>
                        </a:lnTo>
                        <a:lnTo>
                          <a:pt x="171" y="2534"/>
                        </a:lnTo>
                        <a:lnTo>
                          <a:pt x="195" y="2704"/>
                        </a:lnTo>
                        <a:lnTo>
                          <a:pt x="244" y="2826"/>
                        </a:lnTo>
                        <a:lnTo>
                          <a:pt x="293" y="2899"/>
                        </a:lnTo>
                        <a:lnTo>
                          <a:pt x="366" y="2948"/>
                        </a:lnTo>
                        <a:lnTo>
                          <a:pt x="1340" y="3581"/>
                        </a:lnTo>
                        <a:lnTo>
                          <a:pt x="1340" y="3581"/>
                        </a:lnTo>
                        <a:lnTo>
                          <a:pt x="1316" y="3776"/>
                        </a:lnTo>
                        <a:lnTo>
                          <a:pt x="1291" y="3995"/>
                        </a:lnTo>
                        <a:lnTo>
                          <a:pt x="244" y="4482"/>
                        </a:lnTo>
                        <a:lnTo>
                          <a:pt x="244" y="4482"/>
                        </a:lnTo>
                        <a:lnTo>
                          <a:pt x="195" y="4507"/>
                        </a:lnTo>
                        <a:lnTo>
                          <a:pt x="122" y="4555"/>
                        </a:lnTo>
                        <a:lnTo>
                          <a:pt x="49" y="4701"/>
                        </a:lnTo>
                        <a:lnTo>
                          <a:pt x="0" y="4848"/>
                        </a:lnTo>
                        <a:lnTo>
                          <a:pt x="25" y="4921"/>
                        </a:lnTo>
                        <a:lnTo>
                          <a:pt x="25" y="4994"/>
                        </a:lnTo>
                        <a:lnTo>
                          <a:pt x="220" y="5530"/>
                        </a:lnTo>
                        <a:lnTo>
                          <a:pt x="220" y="5530"/>
                        </a:lnTo>
                        <a:lnTo>
                          <a:pt x="244" y="5578"/>
                        </a:lnTo>
                        <a:lnTo>
                          <a:pt x="293" y="5651"/>
                        </a:lnTo>
                        <a:lnTo>
                          <a:pt x="390" y="5749"/>
                        </a:lnTo>
                        <a:lnTo>
                          <a:pt x="536" y="5797"/>
                        </a:lnTo>
                        <a:lnTo>
                          <a:pt x="609" y="5797"/>
                        </a:lnTo>
                        <a:lnTo>
                          <a:pt x="682" y="5797"/>
                        </a:lnTo>
                        <a:lnTo>
                          <a:pt x="1827" y="5554"/>
                        </a:lnTo>
                        <a:lnTo>
                          <a:pt x="1827" y="5554"/>
                        </a:lnTo>
                        <a:lnTo>
                          <a:pt x="1949" y="5724"/>
                        </a:lnTo>
                        <a:lnTo>
                          <a:pt x="2095" y="5870"/>
                        </a:lnTo>
                        <a:lnTo>
                          <a:pt x="1705" y="6966"/>
                        </a:lnTo>
                        <a:lnTo>
                          <a:pt x="1705" y="6966"/>
                        </a:lnTo>
                        <a:lnTo>
                          <a:pt x="1681" y="7040"/>
                        </a:lnTo>
                        <a:lnTo>
                          <a:pt x="1681" y="7113"/>
                        </a:lnTo>
                        <a:lnTo>
                          <a:pt x="1705" y="7259"/>
                        </a:lnTo>
                        <a:lnTo>
                          <a:pt x="1778" y="7380"/>
                        </a:lnTo>
                        <a:lnTo>
                          <a:pt x="1851" y="7429"/>
                        </a:lnTo>
                        <a:lnTo>
                          <a:pt x="1900" y="7478"/>
                        </a:lnTo>
                        <a:lnTo>
                          <a:pt x="2412" y="7721"/>
                        </a:lnTo>
                        <a:lnTo>
                          <a:pt x="2412" y="7721"/>
                        </a:lnTo>
                        <a:lnTo>
                          <a:pt x="2485" y="7770"/>
                        </a:lnTo>
                        <a:lnTo>
                          <a:pt x="2558" y="7770"/>
                        </a:lnTo>
                        <a:lnTo>
                          <a:pt x="2704" y="7770"/>
                        </a:lnTo>
                        <a:lnTo>
                          <a:pt x="2850" y="7697"/>
                        </a:lnTo>
                        <a:lnTo>
                          <a:pt x="2899" y="7648"/>
                        </a:lnTo>
                        <a:lnTo>
                          <a:pt x="2947" y="7600"/>
                        </a:lnTo>
                        <a:lnTo>
                          <a:pt x="3581" y="6625"/>
                        </a:lnTo>
                        <a:lnTo>
                          <a:pt x="3581" y="6625"/>
                        </a:lnTo>
                        <a:lnTo>
                          <a:pt x="3800" y="6650"/>
                        </a:lnTo>
                        <a:lnTo>
                          <a:pt x="3995" y="6650"/>
                        </a:lnTo>
                        <a:lnTo>
                          <a:pt x="4482" y="7697"/>
                        </a:lnTo>
                        <a:lnTo>
                          <a:pt x="4482" y="7697"/>
                        </a:lnTo>
                        <a:lnTo>
                          <a:pt x="4531" y="7770"/>
                        </a:lnTo>
                        <a:lnTo>
                          <a:pt x="4579" y="7819"/>
                        </a:lnTo>
                        <a:lnTo>
                          <a:pt x="4701" y="7892"/>
                        </a:lnTo>
                        <a:lnTo>
                          <a:pt x="4847" y="7941"/>
                        </a:lnTo>
                        <a:lnTo>
                          <a:pt x="4920" y="7941"/>
                        </a:lnTo>
                        <a:lnTo>
                          <a:pt x="4993" y="7916"/>
                        </a:lnTo>
                        <a:lnTo>
                          <a:pt x="5529" y="7746"/>
                        </a:lnTo>
                        <a:lnTo>
                          <a:pt x="5529" y="7746"/>
                        </a:lnTo>
                        <a:lnTo>
                          <a:pt x="5602" y="7721"/>
                        </a:lnTo>
                        <a:lnTo>
                          <a:pt x="5651" y="7673"/>
                        </a:lnTo>
                        <a:lnTo>
                          <a:pt x="5748" y="7551"/>
                        </a:lnTo>
                        <a:lnTo>
                          <a:pt x="5821" y="7405"/>
                        </a:lnTo>
                        <a:lnTo>
                          <a:pt x="5821" y="7332"/>
                        </a:lnTo>
                        <a:lnTo>
                          <a:pt x="5821" y="7259"/>
                        </a:lnTo>
                        <a:lnTo>
                          <a:pt x="5578" y="6114"/>
                        </a:lnTo>
                        <a:lnTo>
                          <a:pt x="5578" y="6114"/>
                        </a:lnTo>
                        <a:lnTo>
                          <a:pt x="5724" y="5992"/>
                        </a:lnTo>
                        <a:lnTo>
                          <a:pt x="5894" y="5846"/>
                        </a:lnTo>
                        <a:lnTo>
                          <a:pt x="6966" y="6260"/>
                        </a:lnTo>
                        <a:lnTo>
                          <a:pt x="6966" y="6260"/>
                        </a:lnTo>
                        <a:lnTo>
                          <a:pt x="7039" y="6260"/>
                        </a:lnTo>
                        <a:lnTo>
                          <a:pt x="7112" y="6285"/>
                        </a:lnTo>
                        <a:lnTo>
                          <a:pt x="7258" y="6236"/>
                        </a:lnTo>
                        <a:lnTo>
                          <a:pt x="7404" y="6163"/>
                        </a:lnTo>
                        <a:lnTo>
                          <a:pt x="7453" y="6114"/>
                        </a:lnTo>
                        <a:lnTo>
                          <a:pt x="7502" y="6041"/>
                        </a:lnTo>
                        <a:lnTo>
                          <a:pt x="7745" y="5530"/>
                        </a:lnTo>
                        <a:lnTo>
                          <a:pt x="7745" y="5530"/>
                        </a:lnTo>
                        <a:lnTo>
                          <a:pt x="7770" y="5481"/>
                        </a:lnTo>
                        <a:lnTo>
                          <a:pt x="7794" y="5383"/>
                        </a:lnTo>
                        <a:lnTo>
                          <a:pt x="7770" y="5237"/>
                        </a:lnTo>
                        <a:lnTo>
                          <a:pt x="7697" y="5115"/>
                        </a:lnTo>
                        <a:lnTo>
                          <a:pt x="7648" y="5042"/>
                        </a:lnTo>
                        <a:lnTo>
                          <a:pt x="7599" y="4994"/>
                        </a:lnTo>
                        <a:lnTo>
                          <a:pt x="6625" y="4360"/>
                        </a:lnTo>
                        <a:lnTo>
                          <a:pt x="6625" y="4360"/>
                        </a:lnTo>
                        <a:lnTo>
                          <a:pt x="6649" y="4166"/>
                        </a:lnTo>
                        <a:lnTo>
                          <a:pt x="6649" y="3946"/>
                        </a:lnTo>
                        <a:lnTo>
                          <a:pt x="7697" y="3459"/>
                        </a:lnTo>
                        <a:lnTo>
                          <a:pt x="7697" y="3459"/>
                        </a:lnTo>
                        <a:lnTo>
                          <a:pt x="7770" y="3435"/>
                        </a:lnTo>
                        <a:lnTo>
                          <a:pt x="7843" y="3386"/>
                        </a:lnTo>
                        <a:lnTo>
                          <a:pt x="7916" y="3240"/>
                        </a:lnTo>
                        <a:lnTo>
                          <a:pt x="7940" y="3094"/>
                        </a:lnTo>
                        <a:lnTo>
                          <a:pt x="7940" y="3021"/>
                        </a:lnTo>
                        <a:lnTo>
                          <a:pt x="7940" y="2948"/>
                        </a:lnTo>
                        <a:lnTo>
                          <a:pt x="7745" y="2412"/>
                        </a:lnTo>
                        <a:lnTo>
                          <a:pt x="7745" y="2412"/>
                        </a:lnTo>
                        <a:lnTo>
                          <a:pt x="7721" y="2339"/>
                        </a:lnTo>
                        <a:lnTo>
                          <a:pt x="7672" y="2290"/>
                        </a:lnTo>
                        <a:lnTo>
                          <a:pt x="7551" y="2193"/>
                        </a:lnTo>
                        <a:lnTo>
                          <a:pt x="7429" y="2144"/>
                        </a:lnTo>
                        <a:lnTo>
                          <a:pt x="7356" y="2144"/>
                        </a:lnTo>
                        <a:lnTo>
                          <a:pt x="7258" y="2144"/>
                        </a:lnTo>
                        <a:lnTo>
                          <a:pt x="7258" y="2144"/>
                        </a:lnTo>
                        <a:close/>
                        <a:moveTo>
                          <a:pt x="5480" y="4726"/>
                        </a:moveTo>
                        <a:lnTo>
                          <a:pt x="5480" y="4726"/>
                        </a:lnTo>
                        <a:lnTo>
                          <a:pt x="5383" y="4872"/>
                        </a:lnTo>
                        <a:lnTo>
                          <a:pt x="5286" y="4994"/>
                        </a:lnTo>
                        <a:lnTo>
                          <a:pt x="5188" y="5140"/>
                        </a:lnTo>
                        <a:lnTo>
                          <a:pt x="5066" y="5237"/>
                        </a:lnTo>
                        <a:lnTo>
                          <a:pt x="4945" y="5335"/>
                        </a:lnTo>
                        <a:lnTo>
                          <a:pt x="4798" y="5432"/>
                        </a:lnTo>
                        <a:lnTo>
                          <a:pt x="4652" y="5505"/>
                        </a:lnTo>
                        <a:lnTo>
                          <a:pt x="4506" y="5554"/>
                        </a:lnTo>
                        <a:lnTo>
                          <a:pt x="4360" y="5603"/>
                        </a:lnTo>
                        <a:lnTo>
                          <a:pt x="4190" y="5627"/>
                        </a:lnTo>
                        <a:lnTo>
                          <a:pt x="4043" y="5651"/>
                        </a:lnTo>
                        <a:lnTo>
                          <a:pt x="3873" y="5627"/>
                        </a:lnTo>
                        <a:lnTo>
                          <a:pt x="3702" y="5627"/>
                        </a:lnTo>
                        <a:lnTo>
                          <a:pt x="3556" y="5578"/>
                        </a:lnTo>
                        <a:lnTo>
                          <a:pt x="3386" y="5530"/>
                        </a:lnTo>
                        <a:lnTo>
                          <a:pt x="3240" y="5456"/>
                        </a:lnTo>
                        <a:lnTo>
                          <a:pt x="3240" y="5456"/>
                        </a:lnTo>
                        <a:lnTo>
                          <a:pt x="3094" y="5383"/>
                        </a:lnTo>
                        <a:lnTo>
                          <a:pt x="2947" y="5286"/>
                        </a:lnTo>
                        <a:lnTo>
                          <a:pt x="2826" y="5164"/>
                        </a:lnTo>
                        <a:lnTo>
                          <a:pt x="2704" y="5067"/>
                        </a:lnTo>
                        <a:lnTo>
                          <a:pt x="2606" y="4921"/>
                        </a:lnTo>
                        <a:lnTo>
                          <a:pt x="2533" y="4799"/>
                        </a:lnTo>
                        <a:lnTo>
                          <a:pt x="2460" y="4653"/>
                        </a:lnTo>
                        <a:lnTo>
                          <a:pt x="2387" y="4507"/>
                        </a:lnTo>
                        <a:lnTo>
                          <a:pt x="2363" y="4336"/>
                        </a:lnTo>
                        <a:lnTo>
                          <a:pt x="2314" y="4190"/>
                        </a:lnTo>
                        <a:lnTo>
                          <a:pt x="2314" y="4020"/>
                        </a:lnTo>
                        <a:lnTo>
                          <a:pt x="2314" y="3873"/>
                        </a:lnTo>
                        <a:lnTo>
                          <a:pt x="2339" y="3703"/>
                        </a:lnTo>
                        <a:lnTo>
                          <a:pt x="2363" y="3532"/>
                        </a:lnTo>
                        <a:lnTo>
                          <a:pt x="2412" y="3386"/>
                        </a:lnTo>
                        <a:lnTo>
                          <a:pt x="2485" y="3216"/>
                        </a:lnTo>
                        <a:lnTo>
                          <a:pt x="2485" y="3216"/>
                        </a:lnTo>
                        <a:lnTo>
                          <a:pt x="2582" y="3070"/>
                        </a:lnTo>
                        <a:lnTo>
                          <a:pt x="2680" y="2948"/>
                        </a:lnTo>
                        <a:lnTo>
                          <a:pt x="2777" y="2802"/>
                        </a:lnTo>
                        <a:lnTo>
                          <a:pt x="2899" y="2704"/>
                        </a:lnTo>
                        <a:lnTo>
                          <a:pt x="3020" y="2607"/>
                        </a:lnTo>
                        <a:lnTo>
                          <a:pt x="3167" y="2509"/>
                        </a:lnTo>
                        <a:lnTo>
                          <a:pt x="3313" y="2436"/>
                        </a:lnTo>
                        <a:lnTo>
                          <a:pt x="3459" y="2388"/>
                        </a:lnTo>
                        <a:lnTo>
                          <a:pt x="3605" y="2339"/>
                        </a:lnTo>
                        <a:lnTo>
                          <a:pt x="3775" y="2315"/>
                        </a:lnTo>
                        <a:lnTo>
                          <a:pt x="3922" y="2290"/>
                        </a:lnTo>
                        <a:lnTo>
                          <a:pt x="4092" y="2315"/>
                        </a:lnTo>
                        <a:lnTo>
                          <a:pt x="4263" y="2315"/>
                        </a:lnTo>
                        <a:lnTo>
                          <a:pt x="4409" y="2363"/>
                        </a:lnTo>
                        <a:lnTo>
                          <a:pt x="4579" y="2412"/>
                        </a:lnTo>
                        <a:lnTo>
                          <a:pt x="4725" y="2485"/>
                        </a:lnTo>
                        <a:lnTo>
                          <a:pt x="4725" y="2485"/>
                        </a:lnTo>
                        <a:lnTo>
                          <a:pt x="4871" y="2558"/>
                        </a:lnTo>
                        <a:lnTo>
                          <a:pt x="5018" y="2656"/>
                        </a:lnTo>
                        <a:lnTo>
                          <a:pt x="5139" y="2777"/>
                        </a:lnTo>
                        <a:lnTo>
                          <a:pt x="5261" y="2875"/>
                        </a:lnTo>
                        <a:lnTo>
                          <a:pt x="5359" y="3021"/>
                        </a:lnTo>
                        <a:lnTo>
                          <a:pt x="5432" y="3143"/>
                        </a:lnTo>
                        <a:lnTo>
                          <a:pt x="5505" y="3289"/>
                        </a:lnTo>
                        <a:lnTo>
                          <a:pt x="5578" y="3435"/>
                        </a:lnTo>
                        <a:lnTo>
                          <a:pt x="5602" y="3605"/>
                        </a:lnTo>
                        <a:lnTo>
                          <a:pt x="5626" y="3752"/>
                        </a:lnTo>
                        <a:lnTo>
                          <a:pt x="5651" y="3922"/>
                        </a:lnTo>
                        <a:lnTo>
                          <a:pt x="5651" y="4068"/>
                        </a:lnTo>
                        <a:lnTo>
                          <a:pt x="5626" y="4239"/>
                        </a:lnTo>
                        <a:lnTo>
                          <a:pt x="5602" y="4409"/>
                        </a:lnTo>
                        <a:lnTo>
                          <a:pt x="5553" y="4555"/>
                        </a:lnTo>
                        <a:lnTo>
                          <a:pt x="5480" y="4726"/>
                        </a:lnTo>
                        <a:lnTo>
                          <a:pt x="5480" y="4726"/>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213" name="Google Shape;213;p25"/>
                <p:cNvGrpSpPr/>
                <p:nvPr/>
              </p:nvGrpSpPr>
              <p:grpSpPr>
                <a:xfrm>
                  <a:off x="3737549" y="1053706"/>
                  <a:ext cx="333700" cy="329077"/>
                  <a:chOff x="3292425" y="3664250"/>
                  <a:chExt cx="397025" cy="391525"/>
                </a:xfrm>
              </p:grpSpPr>
              <p:sp>
                <p:nvSpPr>
                  <p:cNvPr id="214" name="Google Shape;214;p25"/>
                  <p:cNvSpPr/>
                  <p:nvPr/>
                </p:nvSpPr>
                <p:spPr>
                  <a:xfrm>
                    <a:off x="3292425" y="3680675"/>
                    <a:ext cx="375100" cy="375100"/>
                  </a:xfrm>
                  <a:custGeom>
                    <a:avLst/>
                    <a:gdLst/>
                    <a:ahLst/>
                    <a:cxnLst/>
                    <a:rect l="l" t="t" r="r" b="b"/>
                    <a:pathLst>
                      <a:path w="15004" h="15004" fill="none" extrusionOk="0">
                        <a:moveTo>
                          <a:pt x="7502" y="1"/>
                        </a:moveTo>
                        <a:lnTo>
                          <a:pt x="7502" y="1"/>
                        </a:lnTo>
                        <a:lnTo>
                          <a:pt x="7112" y="1"/>
                        </a:lnTo>
                        <a:lnTo>
                          <a:pt x="6747" y="50"/>
                        </a:lnTo>
                        <a:lnTo>
                          <a:pt x="6357" y="98"/>
                        </a:lnTo>
                        <a:lnTo>
                          <a:pt x="5992" y="147"/>
                        </a:lnTo>
                        <a:lnTo>
                          <a:pt x="5627" y="244"/>
                        </a:lnTo>
                        <a:lnTo>
                          <a:pt x="5261" y="342"/>
                        </a:lnTo>
                        <a:lnTo>
                          <a:pt x="4921" y="464"/>
                        </a:lnTo>
                        <a:lnTo>
                          <a:pt x="4580" y="585"/>
                        </a:lnTo>
                        <a:lnTo>
                          <a:pt x="4239" y="732"/>
                        </a:lnTo>
                        <a:lnTo>
                          <a:pt x="3922" y="902"/>
                        </a:lnTo>
                        <a:lnTo>
                          <a:pt x="3605" y="1097"/>
                        </a:lnTo>
                        <a:lnTo>
                          <a:pt x="3313" y="1292"/>
                        </a:lnTo>
                        <a:lnTo>
                          <a:pt x="3021" y="1487"/>
                        </a:lnTo>
                        <a:lnTo>
                          <a:pt x="2729" y="1706"/>
                        </a:lnTo>
                        <a:lnTo>
                          <a:pt x="2461" y="1949"/>
                        </a:lnTo>
                        <a:lnTo>
                          <a:pt x="2193" y="2193"/>
                        </a:lnTo>
                        <a:lnTo>
                          <a:pt x="1949" y="2461"/>
                        </a:lnTo>
                        <a:lnTo>
                          <a:pt x="1706" y="2729"/>
                        </a:lnTo>
                        <a:lnTo>
                          <a:pt x="1486" y="3021"/>
                        </a:lnTo>
                        <a:lnTo>
                          <a:pt x="1292" y="3313"/>
                        </a:lnTo>
                        <a:lnTo>
                          <a:pt x="1097" y="3605"/>
                        </a:lnTo>
                        <a:lnTo>
                          <a:pt x="902" y="3922"/>
                        </a:lnTo>
                        <a:lnTo>
                          <a:pt x="731" y="4239"/>
                        </a:lnTo>
                        <a:lnTo>
                          <a:pt x="585" y="4580"/>
                        </a:lnTo>
                        <a:lnTo>
                          <a:pt x="464" y="4921"/>
                        </a:lnTo>
                        <a:lnTo>
                          <a:pt x="342" y="5262"/>
                        </a:lnTo>
                        <a:lnTo>
                          <a:pt x="244" y="5627"/>
                        </a:lnTo>
                        <a:lnTo>
                          <a:pt x="147" y="5992"/>
                        </a:lnTo>
                        <a:lnTo>
                          <a:pt x="98" y="6358"/>
                        </a:lnTo>
                        <a:lnTo>
                          <a:pt x="50" y="6747"/>
                        </a:lnTo>
                        <a:lnTo>
                          <a:pt x="1" y="7113"/>
                        </a:lnTo>
                        <a:lnTo>
                          <a:pt x="1" y="7502"/>
                        </a:lnTo>
                        <a:lnTo>
                          <a:pt x="1" y="7502"/>
                        </a:lnTo>
                        <a:lnTo>
                          <a:pt x="1" y="7892"/>
                        </a:lnTo>
                        <a:lnTo>
                          <a:pt x="50" y="8257"/>
                        </a:lnTo>
                        <a:lnTo>
                          <a:pt x="98" y="8647"/>
                        </a:lnTo>
                        <a:lnTo>
                          <a:pt x="147" y="9012"/>
                        </a:lnTo>
                        <a:lnTo>
                          <a:pt x="244" y="9378"/>
                        </a:lnTo>
                        <a:lnTo>
                          <a:pt x="342" y="9743"/>
                        </a:lnTo>
                        <a:lnTo>
                          <a:pt x="464" y="10084"/>
                        </a:lnTo>
                        <a:lnTo>
                          <a:pt x="585" y="10425"/>
                        </a:lnTo>
                        <a:lnTo>
                          <a:pt x="731" y="10766"/>
                        </a:lnTo>
                        <a:lnTo>
                          <a:pt x="902" y="11082"/>
                        </a:lnTo>
                        <a:lnTo>
                          <a:pt x="1097" y="11399"/>
                        </a:lnTo>
                        <a:lnTo>
                          <a:pt x="1292" y="11691"/>
                        </a:lnTo>
                        <a:lnTo>
                          <a:pt x="1486" y="11984"/>
                        </a:lnTo>
                        <a:lnTo>
                          <a:pt x="1706" y="12276"/>
                        </a:lnTo>
                        <a:lnTo>
                          <a:pt x="1949" y="12544"/>
                        </a:lnTo>
                        <a:lnTo>
                          <a:pt x="2193" y="12812"/>
                        </a:lnTo>
                        <a:lnTo>
                          <a:pt x="2461" y="13055"/>
                        </a:lnTo>
                        <a:lnTo>
                          <a:pt x="2729" y="13299"/>
                        </a:lnTo>
                        <a:lnTo>
                          <a:pt x="3021" y="13518"/>
                        </a:lnTo>
                        <a:lnTo>
                          <a:pt x="3313" y="13713"/>
                        </a:lnTo>
                        <a:lnTo>
                          <a:pt x="3605" y="13908"/>
                        </a:lnTo>
                        <a:lnTo>
                          <a:pt x="3922" y="14102"/>
                        </a:lnTo>
                        <a:lnTo>
                          <a:pt x="4239" y="14273"/>
                        </a:lnTo>
                        <a:lnTo>
                          <a:pt x="4580" y="14419"/>
                        </a:lnTo>
                        <a:lnTo>
                          <a:pt x="4921" y="14541"/>
                        </a:lnTo>
                        <a:lnTo>
                          <a:pt x="5261" y="14663"/>
                        </a:lnTo>
                        <a:lnTo>
                          <a:pt x="5627" y="14760"/>
                        </a:lnTo>
                        <a:lnTo>
                          <a:pt x="5992" y="14857"/>
                        </a:lnTo>
                        <a:lnTo>
                          <a:pt x="6357" y="14906"/>
                        </a:lnTo>
                        <a:lnTo>
                          <a:pt x="6747" y="14955"/>
                        </a:lnTo>
                        <a:lnTo>
                          <a:pt x="7112" y="15004"/>
                        </a:lnTo>
                        <a:lnTo>
                          <a:pt x="7502" y="15004"/>
                        </a:lnTo>
                        <a:lnTo>
                          <a:pt x="7502" y="15004"/>
                        </a:lnTo>
                        <a:lnTo>
                          <a:pt x="7892" y="15004"/>
                        </a:lnTo>
                        <a:lnTo>
                          <a:pt x="8257" y="14955"/>
                        </a:lnTo>
                        <a:lnTo>
                          <a:pt x="8647" y="14906"/>
                        </a:lnTo>
                        <a:lnTo>
                          <a:pt x="9012" y="14857"/>
                        </a:lnTo>
                        <a:lnTo>
                          <a:pt x="9377" y="14760"/>
                        </a:lnTo>
                        <a:lnTo>
                          <a:pt x="9743" y="14663"/>
                        </a:lnTo>
                        <a:lnTo>
                          <a:pt x="10084" y="14541"/>
                        </a:lnTo>
                        <a:lnTo>
                          <a:pt x="10425" y="14419"/>
                        </a:lnTo>
                        <a:lnTo>
                          <a:pt x="10766" y="14273"/>
                        </a:lnTo>
                        <a:lnTo>
                          <a:pt x="11082" y="14102"/>
                        </a:lnTo>
                        <a:lnTo>
                          <a:pt x="11399" y="13908"/>
                        </a:lnTo>
                        <a:lnTo>
                          <a:pt x="11691" y="13713"/>
                        </a:lnTo>
                        <a:lnTo>
                          <a:pt x="11983" y="13518"/>
                        </a:lnTo>
                        <a:lnTo>
                          <a:pt x="12276" y="13299"/>
                        </a:lnTo>
                        <a:lnTo>
                          <a:pt x="12544" y="13055"/>
                        </a:lnTo>
                        <a:lnTo>
                          <a:pt x="12812" y="12812"/>
                        </a:lnTo>
                        <a:lnTo>
                          <a:pt x="13055" y="12544"/>
                        </a:lnTo>
                        <a:lnTo>
                          <a:pt x="13299" y="12276"/>
                        </a:lnTo>
                        <a:lnTo>
                          <a:pt x="13518" y="11984"/>
                        </a:lnTo>
                        <a:lnTo>
                          <a:pt x="13713" y="11691"/>
                        </a:lnTo>
                        <a:lnTo>
                          <a:pt x="13907" y="11399"/>
                        </a:lnTo>
                        <a:lnTo>
                          <a:pt x="14102" y="11082"/>
                        </a:lnTo>
                        <a:lnTo>
                          <a:pt x="14273" y="10766"/>
                        </a:lnTo>
                        <a:lnTo>
                          <a:pt x="14419" y="10425"/>
                        </a:lnTo>
                        <a:lnTo>
                          <a:pt x="14541" y="10084"/>
                        </a:lnTo>
                        <a:lnTo>
                          <a:pt x="14662" y="9743"/>
                        </a:lnTo>
                        <a:lnTo>
                          <a:pt x="14760" y="9378"/>
                        </a:lnTo>
                        <a:lnTo>
                          <a:pt x="14857" y="9012"/>
                        </a:lnTo>
                        <a:lnTo>
                          <a:pt x="14906" y="8647"/>
                        </a:lnTo>
                        <a:lnTo>
                          <a:pt x="14955" y="8257"/>
                        </a:lnTo>
                        <a:lnTo>
                          <a:pt x="15003" y="7892"/>
                        </a:lnTo>
                        <a:lnTo>
                          <a:pt x="15003" y="7502"/>
                        </a:lnTo>
                        <a:lnTo>
                          <a:pt x="7502" y="7502"/>
                        </a:lnTo>
                        <a:lnTo>
                          <a:pt x="7502" y="1"/>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5" name="Google Shape;215;p25"/>
                  <p:cNvSpPr/>
                  <p:nvPr/>
                </p:nvSpPr>
                <p:spPr>
                  <a:xfrm>
                    <a:off x="3504325" y="3664250"/>
                    <a:ext cx="131525" cy="153450"/>
                  </a:xfrm>
                  <a:custGeom>
                    <a:avLst/>
                    <a:gdLst/>
                    <a:ahLst/>
                    <a:cxnLst/>
                    <a:rect l="l" t="t" r="r" b="b"/>
                    <a:pathLst>
                      <a:path w="5261" h="6138" fill="none" extrusionOk="0">
                        <a:moveTo>
                          <a:pt x="0" y="0"/>
                        </a:moveTo>
                        <a:lnTo>
                          <a:pt x="0" y="0"/>
                        </a:lnTo>
                        <a:lnTo>
                          <a:pt x="390" y="25"/>
                        </a:lnTo>
                        <a:lnTo>
                          <a:pt x="780" y="98"/>
                        </a:lnTo>
                        <a:lnTo>
                          <a:pt x="1169" y="171"/>
                        </a:lnTo>
                        <a:lnTo>
                          <a:pt x="1559" y="268"/>
                        </a:lnTo>
                        <a:lnTo>
                          <a:pt x="1924" y="414"/>
                        </a:lnTo>
                        <a:lnTo>
                          <a:pt x="2314" y="560"/>
                        </a:lnTo>
                        <a:lnTo>
                          <a:pt x="2655" y="731"/>
                        </a:lnTo>
                        <a:lnTo>
                          <a:pt x="3020" y="901"/>
                        </a:lnTo>
                        <a:lnTo>
                          <a:pt x="3020" y="901"/>
                        </a:lnTo>
                        <a:lnTo>
                          <a:pt x="3337" y="1121"/>
                        </a:lnTo>
                        <a:lnTo>
                          <a:pt x="3654" y="1340"/>
                        </a:lnTo>
                        <a:lnTo>
                          <a:pt x="3946" y="1559"/>
                        </a:lnTo>
                        <a:lnTo>
                          <a:pt x="4238" y="1803"/>
                        </a:lnTo>
                        <a:lnTo>
                          <a:pt x="4530" y="2070"/>
                        </a:lnTo>
                        <a:lnTo>
                          <a:pt x="4774" y="2363"/>
                        </a:lnTo>
                        <a:lnTo>
                          <a:pt x="5017" y="2655"/>
                        </a:lnTo>
                        <a:lnTo>
                          <a:pt x="5261" y="2972"/>
                        </a:lnTo>
                        <a:lnTo>
                          <a:pt x="0" y="6138"/>
                        </a:lnTo>
                        <a:lnTo>
                          <a:pt x="0" y="0"/>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16" name="Google Shape;216;p25"/>
                  <p:cNvSpPr/>
                  <p:nvPr/>
                </p:nvSpPr>
                <p:spPr>
                  <a:xfrm>
                    <a:off x="3501875" y="3749500"/>
                    <a:ext cx="187575" cy="96825"/>
                  </a:xfrm>
                  <a:custGeom>
                    <a:avLst/>
                    <a:gdLst/>
                    <a:ahLst/>
                    <a:cxnLst/>
                    <a:rect l="l" t="t" r="r" b="b"/>
                    <a:pathLst>
                      <a:path w="7503" h="3873" fill="none" extrusionOk="0">
                        <a:moveTo>
                          <a:pt x="6431" y="0"/>
                        </a:moveTo>
                        <a:lnTo>
                          <a:pt x="1" y="3872"/>
                        </a:lnTo>
                        <a:lnTo>
                          <a:pt x="7502" y="3872"/>
                        </a:lnTo>
                        <a:lnTo>
                          <a:pt x="7502" y="3872"/>
                        </a:lnTo>
                        <a:lnTo>
                          <a:pt x="7478" y="3337"/>
                        </a:lnTo>
                        <a:lnTo>
                          <a:pt x="7429" y="2825"/>
                        </a:lnTo>
                        <a:lnTo>
                          <a:pt x="7332" y="2314"/>
                        </a:lnTo>
                        <a:lnTo>
                          <a:pt x="7210" y="1827"/>
                        </a:lnTo>
                        <a:lnTo>
                          <a:pt x="7064" y="1340"/>
                        </a:lnTo>
                        <a:lnTo>
                          <a:pt x="6893" y="877"/>
                        </a:lnTo>
                        <a:lnTo>
                          <a:pt x="6674" y="438"/>
                        </a:lnTo>
                        <a:lnTo>
                          <a:pt x="6431" y="0"/>
                        </a:lnTo>
                        <a:lnTo>
                          <a:pt x="6431" y="0"/>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grpSp>
            <p:nvGrpSpPr>
              <p:cNvPr id="217" name="Google Shape;217;p25"/>
              <p:cNvGrpSpPr/>
              <p:nvPr/>
            </p:nvGrpSpPr>
            <p:grpSpPr>
              <a:xfrm>
                <a:off x="1047114" y="1470450"/>
                <a:ext cx="3894644" cy="342399"/>
                <a:chOff x="176103" y="1851450"/>
                <a:chExt cx="3894644" cy="342399"/>
              </a:xfrm>
            </p:grpSpPr>
            <p:grpSp>
              <p:nvGrpSpPr>
                <p:cNvPr id="218" name="Google Shape;218;p25"/>
                <p:cNvGrpSpPr/>
                <p:nvPr/>
              </p:nvGrpSpPr>
              <p:grpSpPr>
                <a:xfrm>
                  <a:off x="2023114" y="1859897"/>
                  <a:ext cx="345971" cy="325505"/>
                  <a:chOff x="5972700" y="2330200"/>
                  <a:chExt cx="411625" cy="387275"/>
                </a:xfrm>
              </p:grpSpPr>
              <p:sp>
                <p:nvSpPr>
                  <p:cNvPr id="219" name="Google Shape;219;p25"/>
                  <p:cNvSpPr/>
                  <p:nvPr/>
                </p:nvSpPr>
                <p:spPr>
                  <a:xfrm>
                    <a:off x="5972700" y="2476950"/>
                    <a:ext cx="98050" cy="219825"/>
                  </a:xfrm>
                  <a:custGeom>
                    <a:avLst/>
                    <a:gdLst/>
                    <a:ahLst/>
                    <a:cxnLst/>
                    <a:rect l="l" t="t" r="r" b="b"/>
                    <a:pathLst>
                      <a:path w="3922" h="8793" fill="none" extrusionOk="0">
                        <a:moveTo>
                          <a:pt x="0" y="0"/>
                        </a:moveTo>
                        <a:lnTo>
                          <a:pt x="0" y="8792"/>
                        </a:lnTo>
                        <a:lnTo>
                          <a:pt x="3921" y="8792"/>
                        </a:lnTo>
                        <a:lnTo>
                          <a:pt x="3921" y="0"/>
                        </a:lnTo>
                        <a:lnTo>
                          <a:pt x="0" y="0"/>
                        </a:lnTo>
                        <a:close/>
                        <a:moveTo>
                          <a:pt x="2411" y="2411"/>
                        </a:moveTo>
                        <a:lnTo>
                          <a:pt x="2411" y="2411"/>
                        </a:lnTo>
                        <a:lnTo>
                          <a:pt x="2265" y="2387"/>
                        </a:lnTo>
                        <a:lnTo>
                          <a:pt x="2143" y="2363"/>
                        </a:lnTo>
                        <a:lnTo>
                          <a:pt x="2022" y="2290"/>
                        </a:lnTo>
                        <a:lnTo>
                          <a:pt x="1924" y="2216"/>
                        </a:lnTo>
                        <a:lnTo>
                          <a:pt x="1827" y="2095"/>
                        </a:lnTo>
                        <a:lnTo>
                          <a:pt x="1754" y="1973"/>
                        </a:lnTo>
                        <a:lnTo>
                          <a:pt x="1729" y="1851"/>
                        </a:lnTo>
                        <a:lnTo>
                          <a:pt x="1705" y="1705"/>
                        </a:lnTo>
                        <a:lnTo>
                          <a:pt x="1705" y="1705"/>
                        </a:lnTo>
                        <a:lnTo>
                          <a:pt x="1729" y="1559"/>
                        </a:lnTo>
                        <a:lnTo>
                          <a:pt x="1754" y="1437"/>
                        </a:lnTo>
                        <a:lnTo>
                          <a:pt x="1827" y="1315"/>
                        </a:lnTo>
                        <a:lnTo>
                          <a:pt x="1924" y="1218"/>
                        </a:lnTo>
                        <a:lnTo>
                          <a:pt x="2022" y="1120"/>
                        </a:lnTo>
                        <a:lnTo>
                          <a:pt x="2143" y="1072"/>
                        </a:lnTo>
                        <a:lnTo>
                          <a:pt x="2265" y="1023"/>
                        </a:lnTo>
                        <a:lnTo>
                          <a:pt x="2411" y="999"/>
                        </a:lnTo>
                        <a:lnTo>
                          <a:pt x="2411" y="999"/>
                        </a:lnTo>
                        <a:lnTo>
                          <a:pt x="2557" y="1023"/>
                        </a:lnTo>
                        <a:lnTo>
                          <a:pt x="2679" y="1072"/>
                        </a:lnTo>
                        <a:lnTo>
                          <a:pt x="2801" y="1120"/>
                        </a:lnTo>
                        <a:lnTo>
                          <a:pt x="2898" y="1218"/>
                        </a:lnTo>
                        <a:lnTo>
                          <a:pt x="2996" y="1315"/>
                        </a:lnTo>
                        <a:lnTo>
                          <a:pt x="3069" y="1437"/>
                        </a:lnTo>
                        <a:lnTo>
                          <a:pt x="3093" y="1559"/>
                        </a:lnTo>
                        <a:lnTo>
                          <a:pt x="3118" y="1705"/>
                        </a:lnTo>
                        <a:lnTo>
                          <a:pt x="3118" y="1705"/>
                        </a:lnTo>
                        <a:lnTo>
                          <a:pt x="3093" y="1851"/>
                        </a:lnTo>
                        <a:lnTo>
                          <a:pt x="3069" y="1973"/>
                        </a:lnTo>
                        <a:lnTo>
                          <a:pt x="2996" y="2095"/>
                        </a:lnTo>
                        <a:lnTo>
                          <a:pt x="2898" y="2216"/>
                        </a:lnTo>
                        <a:lnTo>
                          <a:pt x="2801" y="2290"/>
                        </a:lnTo>
                        <a:lnTo>
                          <a:pt x="2679" y="2363"/>
                        </a:lnTo>
                        <a:lnTo>
                          <a:pt x="2557" y="2387"/>
                        </a:lnTo>
                        <a:lnTo>
                          <a:pt x="2411" y="2411"/>
                        </a:lnTo>
                        <a:lnTo>
                          <a:pt x="2411" y="2411"/>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0" name="Google Shape;220;p25"/>
                  <p:cNvSpPr/>
                  <p:nvPr/>
                </p:nvSpPr>
                <p:spPr>
                  <a:xfrm>
                    <a:off x="6078025" y="2330200"/>
                    <a:ext cx="306300" cy="387275"/>
                  </a:xfrm>
                  <a:custGeom>
                    <a:avLst/>
                    <a:gdLst/>
                    <a:ahLst/>
                    <a:cxnLst/>
                    <a:rect l="l" t="t" r="r" b="b"/>
                    <a:pathLst>
                      <a:path w="12252" h="15491" fill="none" extrusionOk="0">
                        <a:moveTo>
                          <a:pt x="1" y="13396"/>
                        </a:moveTo>
                        <a:lnTo>
                          <a:pt x="1511" y="13396"/>
                        </a:lnTo>
                        <a:lnTo>
                          <a:pt x="1511" y="13396"/>
                        </a:lnTo>
                        <a:lnTo>
                          <a:pt x="1998" y="13639"/>
                        </a:lnTo>
                        <a:lnTo>
                          <a:pt x="2680" y="13932"/>
                        </a:lnTo>
                        <a:lnTo>
                          <a:pt x="3556" y="14273"/>
                        </a:lnTo>
                        <a:lnTo>
                          <a:pt x="4531" y="14638"/>
                        </a:lnTo>
                        <a:lnTo>
                          <a:pt x="5578" y="14955"/>
                        </a:lnTo>
                        <a:lnTo>
                          <a:pt x="6114" y="15101"/>
                        </a:lnTo>
                        <a:lnTo>
                          <a:pt x="6650" y="15222"/>
                        </a:lnTo>
                        <a:lnTo>
                          <a:pt x="7161" y="15344"/>
                        </a:lnTo>
                        <a:lnTo>
                          <a:pt x="7672" y="15417"/>
                        </a:lnTo>
                        <a:lnTo>
                          <a:pt x="8135" y="15466"/>
                        </a:lnTo>
                        <a:lnTo>
                          <a:pt x="8598" y="15490"/>
                        </a:lnTo>
                        <a:lnTo>
                          <a:pt x="8598" y="15490"/>
                        </a:lnTo>
                        <a:lnTo>
                          <a:pt x="9377" y="15490"/>
                        </a:lnTo>
                        <a:lnTo>
                          <a:pt x="9791" y="15466"/>
                        </a:lnTo>
                        <a:lnTo>
                          <a:pt x="10181" y="15417"/>
                        </a:lnTo>
                        <a:lnTo>
                          <a:pt x="10522" y="15320"/>
                        </a:lnTo>
                        <a:lnTo>
                          <a:pt x="10692" y="15271"/>
                        </a:lnTo>
                        <a:lnTo>
                          <a:pt x="10814" y="15222"/>
                        </a:lnTo>
                        <a:lnTo>
                          <a:pt x="10936" y="15149"/>
                        </a:lnTo>
                        <a:lnTo>
                          <a:pt x="11033" y="15052"/>
                        </a:lnTo>
                        <a:lnTo>
                          <a:pt x="11082" y="14955"/>
                        </a:lnTo>
                        <a:lnTo>
                          <a:pt x="11131" y="14833"/>
                        </a:lnTo>
                        <a:lnTo>
                          <a:pt x="11204" y="14126"/>
                        </a:lnTo>
                        <a:lnTo>
                          <a:pt x="11204" y="14126"/>
                        </a:lnTo>
                        <a:lnTo>
                          <a:pt x="11180" y="13956"/>
                        </a:lnTo>
                        <a:lnTo>
                          <a:pt x="11131" y="13810"/>
                        </a:lnTo>
                        <a:lnTo>
                          <a:pt x="11033" y="13664"/>
                        </a:lnTo>
                        <a:lnTo>
                          <a:pt x="10887" y="13542"/>
                        </a:lnTo>
                        <a:lnTo>
                          <a:pt x="10887" y="13542"/>
                        </a:lnTo>
                        <a:lnTo>
                          <a:pt x="11009" y="13518"/>
                        </a:lnTo>
                        <a:lnTo>
                          <a:pt x="11131" y="13469"/>
                        </a:lnTo>
                        <a:lnTo>
                          <a:pt x="11253" y="13420"/>
                        </a:lnTo>
                        <a:lnTo>
                          <a:pt x="11350" y="13323"/>
                        </a:lnTo>
                        <a:lnTo>
                          <a:pt x="11423" y="13225"/>
                        </a:lnTo>
                        <a:lnTo>
                          <a:pt x="11496" y="13104"/>
                        </a:lnTo>
                        <a:lnTo>
                          <a:pt x="11545" y="12957"/>
                        </a:lnTo>
                        <a:lnTo>
                          <a:pt x="11569" y="12836"/>
                        </a:lnTo>
                        <a:lnTo>
                          <a:pt x="11642" y="11959"/>
                        </a:lnTo>
                        <a:lnTo>
                          <a:pt x="11642" y="11959"/>
                        </a:lnTo>
                        <a:lnTo>
                          <a:pt x="11642" y="11837"/>
                        </a:lnTo>
                        <a:lnTo>
                          <a:pt x="11642" y="11740"/>
                        </a:lnTo>
                        <a:lnTo>
                          <a:pt x="11618" y="11618"/>
                        </a:lnTo>
                        <a:lnTo>
                          <a:pt x="11569" y="11521"/>
                        </a:lnTo>
                        <a:lnTo>
                          <a:pt x="11447" y="11350"/>
                        </a:lnTo>
                        <a:lnTo>
                          <a:pt x="11374" y="11277"/>
                        </a:lnTo>
                        <a:lnTo>
                          <a:pt x="11301" y="11204"/>
                        </a:lnTo>
                        <a:lnTo>
                          <a:pt x="11301" y="11204"/>
                        </a:lnTo>
                        <a:lnTo>
                          <a:pt x="11423" y="11180"/>
                        </a:lnTo>
                        <a:lnTo>
                          <a:pt x="11521" y="11131"/>
                        </a:lnTo>
                        <a:lnTo>
                          <a:pt x="11618" y="11058"/>
                        </a:lnTo>
                        <a:lnTo>
                          <a:pt x="11715" y="10960"/>
                        </a:lnTo>
                        <a:lnTo>
                          <a:pt x="11788" y="10863"/>
                        </a:lnTo>
                        <a:lnTo>
                          <a:pt x="11837" y="10766"/>
                        </a:lnTo>
                        <a:lnTo>
                          <a:pt x="11886" y="10644"/>
                        </a:lnTo>
                        <a:lnTo>
                          <a:pt x="11910" y="10498"/>
                        </a:lnTo>
                        <a:lnTo>
                          <a:pt x="11983" y="9645"/>
                        </a:lnTo>
                        <a:lnTo>
                          <a:pt x="11983" y="9645"/>
                        </a:lnTo>
                        <a:lnTo>
                          <a:pt x="11983" y="9523"/>
                        </a:lnTo>
                        <a:lnTo>
                          <a:pt x="11983" y="9402"/>
                        </a:lnTo>
                        <a:lnTo>
                          <a:pt x="11959" y="9280"/>
                        </a:lnTo>
                        <a:lnTo>
                          <a:pt x="11910" y="9182"/>
                        </a:lnTo>
                        <a:lnTo>
                          <a:pt x="11861" y="9085"/>
                        </a:lnTo>
                        <a:lnTo>
                          <a:pt x="11788" y="9012"/>
                        </a:lnTo>
                        <a:lnTo>
                          <a:pt x="11715" y="8939"/>
                        </a:lnTo>
                        <a:lnTo>
                          <a:pt x="11618" y="8866"/>
                        </a:lnTo>
                        <a:lnTo>
                          <a:pt x="11618" y="8866"/>
                        </a:lnTo>
                        <a:lnTo>
                          <a:pt x="11715" y="8841"/>
                        </a:lnTo>
                        <a:lnTo>
                          <a:pt x="11813" y="8768"/>
                        </a:lnTo>
                        <a:lnTo>
                          <a:pt x="11910" y="8695"/>
                        </a:lnTo>
                        <a:lnTo>
                          <a:pt x="11983" y="8622"/>
                        </a:lnTo>
                        <a:lnTo>
                          <a:pt x="12056" y="8525"/>
                        </a:lnTo>
                        <a:lnTo>
                          <a:pt x="12105" y="8427"/>
                        </a:lnTo>
                        <a:lnTo>
                          <a:pt x="12129" y="8306"/>
                        </a:lnTo>
                        <a:lnTo>
                          <a:pt x="12154" y="8184"/>
                        </a:lnTo>
                        <a:lnTo>
                          <a:pt x="12251" y="7307"/>
                        </a:lnTo>
                        <a:lnTo>
                          <a:pt x="12251" y="7307"/>
                        </a:lnTo>
                        <a:lnTo>
                          <a:pt x="12227" y="7185"/>
                        </a:lnTo>
                        <a:lnTo>
                          <a:pt x="12202" y="7064"/>
                        </a:lnTo>
                        <a:lnTo>
                          <a:pt x="12154" y="6966"/>
                        </a:lnTo>
                        <a:lnTo>
                          <a:pt x="12105" y="6869"/>
                        </a:lnTo>
                        <a:lnTo>
                          <a:pt x="12032" y="6771"/>
                        </a:lnTo>
                        <a:lnTo>
                          <a:pt x="11935" y="6698"/>
                        </a:lnTo>
                        <a:lnTo>
                          <a:pt x="11715" y="6552"/>
                        </a:lnTo>
                        <a:lnTo>
                          <a:pt x="11472" y="6430"/>
                        </a:lnTo>
                        <a:lnTo>
                          <a:pt x="11180" y="6333"/>
                        </a:lnTo>
                        <a:lnTo>
                          <a:pt x="10863" y="6260"/>
                        </a:lnTo>
                        <a:lnTo>
                          <a:pt x="10546" y="6211"/>
                        </a:lnTo>
                        <a:lnTo>
                          <a:pt x="10546" y="6211"/>
                        </a:lnTo>
                        <a:lnTo>
                          <a:pt x="9864" y="6114"/>
                        </a:lnTo>
                        <a:lnTo>
                          <a:pt x="8817" y="6016"/>
                        </a:lnTo>
                        <a:lnTo>
                          <a:pt x="7575" y="5943"/>
                        </a:lnTo>
                        <a:lnTo>
                          <a:pt x="6309" y="5870"/>
                        </a:lnTo>
                        <a:lnTo>
                          <a:pt x="6309" y="5870"/>
                        </a:lnTo>
                        <a:lnTo>
                          <a:pt x="6479" y="5578"/>
                        </a:lnTo>
                        <a:lnTo>
                          <a:pt x="6625" y="5237"/>
                        </a:lnTo>
                        <a:lnTo>
                          <a:pt x="6771" y="4872"/>
                        </a:lnTo>
                        <a:lnTo>
                          <a:pt x="6869" y="4482"/>
                        </a:lnTo>
                        <a:lnTo>
                          <a:pt x="6966" y="4092"/>
                        </a:lnTo>
                        <a:lnTo>
                          <a:pt x="7064" y="3678"/>
                        </a:lnTo>
                        <a:lnTo>
                          <a:pt x="7161" y="2875"/>
                        </a:lnTo>
                        <a:lnTo>
                          <a:pt x="7234" y="2144"/>
                        </a:lnTo>
                        <a:lnTo>
                          <a:pt x="7283" y="1535"/>
                        </a:lnTo>
                        <a:lnTo>
                          <a:pt x="7283" y="975"/>
                        </a:lnTo>
                        <a:lnTo>
                          <a:pt x="7283" y="975"/>
                        </a:lnTo>
                        <a:lnTo>
                          <a:pt x="7283" y="804"/>
                        </a:lnTo>
                        <a:lnTo>
                          <a:pt x="7210" y="609"/>
                        </a:lnTo>
                        <a:lnTo>
                          <a:pt x="7137" y="463"/>
                        </a:lnTo>
                        <a:lnTo>
                          <a:pt x="7015" y="317"/>
                        </a:lnTo>
                        <a:lnTo>
                          <a:pt x="6869" y="171"/>
                        </a:lnTo>
                        <a:lnTo>
                          <a:pt x="6698" y="98"/>
                        </a:lnTo>
                        <a:lnTo>
                          <a:pt x="6503" y="25"/>
                        </a:lnTo>
                        <a:lnTo>
                          <a:pt x="6309" y="1"/>
                        </a:lnTo>
                        <a:lnTo>
                          <a:pt x="6309" y="1"/>
                        </a:lnTo>
                        <a:lnTo>
                          <a:pt x="5943" y="25"/>
                        </a:lnTo>
                        <a:lnTo>
                          <a:pt x="5700" y="74"/>
                        </a:lnTo>
                        <a:lnTo>
                          <a:pt x="5505" y="147"/>
                        </a:lnTo>
                        <a:lnTo>
                          <a:pt x="5359" y="220"/>
                        </a:lnTo>
                        <a:lnTo>
                          <a:pt x="5359" y="220"/>
                        </a:lnTo>
                        <a:lnTo>
                          <a:pt x="4969" y="1462"/>
                        </a:lnTo>
                        <a:lnTo>
                          <a:pt x="4774" y="2022"/>
                        </a:lnTo>
                        <a:lnTo>
                          <a:pt x="4579" y="2534"/>
                        </a:lnTo>
                        <a:lnTo>
                          <a:pt x="4385" y="2996"/>
                        </a:lnTo>
                        <a:lnTo>
                          <a:pt x="4190" y="3386"/>
                        </a:lnTo>
                        <a:lnTo>
                          <a:pt x="4019" y="3678"/>
                        </a:lnTo>
                        <a:lnTo>
                          <a:pt x="3873" y="3922"/>
                        </a:lnTo>
                        <a:lnTo>
                          <a:pt x="3873" y="3922"/>
                        </a:lnTo>
                        <a:lnTo>
                          <a:pt x="3654" y="4141"/>
                        </a:lnTo>
                        <a:lnTo>
                          <a:pt x="3313" y="4482"/>
                        </a:lnTo>
                        <a:lnTo>
                          <a:pt x="2509" y="5237"/>
                        </a:lnTo>
                        <a:lnTo>
                          <a:pt x="1438" y="6211"/>
                        </a:lnTo>
                        <a:lnTo>
                          <a:pt x="1" y="621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221" name="Google Shape;221;p25"/>
                <p:cNvGrpSpPr/>
                <p:nvPr/>
              </p:nvGrpSpPr>
              <p:grpSpPr>
                <a:xfrm>
                  <a:off x="1093460" y="1865780"/>
                  <a:ext cx="353136" cy="313738"/>
                  <a:chOff x="5292575" y="3681900"/>
                  <a:chExt cx="420150" cy="373275"/>
                </a:xfrm>
              </p:grpSpPr>
              <p:sp>
                <p:nvSpPr>
                  <p:cNvPr id="222" name="Google Shape;222;p25"/>
                  <p:cNvSpPr/>
                  <p:nvPr/>
                </p:nvSpPr>
                <p:spPr>
                  <a:xfrm>
                    <a:off x="5292575" y="3706875"/>
                    <a:ext cx="420150" cy="266700"/>
                  </a:xfrm>
                  <a:custGeom>
                    <a:avLst/>
                    <a:gdLst/>
                    <a:ahLst/>
                    <a:cxnLst/>
                    <a:rect l="l" t="t" r="r" b="b"/>
                    <a:pathLst>
                      <a:path w="16806" h="10668" fill="none" extrusionOk="0">
                        <a:moveTo>
                          <a:pt x="16319" y="0"/>
                        </a:moveTo>
                        <a:lnTo>
                          <a:pt x="488" y="0"/>
                        </a:lnTo>
                        <a:lnTo>
                          <a:pt x="488" y="0"/>
                        </a:lnTo>
                        <a:lnTo>
                          <a:pt x="390" y="0"/>
                        </a:lnTo>
                        <a:lnTo>
                          <a:pt x="293" y="25"/>
                        </a:lnTo>
                        <a:lnTo>
                          <a:pt x="196" y="73"/>
                        </a:lnTo>
                        <a:lnTo>
                          <a:pt x="123" y="146"/>
                        </a:lnTo>
                        <a:lnTo>
                          <a:pt x="74" y="219"/>
                        </a:lnTo>
                        <a:lnTo>
                          <a:pt x="25" y="292"/>
                        </a:lnTo>
                        <a:lnTo>
                          <a:pt x="1" y="390"/>
                        </a:lnTo>
                        <a:lnTo>
                          <a:pt x="1" y="487"/>
                        </a:lnTo>
                        <a:lnTo>
                          <a:pt x="1" y="10181"/>
                        </a:lnTo>
                        <a:lnTo>
                          <a:pt x="1" y="10181"/>
                        </a:lnTo>
                        <a:lnTo>
                          <a:pt x="1" y="10278"/>
                        </a:lnTo>
                        <a:lnTo>
                          <a:pt x="25" y="10375"/>
                        </a:lnTo>
                        <a:lnTo>
                          <a:pt x="74" y="10448"/>
                        </a:lnTo>
                        <a:lnTo>
                          <a:pt x="123" y="10522"/>
                        </a:lnTo>
                        <a:lnTo>
                          <a:pt x="196" y="10570"/>
                        </a:lnTo>
                        <a:lnTo>
                          <a:pt x="293" y="10619"/>
                        </a:lnTo>
                        <a:lnTo>
                          <a:pt x="390" y="10643"/>
                        </a:lnTo>
                        <a:lnTo>
                          <a:pt x="488" y="10668"/>
                        </a:lnTo>
                        <a:lnTo>
                          <a:pt x="16319" y="10668"/>
                        </a:lnTo>
                        <a:lnTo>
                          <a:pt x="16319" y="10668"/>
                        </a:lnTo>
                        <a:lnTo>
                          <a:pt x="16416" y="10643"/>
                        </a:lnTo>
                        <a:lnTo>
                          <a:pt x="16513" y="10619"/>
                        </a:lnTo>
                        <a:lnTo>
                          <a:pt x="16611" y="10570"/>
                        </a:lnTo>
                        <a:lnTo>
                          <a:pt x="16684" y="10522"/>
                        </a:lnTo>
                        <a:lnTo>
                          <a:pt x="16733" y="10448"/>
                        </a:lnTo>
                        <a:lnTo>
                          <a:pt x="16781" y="10375"/>
                        </a:lnTo>
                        <a:lnTo>
                          <a:pt x="16806" y="10278"/>
                        </a:lnTo>
                        <a:lnTo>
                          <a:pt x="16806" y="10181"/>
                        </a:lnTo>
                        <a:lnTo>
                          <a:pt x="16806" y="487"/>
                        </a:lnTo>
                        <a:lnTo>
                          <a:pt x="16806" y="487"/>
                        </a:lnTo>
                        <a:lnTo>
                          <a:pt x="16806" y="390"/>
                        </a:lnTo>
                        <a:lnTo>
                          <a:pt x="16781" y="292"/>
                        </a:lnTo>
                        <a:lnTo>
                          <a:pt x="16733" y="219"/>
                        </a:lnTo>
                        <a:lnTo>
                          <a:pt x="16684" y="146"/>
                        </a:lnTo>
                        <a:lnTo>
                          <a:pt x="16611" y="73"/>
                        </a:lnTo>
                        <a:lnTo>
                          <a:pt x="16513" y="25"/>
                        </a:lnTo>
                        <a:lnTo>
                          <a:pt x="16416" y="0"/>
                        </a:lnTo>
                        <a:lnTo>
                          <a:pt x="16319" y="0"/>
                        </a:lnTo>
                        <a:lnTo>
                          <a:pt x="16319" y="0"/>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3" name="Google Shape;223;p25"/>
                  <p:cNvSpPr/>
                  <p:nvPr/>
                </p:nvSpPr>
                <p:spPr>
                  <a:xfrm>
                    <a:off x="5490475" y="3681900"/>
                    <a:ext cx="24375" cy="25000"/>
                  </a:xfrm>
                  <a:custGeom>
                    <a:avLst/>
                    <a:gdLst/>
                    <a:ahLst/>
                    <a:cxnLst/>
                    <a:rect l="l" t="t" r="r" b="b"/>
                    <a:pathLst>
                      <a:path w="975" h="1000" fill="none" extrusionOk="0">
                        <a:moveTo>
                          <a:pt x="974" y="999"/>
                        </a:moveTo>
                        <a:lnTo>
                          <a:pt x="974" y="488"/>
                        </a:lnTo>
                        <a:lnTo>
                          <a:pt x="974" y="488"/>
                        </a:lnTo>
                        <a:lnTo>
                          <a:pt x="974" y="390"/>
                        </a:lnTo>
                        <a:lnTo>
                          <a:pt x="926" y="293"/>
                        </a:lnTo>
                        <a:lnTo>
                          <a:pt x="901" y="220"/>
                        </a:lnTo>
                        <a:lnTo>
                          <a:pt x="828" y="147"/>
                        </a:lnTo>
                        <a:lnTo>
                          <a:pt x="755" y="74"/>
                        </a:lnTo>
                        <a:lnTo>
                          <a:pt x="682" y="49"/>
                        </a:lnTo>
                        <a:lnTo>
                          <a:pt x="585" y="1"/>
                        </a:lnTo>
                        <a:lnTo>
                          <a:pt x="487" y="1"/>
                        </a:lnTo>
                        <a:lnTo>
                          <a:pt x="487" y="1"/>
                        </a:lnTo>
                        <a:lnTo>
                          <a:pt x="390" y="1"/>
                        </a:lnTo>
                        <a:lnTo>
                          <a:pt x="292" y="49"/>
                        </a:lnTo>
                        <a:lnTo>
                          <a:pt x="219" y="74"/>
                        </a:lnTo>
                        <a:lnTo>
                          <a:pt x="146" y="147"/>
                        </a:lnTo>
                        <a:lnTo>
                          <a:pt x="73" y="220"/>
                        </a:lnTo>
                        <a:lnTo>
                          <a:pt x="49" y="293"/>
                        </a:lnTo>
                        <a:lnTo>
                          <a:pt x="0" y="390"/>
                        </a:lnTo>
                        <a:lnTo>
                          <a:pt x="0" y="488"/>
                        </a:lnTo>
                        <a:lnTo>
                          <a:pt x="0" y="999"/>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4" name="Google Shape;224;p25"/>
                  <p:cNvSpPr/>
                  <p:nvPr/>
                </p:nvSpPr>
                <p:spPr>
                  <a:xfrm>
                    <a:off x="5358350" y="3973550"/>
                    <a:ext cx="60900" cy="81625"/>
                  </a:xfrm>
                  <a:custGeom>
                    <a:avLst/>
                    <a:gdLst/>
                    <a:ahLst/>
                    <a:cxnLst/>
                    <a:rect l="l" t="t" r="r" b="b"/>
                    <a:pathLst>
                      <a:path w="2436" h="3265" fill="none" extrusionOk="0">
                        <a:moveTo>
                          <a:pt x="1340" y="1"/>
                        </a:moveTo>
                        <a:lnTo>
                          <a:pt x="49" y="2558"/>
                        </a:lnTo>
                        <a:lnTo>
                          <a:pt x="49" y="2558"/>
                        </a:lnTo>
                        <a:lnTo>
                          <a:pt x="24" y="2631"/>
                        </a:lnTo>
                        <a:lnTo>
                          <a:pt x="0" y="2728"/>
                        </a:lnTo>
                        <a:lnTo>
                          <a:pt x="0" y="2826"/>
                        </a:lnTo>
                        <a:lnTo>
                          <a:pt x="24" y="2923"/>
                        </a:lnTo>
                        <a:lnTo>
                          <a:pt x="73" y="2996"/>
                        </a:lnTo>
                        <a:lnTo>
                          <a:pt x="122" y="3094"/>
                        </a:lnTo>
                        <a:lnTo>
                          <a:pt x="195" y="3142"/>
                        </a:lnTo>
                        <a:lnTo>
                          <a:pt x="268" y="3215"/>
                        </a:lnTo>
                        <a:lnTo>
                          <a:pt x="268" y="3215"/>
                        </a:lnTo>
                        <a:lnTo>
                          <a:pt x="390" y="3240"/>
                        </a:lnTo>
                        <a:lnTo>
                          <a:pt x="487" y="3264"/>
                        </a:lnTo>
                        <a:lnTo>
                          <a:pt x="487" y="3264"/>
                        </a:lnTo>
                        <a:lnTo>
                          <a:pt x="633" y="3240"/>
                        </a:lnTo>
                        <a:lnTo>
                          <a:pt x="755" y="3191"/>
                        </a:lnTo>
                        <a:lnTo>
                          <a:pt x="853" y="3094"/>
                        </a:lnTo>
                        <a:lnTo>
                          <a:pt x="926" y="2996"/>
                        </a:lnTo>
                        <a:lnTo>
                          <a:pt x="2436"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5" name="Google Shape;225;p25"/>
                  <p:cNvSpPr/>
                  <p:nvPr/>
                </p:nvSpPr>
                <p:spPr>
                  <a:xfrm>
                    <a:off x="5586050" y="3973550"/>
                    <a:ext cx="60925" cy="81625"/>
                  </a:xfrm>
                  <a:custGeom>
                    <a:avLst/>
                    <a:gdLst/>
                    <a:ahLst/>
                    <a:cxnLst/>
                    <a:rect l="l" t="t" r="r" b="b"/>
                    <a:pathLst>
                      <a:path w="2437" h="3265" fill="none" extrusionOk="0">
                        <a:moveTo>
                          <a:pt x="1" y="1"/>
                        </a:moveTo>
                        <a:lnTo>
                          <a:pt x="1511" y="2996"/>
                        </a:lnTo>
                        <a:lnTo>
                          <a:pt x="1511" y="2996"/>
                        </a:lnTo>
                        <a:lnTo>
                          <a:pt x="1584" y="3094"/>
                        </a:lnTo>
                        <a:lnTo>
                          <a:pt x="1681" y="3191"/>
                        </a:lnTo>
                        <a:lnTo>
                          <a:pt x="1803" y="3240"/>
                        </a:lnTo>
                        <a:lnTo>
                          <a:pt x="1949" y="3264"/>
                        </a:lnTo>
                        <a:lnTo>
                          <a:pt x="1949" y="3264"/>
                        </a:lnTo>
                        <a:lnTo>
                          <a:pt x="2047" y="3240"/>
                        </a:lnTo>
                        <a:lnTo>
                          <a:pt x="2168" y="3215"/>
                        </a:lnTo>
                        <a:lnTo>
                          <a:pt x="2168" y="3215"/>
                        </a:lnTo>
                        <a:lnTo>
                          <a:pt x="2241" y="3142"/>
                        </a:lnTo>
                        <a:lnTo>
                          <a:pt x="2315" y="3094"/>
                        </a:lnTo>
                        <a:lnTo>
                          <a:pt x="2363" y="2996"/>
                        </a:lnTo>
                        <a:lnTo>
                          <a:pt x="2412" y="2923"/>
                        </a:lnTo>
                        <a:lnTo>
                          <a:pt x="2436" y="2826"/>
                        </a:lnTo>
                        <a:lnTo>
                          <a:pt x="2436" y="2728"/>
                        </a:lnTo>
                        <a:lnTo>
                          <a:pt x="2412" y="2631"/>
                        </a:lnTo>
                        <a:lnTo>
                          <a:pt x="2388" y="2558"/>
                        </a:lnTo>
                        <a:lnTo>
                          <a:pt x="1097"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6" name="Google Shape;226;p25"/>
                  <p:cNvSpPr/>
                  <p:nvPr/>
                </p:nvSpPr>
                <p:spPr>
                  <a:xfrm>
                    <a:off x="5316925" y="3731225"/>
                    <a:ext cx="371450" cy="218000"/>
                  </a:xfrm>
                  <a:custGeom>
                    <a:avLst/>
                    <a:gdLst/>
                    <a:ahLst/>
                    <a:cxnLst/>
                    <a:rect l="l" t="t" r="r" b="b"/>
                    <a:pathLst>
                      <a:path w="14858" h="8720" fill="none" extrusionOk="0">
                        <a:moveTo>
                          <a:pt x="1" y="0"/>
                        </a:moveTo>
                        <a:lnTo>
                          <a:pt x="1" y="8719"/>
                        </a:lnTo>
                        <a:lnTo>
                          <a:pt x="14857" y="8719"/>
                        </a:lnTo>
                        <a:lnTo>
                          <a:pt x="14857" y="0"/>
                        </a:lnTo>
                        <a:lnTo>
                          <a:pt x="1" y="0"/>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7" name="Google Shape;227;p25"/>
                  <p:cNvSpPr/>
                  <p:nvPr/>
                </p:nvSpPr>
                <p:spPr>
                  <a:xfrm>
                    <a:off x="5380250" y="3784800"/>
                    <a:ext cx="230200" cy="115725"/>
                  </a:xfrm>
                  <a:custGeom>
                    <a:avLst/>
                    <a:gdLst/>
                    <a:ahLst/>
                    <a:cxnLst/>
                    <a:rect l="l" t="t" r="r" b="b"/>
                    <a:pathLst>
                      <a:path w="9208" h="4629" fill="none" extrusionOk="0">
                        <a:moveTo>
                          <a:pt x="9207" y="1"/>
                        </a:moveTo>
                        <a:lnTo>
                          <a:pt x="5213" y="3995"/>
                        </a:lnTo>
                        <a:lnTo>
                          <a:pt x="5213" y="3995"/>
                        </a:lnTo>
                        <a:lnTo>
                          <a:pt x="5140" y="4044"/>
                        </a:lnTo>
                        <a:lnTo>
                          <a:pt x="5067" y="4092"/>
                        </a:lnTo>
                        <a:lnTo>
                          <a:pt x="4969" y="4117"/>
                        </a:lnTo>
                        <a:lnTo>
                          <a:pt x="4872" y="4141"/>
                        </a:lnTo>
                        <a:lnTo>
                          <a:pt x="4774" y="4117"/>
                        </a:lnTo>
                        <a:lnTo>
                          <a:pt x="4677" y="4092"/>
                        </a:lnTo>
                        <a:lnTo>
                          <a:pt x="4604" y="4044"/>
                        </a:lnTo>
                        <a:lnTo>
                          <a:pt x="4531" y="3995"/>
                        </a:lnTo>
                        <a:lnTo>
                          <a:pt x="2582" y="2046"/>
                        </a:lnTo>
                        <a:lnTo>
                          <a:pt x="1" y="4628"/>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8" name="Google Shape;228;p25"/>
                  <p:cNvSpPr/>
                  <p:nvPr/>
                </p:nvSpPr>
                <p:spPr>
                  <a:xfrm>
                    <a:off x="5547700" y="3779925"/>
                    <a:ext cx="68825" cy="68825"/>
                  </a:xfrm>
                  <a:custGeom>
                    <a:avLst/>
                    <a:gdLst/>
                    <a:ahLst/>
                    <a:cxnLst/>
                    <a:rect l="l" t="t" r="r" b="b"/>
                    <a:pathLst>
                      <a:path w="2753" h="2753" fill="none" extrusionOk="0">
                        <a:moveTo>
                          <a:pt x="0" y="1"/>
                        </a:moveTo>
                        <a:lnTo>
                          <a:pt x="2265" y="1"/>
                        </a:lnTo>
                        <a:lnTo>
                          <a:pt x="2265" y="1"/>
                        </a:lnTo>
                        <a:lnTo>
                          <a:pt x="2363" y="1"/>
                        </a:lnTo>
                        <a:lnTo>
                          <a:pt x="2460" y="25"/>
                        </a:lnTo>
                        <a:lnTo>
                          <a:pt x="2533" y="74"/>
                        </a:lnTo>
                        <a:lnTo>
                          <a:pt x="2606" y="147"/>
                        </a:lnTo>
                        <a:lnTo>
                          <a:pt x="2680" y="220"/>
                        </a:lnTo>
                        <a:lnTo>
                          <a:pt x="2728" y="293"/>
                        </a:lnTo>
                        <a:lnTo>
                          <a:pt x="2753" y="390"/>
                        </a:lnTo>
                        <a:lnTo>
                          <a:pt x="2753" y="488"/>
                        </a:lnTo>
                        <a:lnTo>
                          <a:pt x="2753" y="2753"/>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29" name="Google Shape;229;p25"/>
                <p:cNvSpPr/>
                <p:nvPr/>
              </p:nvSpPr>
              <p:spPr>
                <a:xfrm>
                  <a:off x="176103" y="1852215"/>
                  <a:ext cx="340844" cy="340865"/>
                </a:xfrm>
                <a:custGeom>
                  <a:avLst/>
                  <a:gdLst/>
                  <a:ahLst/>
                  <a:cxnLst/>
                  <a:rect l="l" t="t" r="r" b="b"/>
                  <a:pathLst>
                    <a:path w="16221" h="16222" fill="none" extrusionOk="0">
                      <a:moveTo>
                        <a:pt x="0" y="8111"/>
                      </a:moveTo>
                      <a:lnTo>
                        <a:pt x="0" y="8111"/>
                      </a:lnTo>
                      <a:lnTo>
                        <a:pt x="0" y="7697"/>
                      </a:lnTo>
                      <a:lnTo>
                        <a:pt x="49" y="7283"/>
                      </a:lnTo>
                      <a:lnTo>
                        <a:pt x="98" y="6869"/>
                      </a:lnTo>
                      <a:lnTo>
                        <a:pt x="171" y="6479"/>
                      </a:lnTo>
                      <a:lnTo>
                        <a:pt x="244" y="6090"/>
                      </a:lnTo>
                      <a:lnTo>
                        <a:pt x="366" y="5700"/>
                      </a:lnTo>
                      <a:lnTo>
                        <a:pt x="487" y="5335"/>
                      </a:lnTo>
                      <a:lnTo>
                        <a:pt x="634" y="4945"/>
                      </a:lnTo>
                      <a:lnTo>
                        <a:pt x="804" y="4604"/>
                      </a:lnTo>
                      <a:lnTo>
                        <a:pt x="975" y="4239"/>
                      </a:lnTo>
                      <a:lnTo>
                        <a:pt x="1169" y="3898"/>
                      </a:lnTo>
                      <a:lnTo>
                        <a:pt x="1389" y="3581"/>
                      </a:lnTo>
                      <a:lnTo>
                        <a:pt x="1608" y="3264"/>
                      </a:lnTo>
                      <a:lnTo>
                        <a:pt x="1851" y="2948"/>
                      </a:lnTo>
                      <a:lnTo>
                        <a:pt x="2119" y="2656"/>
                      </a:lnTo>
                      <a:lnTo>
                        <a:pt x="2387" y="2388"/>
                      </a:lnTo>
                      <a:lnTo>
                        <a:pt x="2655" y="2120"/>
                      </a:lnTo>
                      <a:lnTo>
                        <a:pt x="2947" y="1852"/>
                      </a:lnTo>
                      <a:lnTo>
                        <a:pt x="3264" y="1608"/>
                      </a:lnTo>
                      <a:lnTo>
                        <a:pt x="3581" y="1389"/>
                      </a:lnTo>
                      <a:lnTo>
                        <a:pt x="3897" y="1170"/>
                      </a:lnTo>
                      <a:lnTo>
                        <a:pt x="4238" y="975"/>
                      </a:lnTo>
                      <a:lnTo>
                        <a:pt x="4603" y="805"/>
                      </a:lnTo>
                      <a:lnTo>
                        <a:pt x="4944" y="634"/>
                      </a:lnTo>
                      <a:lnTo>
                        <a:pt x="5334" y="488"/>
                      </a:lnTo>
                      <a:lnTo>
                        <a:pt x="5699" y="366"/>
                      </a:lnTo>
                      <a:lnTo>
                        <a:pt x="6089" y="244"/>
                      </a:lnTo>
                      <a:lnTo>
                        <a:pt x="6479" y="171"/>
                      </a:lnTo>
                      <a:lnTo>
                        <a:pt x="6868" y="98"/>
                      </a:lnTo>
                      <a:lnTo>
                        <a:pt x="7282" y="50"/>
                      </a:lnTo>
                      <a:lnTo>
                        <a:pt x="7696" y="1"/>
                      </a:lnTo>
                      <a:lnTo>
                        <a:pt x="8111" y="1"/>
                      </a:lnTo>
                      <a:lnTo>
                        <a:pt x="8111" y="1"/>
                      </a:lnTo>
                      <a:lnTo>
                        <a:pt x="8525" y="1"/>
                      </a:lnTo>
                      <a:lnTo>
                        <a:pt x="8939" y="50"/>
                      </a:lnTo>
                      <a:lnTo>
                        <a:pt x="9353" y="98"/>
                      </a:lnTo>
                      <a:lnTo>
                        <a:pt x="9742" y="171"/>
                      </a:lnTo>
                      <a:lnTo>
                        <a:pt x="10132" y="244"/>
                      </a:lnTo>
                      <a:lnTo>
                        <a:pt x="10522" y="366"/>
                      </a:lnTo>
                      <a:lnTo>
                        <a:pt x="10911" y="488"/>
                      </a:lnTo>
                      <a:lnTo>
                        <a:pt x="11277" y="634"/>
                      </a:lnTo>
                      <a:lnTo>
                        <a:pt x="11618" y="805"/>
                      </a:lnTo>
                      <a:lnTo>
                        <a:pt x="11983" y="975"/>
                      </a:lnTo>
                      <a:lnTo>
                        <a:pt x="12324" y="1170"/>
                      </a:lnTo>
                      <a:lnTo>
                        <a:pt x="12641" y="1389"/>
                      </a:lnTo>
                      <a:lnTo>
                        <a:pt x="12957" y="1608"/>
                      </a:lnTo>
                      <a:lnTo>
                        <a:pt x="13274" y="1852"/>
                      </a:lnTo>
                      <a:lnTo>
                        <a:pt x="13566" y="2120"/>
                      </a:lnTo>
                      <a:lnTo>
                        <a:pt x="13834" y="2388"/>
                      </a:lnTo>
                      <a:lnTo>
                        <a:pt x="14126" y="2656"/>
                      </a:lnTo>
                      <a:lnTo>
                        <a:pt x="14370" y="2948"/>
                      </a:lnTo>
                      <a:lnTo>
                        <a:pt x="14613" y="3264"/>
                      </a:lnTo>
                      <a:lnTo>
                        <a:pt x="14832" y="3581"/>
                      </a:lnTo>
                      <a:lnTo>
                        <a:pt x="15052" y="3898"/>
                      </a:lnTo>
                      <a:lnTo>
                        <a:pt x="15247" y="4239"/>
                      </a:lnTo>
                      <a:lnTo>
                        <a:pt x="15417" y="4604"/>
                      </a:lnTo>
                      <a:lnTo>
                        <a:pt x="15587" y="4945"/>
                      </a:lnTo>
                      <a:lnTo>
                        <a:pt x="15734" y="5335"/>
                      </a:lnTo>
                      <a:lnTo>
                        <a:pt x="15855" y="5700"/>
                      </a:lnTo>
                      <a:lnTo>
                        <a:pt x="15977" y="6090"/>
                      </a:lnTo>
                      <a:lnTo>
                        <a:pt x="16050" y="6479"/>
                      </a:lnTo>
                      <a:lnTo>
                        <a:pt x="16123" y="6869"/>
                      </a:lnTo>
                      <a:lnTo>
                        <a:pt x="16172" y="7283"/>
                      </a:lnTo>
                      <a:lnTo>
                        <a:pt x="16221" y="7697"/>
                      </a:lnTo>
                      <a:lnTo>
                        <a:pt x="16221" y="8111"/>
                      </a:lnTo>
                      <a:lnTo>
                        <a:pt x="16221" y="8111"/>
                      </a:lnTo>
                      <a:lnTo>
                        <a:pt x="16221" y="8525"/>
                      </a:lnTo>
                      <a:lnTo>
                        <a:pt x="16172" y="8939"/>
                      </a:lnTo>
                      <a:lnTo>
                        <a:pt x="16123" y="9353"/>
                      </a:lnTo>
                      <a:lnTo>
                        <a:pt x="16050" y="9743"/>
                      </a:lnTo>
                      <a:lnTo>
                        <a:pt x="15977" y="10133"/>
                      </a:lnTo>
                      <a:lnTo>
                        <a:pt x="15855" y="10522"/>
                      </a:lnTo>
                      <a:lnTo>
                        <a:pt x="15734" y="10888"/>
                      </a:lnTo>
                      <a:lnTo>
                        <a:pt x="15587" y="11277"/>
                      </a:lnTo>
                      <a:lnTo>
                        <a:pt x="15417" y="11618"/>
                      </a:lnTo>
                      <a:lnTo>
                        <a:pt x="15247" y="11984"/>
                      </a:lnTo>
                      <a:lnTo>
                        <a:pt x="15052" y="12324"/>
                      </a:lnTo>
                      <a:lnTo>
                        <a:pt x="14832" y="12641"/>
                      </a:lnTo>
                      <a:lnTo>
                        <a:pt x="14613" y="12958"/>
                      </a:lnTo>
                      <a:lnTo>
                        <a:pt x="14370" y="13274"/>
                      </a:lnTo>
                      <a:lnTo>
                        <a:pt x="14126" y="13567"/>
                      </a:lnTo>
                      <a:lnTo>
                        <a:pt x="13834" y="13835"/>
                      </a:lnTo>
                      <a:lnTo>
                        <a:pt x="13566" y="14102"/>
                      </a:lnTo>
                      <a:lnTo>
                        <a:pt x="13274" y="14370"/>
                      </a:lnTo>
                      <a:lnTo>
                        <a:pt x="12957" y="14614"/>
                      </a:lnTo>
                      <a:lnTo>
                        <a:pt x="12641" y="14833"/>
                      </a:lnTo>
                      <a:lnTo>
                        <a:pt x="12324" y="15052"/>
                      </a:lnTo>
                      <a:lnTo>
                        <a:pt x="11983" y="15247"/>
                      </a:lnTo>
                      <a:lnTo>
                        <a:pt x="11618" y="15418"/>
                      </a:lnTo>
                      <a:lnTo>
                        <a:pt x="11277" y="15588"/>
                      </a:lnTo>
                      <a:lnTo>
                        <a:pt x="10911" y="15734"/>
                      </a:lnTo>
                      <a:lnTo>
                        <a:pt x="10522" y="15856"/>
                      </a:lnTo>
                      <a:lnTo>
                        <a:pt x="10132" y="15978"/>
                      </a:lnTo>
                      <a:lnTo>
                        <a:pt x="9742" y="16051"/>
                      </a:lnTo>
                      <a:lnTo>
                        <a:pt x="9353" y="16124"/>
                      </a:lnTo>
                      <a:lnTo>
                        <a:pt x="8939" y="16173"/>
                      </a:lnTo>
                      <a:lnTo>
                        <a:pt x="8525" y="16221"/>
                      </a:lnTo>
                      <a:lnTo>
                        <a:pt x="8111" y="16221"/>
                      </a:lnTo>
                      <a:lnTo>
                        <a:pt x="8111" y="16221"/>
                      </a:lnTo>
                      <a:lnTo>
                        <a:pt x="7696" y="16221"/>
                      </a:lnTo>
                      <a:lnTo>
                        <a:pt x="7282" y="16173"/>
                      </a:lnTo>
                      <a:lnTo>
                        <a:pt x="6868" y="16124"/>
                      </a:lnTo>
                      <a:lnTo>
                        <a:pt x="6479" y="16051"/>
                      </a:lnTo>
                      <a:lnTo>
                        <a:pt x="6089" y="15978"/>
                      </a:lnTo>
                      <a:lnTo>
                        <a:pt x="5699" y="15856"/>
                      </a:lnTo>
                      <a:lnTo>
                        <a:pt x="5334" y="15734"/>
                      </a:lnTo>
                      <a:lnTo>
                        <a:pt x="4944" y="15588"/>
                      </a:lnTo>
                      <a:lnTo>
                        <a:pt x="4603" y="15418"/>
                      </a:lnTo>
                      <a:lnTo>
                        <a:pt x="4238" y="15247"/>
                      </a:lnTo>
                      <a:lnTo>
                        <a:pt x="3897" y="15052"/>
                      </a:lnTo>
                      <a:lnTo>
                        <a:pt x="3581" y="14833"/>
                      </a:lnTo>
                      <a:lnTo>
                        <a:pt x="3264" y="14614"/>
                      </a:lnTo>
                      <a:lnTo>
                        <a:pt x="2947" y="14370"/>
                      </a:lnTo>
                      <a:lnTo>
                        <a:pt x="2655" y="14102"/>
                      </a:lnTo>
                      <a:lnTo>
                        <a:pt x="2387" y="13835"/>
                      </a:lnTo>
                      <a:lnTo>
                        <a:pt x="2119" y="13567"/>
                      </a:lnTo>
                      <a:lnTo>
                        <a:pt x="1851" y="13274"/>
                      </a:lnTo>
                      <a:lnTo>
                        <a:pt x="1608" y="12958"/>
                      </a:lnTo>
                      <a:lnTo>
                        <a:pt x="1389" y="12641"/>
                      </a:lnTo>
                      <a:lnTo>
                        <a:pt x="1169" y="12324"/>
                      </a:lnTo>
                      <a:lnTo>
                        <a:pt x="975" y="11984"/>
                      </a:lnTo>
                      <a:lnTo>
                        <a:pt x="804" y="11618"/>
                      </a:lnTo>
                      <a:lnTo>
                        <a:pt x="634" y="11277"/>
                      </a:lnTo>
                      <a:lnTo>
                        <a:pt x="487" y="10888"/>
                      </a:lnTo>
                      <a:lnTo>
                        <a:pt x="366" y="10522"/>
                      </a:lnTo>
                      <a:lnTo>
                        <a:pt x="244" y="10133"/>
                      </a:lnTo>
                      <a:lnTo>
                        <a:pt x="171" y="9743"/>
                      </a:lnTo>
                      <a:lnTo>
                        <a:pt x="98" y="9353"/>
                      </a:lnTo>
                      <a:lnTo>
                        <a:pt x="49" y="8939"/>
                      </a:lnTo>
                      <a:lnTo>
                        <a:pt x="0" y="8525"/>
                      </a:lnTo>
                      <a:lnTo>
                        <a:pt x="0" y="8111"/>
                      </a:lnTo>
                      <a:lnTo>
                        <a:pt x="0" y="8111"/>
                      </a:lnTo>
                      <a:close/>
                      <a:moveTo>
                        <a:pt x="7234" y="11180"/>
                      </a:moveTo>
                      <a:lnTo>
                        <a:pt x="7234" y="11180"/>
                      </a:lnTo>
                      <a:lnTo>
                        <a:pt x="7282" y="11180"/>
                      </a:lnTo>
                      <a:lnTo>
                        <a:pt x="7282" y="11180"/>
                      </a:lnTo>
                      <a:lnTo>
                        <a:pt x="7453" y="11155"/>
                      </a:lnTo>
                      <a:lnTo>
                        <a:pt x="7623" y="11082"/>
                      </a:lnTo>
                      <a:lnTo>
                        <a:pt x="7794" y="10985"/>
                      </a:lnTo>
                      <a:lnTo>
                        <a:pt x="7916" y="10863"/>
                      </a:lnTo>
                      <a:lnTo>
                        <a:pt x="12007" y="6747"/>
                      </a:lnTo>
                      <a:lnTo>
                        <a:pt x="12007" y="6747"/>
                      </a:lnTo>
                      <a:lnTo>
                        <a:pt x="12105" y="6625"/>
                      </a:lnTo>
                      <a:lnTo>
                        <a:pt x="12153" y="6504"/>
                      </a:lnTo>
                      <a:lnTo>
                        <a:pt x="12202" y="6358"/>
                      </a:lnTo>
                      <a:lnTo>
                        <a:pt x="12202" y="6211"/>
                      </a:lnTo>
                      <a:lnTo>
                        <a:pt x="12202" y="6211"/>
                      </a:lnTo>
                      <a:lnTo>
                        <a:pt x="12178" y="6017"/>
                      </a:lnTo>
                      <a:lnTo>
                        <a:pt x="12129" y="5822"/>
                      </a:lnTo>
                      <a:lnTo>
                        <a:pt x="12032" y="5676"/>
                      </a:lnTo>
                      <a:lnTo>
                        <a:pt x="11886" y="5529"/>
                      </a:lnTo>
                      <a:lnTo>
                        <a:pt x="11886" y="5529"/>
                      </a:lnTo>
                      <a:lnTo>
                        <a:pt x="11764" y="5432"/>
                      </a:lnTo>
                      <a:lnTo>
                        <a:pt x="11618" y="5383"/>
                      </a:lnTo>
                      <a:lnTo>
                        <a:pt x="11472" y="5335"/>
                      </a:lnTo>
                      <a:lnTo>
                        <a:pt x="11325" y="5335"/>
                      </a:lnTo>
                      <a:lnTo>
                        <a:pt x="11325" y="5335"/>
                      </a:lnTo>
                      <a:lnTo>
                        <a:pt x="11131" y="5359"/>
                      </a:lnTo>
                      <a:lnTo>
                        <a:pt x="10960" y="5408"/>
                      </a:lnTo>
                      <a:lnTo>
                        <a:pt x="10790" y="5505"/>
                      </a:lnTo>
                      <a:lnTo>
                        <a:pt x="10643" y="5651"/>
                      </a:lnTo>
                      <a:lnTo>
                        <a:pt x="7161" y="8988"/>
                      </a:lnTo>
                      <a:lnTo>
                        <a:pt x="5797" y="7648"/>
                      </a:lnTo>
                      <a:lnTo>
                        <a:pt x="5797" y="7648"/>
                      </a:lnTo>
                      <a:lnTo>
                        <a:pt x="5675" y="7527"/>
                      </a:lnTo>
                      <a:lnTo>
                        <a:pt x="5505" y="7454"/>
                      </a:lnTo>
                      <a:lnTo>
                        <a:pt x="5358" y="7405"/>
                      </a:lnTo>
                      <a:lnTo>
                        <a:pt x="5188" y="7380"/>
                      </a:lnTo>
                      <a:lnTo>
                        <a:pt x="5188" y="7380"/>
                      </a:lnTo>
                      <a:lnTo>
                        <a:pt x="5017" y="7405"/>
                      </a:lnTo>
                      <a:lnTo>
                        <a:pt x="4847" y="7454"/>
                      </a:lnTo>
                      <a:lnTo>
                        <a:pt x="4701" y="7527"/>
                      </a:lnTo>
                      <a:lnTo>
                        <a:pt x="4555" y="7648"/>
                      </a:lnTo>
                      <a:lnTo>
                        <a:pt x="4555" y="7648"/>
                      </a:lnTo>
                      <a:lnTo>
                        <a:pt x="4457" y="7770"/>
                      </a:lnTo>
                      <a:lnTo>
                        <a:pt x="4360" y="7916"/>
                      </a:lnTo>
                      <a:lnTo>
                        <a:pt x="4311" y="8087"/>
                      </a:lnTo>
                      <a:lnTo>
                        <a:pt x="4311" y="8257"/>
                      </a:lnTo>
                      <a:lnTo>
                        <a:pt x="4311" y="8257"/>
                      </a:lnTo>
                      <a:lnTo>
                        <a:pt x="4311" y="8428"/>
                      </a:lnTo>
                      <a:lnTo>
                        <a:pt x="4360" y="8598"/>
                      </a:lnTo>
                      <a:lnTo>
                        <a:pt x="4457" y="8744"/>
                      </a:lnTo>
                      <a:lnTo>
                        <a:pt x="4555" y="8890"/>
                      </a:lnTo>
                      <a:lnTo>
                        <a:pt x="6601" y="10936"/>
                      </a:lnTo>
                      <a:lnTo>
                        <a:pt x="6601" y="10936"/>
                      </a:lnTo>
                      <a:lnTo>
                        <a:pt x="6747" y="11034"/>
                      </a:lnTo>
                      <a:lnTo>
                        <a:pt x="6893" y="11131"/>
                      </a:lnTo>
                      <a:lnTo>
                        <a:pt x="7063" y="11180"/>
                      </a:lnTo>
                      <a:lnTo>
                        <a:pt x="7234" y="11180"/>
                      </a:lnTo>
                      <a:lnTo>
                        <a:pt x="7234" y="11180"/>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230" name="Google Shape;230;p25"/>
                <p:cNvGrpSpPr/>
                <p:nvPr/>
              </p:nvGrpSpPr>
              <p:grpSpPr>
                <a:xfrm>
                  <a:off x="3738077" y="1856313"/>
                  <a:ext cx="332670" cy="332670"/>
                  <a:chOff x="6649150" y="309350"/>
                  <a:chExt cx="395800" cy="395800"/>
                </a:xfrm>
              </p:grpSpPr>
              <p:sp>
                <p:nvSpPr>
                  <p:cNvPr id="231" name="Google Shape;231;p25"/>
                  <p:cNvSpPr/>
                  <p:nvPr/>
                </p:nvSpPr>
                <p:spPr>
                  <a:xfrm>
                    <a:off x="6649150" y="309350"/>
                    <a:ext cx="395800" cy="395800"/>
                  </a:xfrm>
                  <a:custGeom>
                    <a:avLst/>
                    <a:gdLst/>
                    <a:ahLst/>
                    <a:cxnLst/>
                    <a:rect l="l" t="t" r="r" b="b"/>
                    <a:pathLst>
                      <a:path w="15832" h="15832" fill="none" extrusionOk="0">
                        <a:moveTo>
                          <a:pt x="7916" y="1"/>
                        </a:moveTo>
                        <a:lnTo>
                          <a:pt x="7916" y="1"/>
                        </a:lnTo>
                        <a:lnTo>
                          <a:pt x="7502" y="25"/>
                        </a:lnTo>
                        <a:lnTo>
                          <a:pt x="7112" y="49"/>
                        </a:lnTo>
                        <a:lnTo>
                          <a:pt x="6723" y="98"/>
                        </a:lnTo>
                        <a:lnTo>
                          <a:pt x="6333" y="171"/>
                        </a:lnTo>
                        <a:lnTo>
                          <a:pt x="5943" y="244"/>
                        </a:lnTo>
                        <a:lnTo>
                          <a:pt x="5553" y="366"/>
                        </a:lnTo>
                        <a:lnTo>
                          <a:pt x="5188" y="488"/>
                        </a:lnTo>
                        <a:lnTo>
                          <a:pt x="4847" y="634"/>
                        </a:lnTo>
                        <a:lnTo>
                          <a:pt x="4482" y="780"/>
                        </a:lnTo>
                        <a:lnTo>
                          <a:pt x="4141" y="950"/>
                        </a:lnTo>
                        <a:lnTo>
                          <a:pt x="3824" y="1145"/>
                        </a:lnTo>
                        <a:lnTo>
                          <a:pt x="3483" y="1364"/>
                        </a:lnTo>
                        <a:lnTo>
                          <a:pt x="3191" y="1584"/>
                        </a:lnTo>
                        <a:lnTo>
                          <a:pt x="2874" y="1803"/>
                        </a:lnTo>
                        <a:lnTo>
                          <a:pt x="2607" y="2071"/>
                        </a:lnTo>
                        <a:lnTo>
                          <a:pt x="2314" y="2314"/>
                        </a:lnTo>
                        <a:lnTo>
                          <a:pt x="2071" y="2607"/>
                        </a:lnTo>
                        <a:lnTo>
                          <a:pt x="1803" y="2874"/>
                        </a:lnTo>
                        <a:lnTo>
                          <a:pt x="1584" y="3191"/>
                        </a:lnTo>
                        <a:lnTo>
                          <a:pt x="1364" y="3483"/>
                        </a:lnTo>
                        <a:lnTo>
                          <a:pt x="1145" y="3824"/>
                        </a:lnTo>
                        <a:lnTo>
                          <a:pt x="950" y="4141"/>
                        </a:lnTo>
                        <a:lnTo>
                          <a:pt x="780" y="4482"/>
                        </a:lnTo>
                        <a:lnTo>
                          <a:pt x="634" y="4847"/>
                        </a:lnTo>
                        <a:lnTo>
                          <a:pt x="488" y="5188"/>
                        </a:lnTo>
                        <a:lnTo>
                          <a:pt x="366" y="5553"/>
                        </a:lnTo>
                        <a:lnTo>
                          <a:pt x="244" y="5943"/>
                        </a:lnTo>
                        <a:lnTo>
                          <a:pt x="171" y="6333"/>
                        </a:lnTo>
                        <a:lnTo>
                          <a:pt x="98" y="6722"/>
                        </a:lnTo>
                        <a:lnTo>
                          <a:pt x="49" y="7112"/>
                        </a:lnTo>
                        <a:lnTo>
                          <a:pt x="25" y="7502"/>
                        </a:lnTo>
                        <a:lnTo>
                          <a:pt x="1" y="7916"/>
                        </a:lnTo>
                        <a:lnTo>
                          <a:pt x="1" y="7916"/>
                        </a:lnTo>
                        <a:lnTo>
                          <a:pt x="25" y="8330"/>
                        </a:lnTo>
                        <a:lnTo>
                          <a:pt x="49" y="8720"/>
                        </a:lnTo>
                        <a:lnTo>
                          <a:pt x="98" y="9109"/>
                        </a:lnTo>
                        <a:lnTo>
                          <a:pt x="171" y="9499"/>
                        </a:lnTo>
                        <a:lnTo>
                          <a:pt x="244" y="9889"/>
                        </a:lnTo>
                        <a:lnTo>
                          <a:pt x="366" y="10278"/>
                        </a:lnTo>
                        <a:lnTo>
                          <a:pt x="488" y="10644"/>
                        </a:lnTo>
                        <a:lnTo>
                          <a:pt x="634" y="10985"/>
                        </a:lnTo>
                        <a:lnTo>
                          <a:pt x="780" y="11350"/>
                        </a:lnTo>
                        <a:lnTo>
                          <a:pt x="950" y="11691"/>
                        </a:lnTo>
                        <a:lnTo>
                          <a:pt x="1145" y="12008"/>
                        </a:lnTo>
                        <a:lnTo>
                          <a:pt x="1364" y="12348"/>
                        </a:lnTo>
                        <a:lnTo>
                          <a:pt x="1584" y="12641"/>
                        </a:lnTo>
                        <a:lnTo>
                          <a:pt x="1803" y="12957"/>
                        </a:lnTo>
                        <a:lnTo>
                          <a:pt x="2071" y="13225"/>
                        </a:lnTo>
                        <a:lnTo>
                          <a:pt x="2314" y="13518"/>
                        </a:lnTo>
                        <a:lnTo>
                          <a:pt x="2607" y="13761"/>
                        </a:lnTo>
                        <a:lnTo>
                          <a:pt x="2874" y="14029"/>
                        </a:lnTo>
                        <a:lnTo>
                          <a:pt x="3191" y="14248"/>
                        </a:lnTo>
                        <a:lnTo>
                          <a:pt x="3483" y="14467"/>
                        </a:lnTo>
                        <a:lnTo>
                          <a:pt x="3824" y="14687"/>
                        </a:lnTo>
                        <a:lnTo>
                          <a:pt x="4141" y="14881"/>
                        </a:lnTo>
                        <a:lnTo>
                          <a:pt x="4482" y="15052"/>
                        </a:lnTo>
                        <a:lnTo>
                          <a:pt x="4847" y="15198"/>
                        </a:lnTo>
                        <a:lnTo>
                          <a:pt x="5188" y="15344"/>
                        </a:lnTo>
                        <a:lnTo>
                          <a:pt x="5553" y="15466"/>
                        </a:lnTo>
                        <a:lnTo>
                          <a:pt x="5943" y="15588"/>
                        </a:lnTo>
                        <a:lnTo>
                          <a:pt x="6333" y="15661"/>
                        </a:lnTo>
                        <a:lnTo>
                          <a:pt x="6723" y="15734"/>
                        </a:lnTo>
                        <a:lnTo>
                          <a:pt x="7112" y="15783"/>
                        </a:lnTo>
                        <a:lnTo>
                          <a:pt x="7502" y="15807"/>
                        </a:lnTo>
                        <a:lnTo>
                          <a:pt x="7916" y="15831"/>
                        </a:lnTo>
                        <a:lnTo>
                          <a:pt x="7916" y="15831"/>
                        </a:lnTo>
                        <a:lnTo>
                          <a:pt x="8330" y="15807"/>
                        </a:lnTo>
                        <a:lnTo>
                          <a:pt x="8720" y="15783"/>
                        </a:lnTo>
                        <a:lnTo>
                          <a:pt x="9109" y="15734"/>
                        </a:lnTo>
                        <a:lnTo>
                          <a:pt x="9499" y="15661"/>
                        </a:lnTo>
                        <a:lnTo>
                          <a:pt x="9889" y="15588"/>
                        </a:lnTo>
                        <a:lnTo>
                          <a:pt x="10278" y="15466"/>
                        </a:lnTo>
                        <a:lnTo>
                          <a:pt x="10644" y="15344"/>
                        </a:lnTo>
                        <a:lnTo>
                          <a:pt x="10985" y="15198"/>
                        </a:lnTo>
                        <a:lnTo>
                          <a:pt x="11350" y="15052"/>
                        </a:lnTo>
                        <a:lnTo>
                          <a:pt x="11691" y="14881"/>
                        </a:lnTo>
                        <a:lnTo>
                          <a:pt x="12008" y="14687"/>
                        </a:lnTo>
                        <a:lnTo>
                          <a:pt x="12349" y="14467"/>
                        </a:lnTo>
                        <a:lnTo>
                          <a:pt x="12641" y="14248"/>
                        </a:lnTo>
                        <a:lnTo>
                          <a:pt x="12957" y="14029"/>
                        </a:lnTo>
                        <a:lnTo>
                          <a:pt x="13225" y="13761"/>
                        </a:lnTo>
                        <a:lnTo>
                          <a:pt x="13518" y="13518"/>
                        </a:lnTo>
                        <a:lnTo>
                          <a:pt x="13761" y="13225"/>
                        </a:lnTo>
                        <a:lnTo>
                          <a:pt x="14029" y="12957"/>
                        </a:lnTo>
                        <a:lnTo>
                          <a:pt x="14248" y="12641"/>
                        </a:lnTo>
                        <a:lnTo>
                          <a:pt x="14467" y="12348"/>
                        </a:lnTo>
                        <a:lnTo>
                          <a:pt x="14687" y="12008"/>
                        </a:lnTo>
                        <a:lnTo>
                          <a:pt x="14881" y="11691"/>
                        </a:lnTo>
                        <a:lnTo>
                          <a:pt x="15052" y="11350"/>
                        </a:lnTo>
                        <a:lnTo>
                          <a:pt x="15198" y="10985"/>
                        </a:lnTo>
                        <a:lnTo>
                          <a:pt x="15344" y="10644"/>
                        </a:lnTo>
                        <a:lnTo>
                          <a:pt x="15466" y="10278"/>
                        </a:lnTo>
                        <a:lnTo>
                          <a:pt x="15588" y="9889"/>
                        </a:lnTo>
                        <a:lnTo>
                          <a:pt x="15661" y="9499"/>
                        </a:lnTo>
                        <a:lnTo>
                          <a:pt x="15734" y="9109"/>
                        </a:lnTo>
                        <a:lnTo>
                          <a:pt x="15783" y="8720"/>
                        </a:lnTo>
                        <a:lnTo>
                          <a:pt x="15807" y="8330"/>
                        </a:lnTo>
                        <a:lnTo>
                          <a:pt x="15831" y="7916"/>
                        </a:lnTo>
                        <a:lnTo>
                          <a:pt x="15831" y="7916"/>
                        </a:lnTo>
                        <a:lnTo>
                          <a:pt x="15807" y="7502"/>
                        </a:lnTo>
                        <a:lnTo>
                          <a:pt x="15783" y="7112"/>
                        </a:lnTo>
                        <a:lnTo>
                          <a:pt x="15734" y="6722"/>
                        </a:lnTo>
                        <a:lnTo>
                          <a:pt x="15661" y="6333"/>
                        </a:lnTo>
                        <a:lnTo>
                          <a:pt x="15588" y="5943"/>
                        </a:lnTo>
                        <a:lnTo>
                          <a:pt x="15466" y="5553"/>
                        </a:lnTo>
                        <a:lnTo>
                          <a:pt x="15344" y="5188"/>
                        </a:lnTo>
                        <a:lnTo>
                          <a:pt x="15198" y="4847"/>
                        </a:lnTo>
                        <a:lnTo>
                          <a:pt x="15052" y="4482"/>
                        </a:lnTo>
                        <a:lnTo>
                          <a:pt x="14881" y="4141"/>
                        </a:lnTo>
                        <a:lnTo>
                          <a:pt x="14687" y="3824"/>
                        </a:lnTo>
                        <a:lnTo>
                          <a:pt x="14467" y="3483"/>
                        </a:lnTo>
                        <a:lnTo>
                          <a:pt x="14248" y="3191"/>
                        </a:lnTo>
                        <a:lnTo>
                          <a:pt x="14029" y="2874"/>
                        </a:lnTo>
                        <a:lnTo>
                          <a:pt x="13761" y="2607"/>
                        </a:lnTo>
                        <a:lnTo>
                          <a:pt x="13518" y="2314"/>
                        </a:lnTo>
                        <a:lnTo>
                          <a:pt x="13225" y="2071"/>
                        </a:lnTo>
                        <a:lnTo>
                          <a:pt x="12957" y="1803"/>
                        </a:lnTo>
                        <a:lnTo>
                          <a:pt x="12641" y="1584"/>
                        </a:lnTo>
                        <a:lnTo>
                          <a:pt x="12349" y="1364"/>
                        </a:lnTo>
                        <a:lnTo>
                          <a:pt x="12008" y="1145"/>
                        </a:lnTo>
                        <a:lnTo>
                          <a:pt x="11691" y="950"/>
                        </a:lnTo>
                        <a:lnTo>
                          <a:pt x="11350" y="780"/>
                        </a:lnTo>
                        <a:lnTo>
                          <a:pt x="10985" y="634"/>
                        </a:lnTo>
                        <a:lnTo>
                          <a:pt x="10644" y="488"/>
                        </a:lnTo>
                        <a:lnTo>
                          <a:pt x="10278" y="366"/>
                        </a:lnTo>
                        <a:lnTo>
                          <a:pt x="9889" y="244"/>
                        </a:lnTo>
                        <a:lnTo>
                          <a:pt x="9499" y="171"/>
                        </a:lnTo>
                        <a:lnTo>
                          <a:pt x="9109" y="98"/>
                        </a:lnTo>
                        <a:lnTo>
                          <a:pt x="8720" y="49"/>
                        </a:lnTo>
                        <a:lnTo>
                          <a:pt x="8330" y="25"/>
                        </a:lnTo>
                        <a:lnTo>
                          <a:pt x="7916" y="1"/>
                        </a:lnTo>
                        <a:lnTo>
                          <a:pt x="7916" y="1"/>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2" name="Google Shape;232;p25"/>
                  <p:cNvSpPr/>
                  <p:nvPr/>
                </p:nvSpPr>
                <p:spPr>
                  <a:xfrm>
                    <a:off x="6673500" y="333700"/>
                    <a:ext cx="347100" cy="347100"/>
                  </a:xfrm>
                  <a:custGeom>
                    <a:avLst/>
                    <a:gdLst/>
                    <a:ahLst/>
                    <a:cxnLst/>
                    <a:rect l="l" t="t" r="r" b="b"/>
                    <a:pathLst>
                      <a:path w="13884" h="13884" fill="none" extrusionOk="0">
                        <a:moveTo>
                          <a:pt x="6942" y="13883"/>
                        </a:moveTo>
                        <a:lnTo>
                          <a:pt x="6942" y="13883"/>
                        </a:lnTo>
                        <a:lnTo>
                          <a:pt x="6577" y="13883"/>
                        </a:lnTo>
                        <a:lnTo>
                          <a:pt x="6236" y="13834"/>
                        </a:lnTo>
                        <a:lnTo>
                          <a:pt x="5895" y="13810"/>
                        </a:lnTo>
                        <a:lnTo>
                          <a:pt x="5554" y="13737"/>
                        </a:lnTo>
                        <a:lnTo>
                          <a:pt x="5213" y="13664"/>
                        </a:lnTo>
                        <a:lnTo>
                          <a:pt x="4872" y="13566"/>
                        </a:lnTo>
                        <a:lnTo>
                          <a:pt x="4555" y="13469"/>
                        </a:lnTo>
                        <a:lnTo>
                          <a:pt x="4239" y="13323"/>
                        </a:lnTo>
                        <a:lnTo>
                          <a:pt x="3946" y="13201"/>
                        </a:lnTo>
                        <a:lnTo>
                          <a:pt x="3630" y="13031"/>
                        </a:lnTo>
                        <a:lnTo>
                          <a:pt x="3337" y="12884"/>
                        </a:lnTo>
                        <a:lnTo>
                          <a:pt x="3069" y="12690"/>
                        </a:lnTo>
                        <a:lnTo>
                          <a:pt x="2802" y="12495"/>
                        </a:lnTo>
                        <a:lnTo>
                          <a:pt x="2534" y="12300"/>
                        </a:lnTo>
                        <a:lnTo>
                          <a:pt x="2290" y="12081"/>
                        </a:lnTo>
                        <a:lnTo>
                          <a:pt x="2047" y="11837"/>
                        </a:lnTo>
                        <a:lnTo>
                          <a:pt x="1803" y="11594"/>
                        </a:lnTo>
                        <a:lnTo>
                          <a:pt x="1584" y="11350"/>
                        </a:lnTo>
                        <a:lnTo>
                          <a:pt x="1389" y="11082"/>
                        </a:lnTo>
                        <a:lnTo>
                          <a:pt x="1194" y="10814"/>
                        </a:lnTo>
                        <a:lnTo>
                          <a:pt x="999" y="10546"/>
                        </a:lnTo>
                        <a:lnTo>
                          <a:pt x="853" y="10254"/>
                        </a:lnTo>
                        <a:lnTo>
                          <a:pt x="683" y="9938"/>
                        </a:lnTo>
                        <a:lnTo>
                          <a:pt x="561" y="9645"/>
                        </a:lnTo>
                        <a:lnTo>
                          <a:pt x="415" y="9329"/>
                        </a:lnTo>
                        <a:lnTo>
                          <a:pt x="317" y="9012"/>
                        </a:lnTo>
                        <a:lnTo>
                          <a:pt x="220" y="8671"/>
                        </a:lnTo>
                        <a:lnTo>
                          <a:pt x="147" y="8330"/>
                        </a:lnTo>
                        <a:lnTo>
                          <a:pt x="74" y="7989"/>
                        </a:lnTo>
                        <a:lnTo>
                          <a:pt x="49" y="7648"/>
                        </a:lnTo>
                        <a:lnTo>
                          <a:pt x="1" y="7307"/>
                        </a:lnTo>
                        <a:lnTo>
                          <a:pt x="1" y="6942"/>
                        </a:lnTo>
                        <a:lnTo>
                          <a:pt x="1" y="6942"/>
                        </a:lnTo>
                        <a:lnTo>
                          <a:pt x="1" y="6577"/>
                        </a:lnTo>
                        <a:lnTo>
                          <a:pt x="49" y="6236"/>
                        </a:lnTo>
                        <a:lnTo>
                          <a:pt x="74" y="5895"/>
                        </a:lnTo>
                        <a:lnTo>
                          <a:pt x="147" y="5554"/>
                        </a:lnTo>
                        <a:lnTo>
                          <a:pt x="220" y="5213"/>
                        </a:lnTo>
                        <a:lnTo>
                          <a:pt x="317" y="4872"/>
                        </a:lnTo>
                        <a:lnTo>
                          <a:pt x="415" y="4555"/>
                        </a:lnTo>
                        <a:lnTo>
                          <a:pt x="561" y="4238"/>
                        </a:lnTo>
                        <a:lnTo>
                          <a:pt x="683" y="3946"/>
                        </a:lnTo>
                        <a:lnTo>
                          <a:pt x="853" y="3630"/>
                        </a:lnTo>
                        <a:lnTo>
                          <a:pt x="999" y="3337"/>
                        </a:lnTo>
                        <a:lnTo>
                          <a:pt x="1194" y="3069"/>
                        </a:lnTo>
                        <a:lnTo>
                          <a:pt x="1389" y="2802"/>
                        </a:lnTo>
                        <a:lnTo>
                          <a:pt x="1584" y="2534"/>
                        </a:lnTo>
                        <a:lnTo>
                          <a:pt x="1803" y="2290"/>
                        </a:lnTo>
                        <a:lnTo>
                          <a:pt x="2047" y="2047"/>
                        </a:lnTo>
                        <a:lnTo>
                          <a:pt x="2290" y="1803"/>
                        </a:lnTo>
                        <a:lnTo>
                          <a:pt x="2534" y="1584"/>
                        </a:lnTo>
                        <a:lnTo>
                          <a:pt x="2802" y="1389"/>
                        </a:lnTo>
                        <a:lnTo>
                          <a:pt x="3069" y="1194"/>
                        </a:lnTo>
                        <a:lnTo>
                          <a:pt x="3337" y="999"/>
                        </a:lnTo>
                        <a:lnTo>
                          <a:pt x="3630" y="853"/>
                        </a:lnTo>
                        <a:lnTo>
                          <a:pt x="3946" y="683"/>
                        </a:lnTo>
                        <a:lnTo>
                          <a:pt x="4239" y="561"/>
                        </a:lnTo>
                        <a:lnTo>
                          <a:pt x="4555" y="415"/>
                        </a:lnTo>
                        <a:lnTo>
                          <a:pt x="4872" y="317"/>
                        </a:lnTo>
                        <a:lnTo>
                          <a:pt x="5213" y="220"/>
                        </a:lnTo>
                        <a:lnTo>
                          <a:pt x="5554" y="147"/>
                        </a:lnTo>
                        <a:lnTo>
                          <a:pt x="5895" y="74"/>
                        </a:lnTo>
                        <a:lnTo>
                          <a:pt x="6236" y="49"/>
                        </a:lnTo>
                        <a:lnTo>
                          <a:pt x="6577" y="1"/>
                        </a:lnTo>
                        <a:lnTo>
                          <a:pt x="6942" y="1"/>
                        </a:lnTo>
                        <a:lnTo>
                          <a:pt x="6942" y="1"/>
                        </a:lnTo>
                        <a:lnTo>
                          <a:pt x="7307" y="1"/>
                        </a:lnTo>
                        <a:lnTo>
                          <a:pt x="7648" y="49"/>
                        </a:lnTo>
                        <a:lnTo>
                          <a:pt x="7989" y="74"/>
                        </a:lnTo>
                        <a:lnTo>
                          <a:pt x="8330" y="147"/>
                        </a:lnTo>
                        <a:lnTo>
                          <a:pt x="8671" y="220"/>
                        </a:lnTo>
                        <a:lnTo>
                          <a:pt x="9012" y="317"/>
                        </a:lnTo>
                        <a:lnTo>
                          <a:pt x="9329" y="415"/>
                        </a:lnTo>
                        <a:lnTo>
                          <a:pt x="9645" y="561"/>
                        </a:lnTo>
                        <a:lnTo>
                          <a:pt x="9938" y="683"/>
                        </a:lnTo>
                        <a:lnTo>
                          <a:pt x="10254" y="853"/>
                        </a:lnTo>
                        <a:lnTo>
                          <a:pt x="10546" y="999"/>
                        </a:lnTo>
                        <a:lnTo>
                          <a:pt x="10814" y="1194"/>
                        </a:lnTo>
                        <a:lnTo>
                          <a:pt x="11082" y="1389"/>
                        </a:lnTo>
                        <a:lnTo>
                          <a:pt x="11350" y="1584"/>
                        </a:lnTo>
                        <a:lnTo>
                          <a:pt x="11594" y="1803"/>
                        </a:lnTo>
                        <a:lnTo>
                          <a:pt x="11837" y="2047"/>
                        </a:lnTo>
                        <a:lnTo>
                          <a:pt x="12081" y="2290"/>
                        </a:lnTo>
                        <a:lnTo>
                          <a:pt x="12300" y="2534"/>
                        </a:lnTo>
                        <a:lnTo>
                          <a:pt x="12495" y="2802"/>
                        </a:lnTo>
                        <a:lnTo>
                          <a:pt x="12690" y="3069"/>
                        </a:lnTo>
                        <a:lnTo>
                          <a:pt x="12885" y="3337"/>
                        </a:lnTo>
                        <a:lnTo>
                          <a:pt x="13031" y="3630"/>
                        </a:lnTo>
                        <a:lnTo>
                          <a:pt x="13201" y="3946"/>
                        </a:lnTo>
                        <a:lnTo>
                          <a:pt x="13323" y="4238"/>
                        </a:lnTo>
                        <a:lnTo>
                          <a:pt x="13469" y="4555"/>
                        </a:lnTo>
                        <a:lnTo>
                          <a:pt x="13566" y="4872"/>
                        </a:lnTo>
                        <a:lnTo>
                          <a:pt x="13664" y="5213"/>
                        </a:lnTo>
                        <a:lnTo>
                          <a:pt x="13737" y="5554"/>
                        </a:lnTo>
                        <a:lnTo>
                          <a:pt x="13810" y="5895"/>
                        </a:lnTo>
                        <a:lnTo>
                          <a:pt x="13834" y="6236"/>
                        </a:lnTo>
                        <a:lnTo>
                          <a:pt x="13883" y="6577"/>
                        </a:lnTo>
                        <a:lnTo>
                          <a:pt x="13883" y="6942"/>
                        </a:lnTo>
                        <a:lnTo>
                          <a:pt x="13883" y="6942"/>
                        </a:lnTo>
                        <a:lnTo>
                          <a:pt x="13883" y="7307"/>
                        </a:lnTo>
                        <a:lnTo>
                          <a:pt x="13834" y="7648"/>
                        </a:lnTo>
                        <a:lnTo>
                          <a:pt x="13810" y="7989"/>
                        </a:lnTo>
                        <a:lnTo>
                          <a:pt x="13737" y="8330"/>
                        </a:lnTo>
                        <a:lnTo>
                          <a:pt x="13664" y="8671"/>
                        </a:lnTo>
                        <a:lnTo>
                          <a:pt x="13566" y="9012"/>
                        </a:lnTo>
                        <a:lnTo>
                          <a:pt x="13469" y="9329"/>
                        </a:lnTo>
                        <a:lnTo>
                          <a:pt x="13323" y="9645"/>
                        </a:lnTo>
                        <a:lnTo>
                          <a:pt x="13201" y="9938"/>
                        </a:lnTo>
                        <a:lnTo>
                          <a:pt x="13031" y="10254"/>
                        </a:lnTo>
                        <a:lnTo>
                          <a:pt x="12885" y="10546"/>
                        </a:lnTo>
                        <a:lnTo>
                          <a:pt x="12690" y="10814"/>
                        </a:lnTo>
                        <a:lnTo>
                          <a:pt x="12495" y="11082"/>
                        </a:lnTo>
                        <a:lnTo>
                          <a:pt x="12300" y="11350"/>
                        </a:lnTo>
                        <a:lnTo>
                          <a:pt x="12081" y="11594"/>
                        </a:lnTo>
                        <a:lnTo>
                          <a:pt x="11837" y="11837"/>
                        </a:lnTo>
                        <a:lnTo>
                          <a:pt x="11594" y="12081"/>
                        </a:lnTo>
                        <a:lnTo>
                          <a:pt x="11350" y="12300"/>
                        </a:lnTo>
                        <a:lnTo>
                          <a:pt x="11082" y="12495"/>
                        </a:lnTo>
                        <a:lnTo>
                          <a:pt x="10814" y="12690"/>
                        </a:lnTo>
                        <a:lnTo>
                          <a:pt x="10546" y="12884"/>
                        </a:lnTo>
                        <a:lnTo>
                          <a:pt x="10254" y="13031"/>
                        </a:lnTo>
                        <a:lnTo>
                          <a:pt x="9938" y="13201"/>
                        </a:lnTo>
                        <a:lnTo>
                          <a:pt x="9645" y="13323"/>
                        </a:lnTo>
                        <a:lnTo>
                          <a:pt x="9329" y="13469"/>
                        </a:lnTo>
                        <a:lnTo>
                          <a:pt x="9012" y="13566"/>
                        </a:lnTo>
                        <a:lnTo>
                          <a:pt x="8671" y="13664"/>
                        </a:lnTo>
                        <a:lnTo>
                          <a:pt x="8330" y="13737"/>
                        </a:lnTo>
                        <a:lnTo>
                          <a:pt x="7989" y="13810"/>
                        </a:lnTo>
                        <a:lnTo>
                          <a:pt x="7648" y="13834"/>
                        </a:lnTo>
                        <a:lnTo>
                          <a:pt x="7307" y="13883"/>
                        </a:lnTo>
                        <a:lnTo>
                          <a:pt x="6942" y="13883"/>
                        </a:lnTo>
                        <a:lnTo>
                          <a:pt x="6942" y="13883"/>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3" name="Google Shape;233;p25"/>
                  <p:cNvSpPr/>
                  <p:nvPr/>
                </p:nvSpPr>
                <p:spPr>
                  <a:xfrm>
                    <a:off x="6848850" y="397625"/>
                    <a:ext cx="54825" cy="169300"/>
                  </a:xfrm>
                  <a:custGeom>
                    <a:avLst/>
                    <a:gdLst/>
                    <a:ahLst/>
                    <a:cxnLst/>
                    <a:rect l="l" t="t" r="r" b="b"/>
                    <a:pathLst>
                      <a:path w="2193" h="6772" fill="none" extrusionOk="0">
                        <a:moveTo>
                          <a:pt x="1" y="1"/>
                        </a:moveTo>
                        <a:lnTo>
                          <a:pt x="1" y="4580"/>
                        </a:lnTo>
                        <a:lnTo>
                          <a:pt x="2193" y="6772"/>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4" name="Google Shape;234;p25"/>
                  <p:cNvSpPr/>
                  <p:nvPr/>
                </p:nvSpPr>
                <p:spPr>
                  <a:xfrm>
                    <a:off x="6847025" y="333700"/>
                    <a:ext cx="25" cy="29250"/>
                  </a:xfrm>
                  <a:custGeom>
                    <a:avLst/>
                    <a:gdLst/>
                    <a:ahLst/>
                    <a:cxnLst/>
                    <a:rect l="l" t="t" r="r" b="b"/>
                    <a:pathLst>
                      <a:path w="1" h="1170" fill="none" extrusionOk="0">
                        <a:moveTo>
                          <a:pt x="1" y="1170"/>
                        </a:moveTo>
                        <a:lnTo>
                          <a:pt x="1"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5" name="Google Shape;235;p25"/>
                  <p:cNvSpPr/>
                  <p:nvPr/>
                </p:nvSpPr>
                <p:spPr>
                  <a:xfrm>
                    <a:off x="6760575" y="356850"/>
                    <a:ext cx="25" cy="25"/>
                  </a:xfrm>
                  <a:custGeom>
                    <a:avLst/>
                    <a:gdLst/>
                    <a:ahLst/>
                    <a:cxnLst/>
                    <a:rect l="l" t="t" r="r" b="b"/>
                    <a:pathLst>
                      <a:path w="1" h="1" fill="none" extrusionOk="0">
                        <a:moveTo>
                          <a:pt x="1" y="0"/>
                        </a:moveTo>
                        <a:lnTo>
                          <a:pt x="1"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6" name="Google Shape;236;p25"/>
                  <p:cNvSpPr/>
                  <p:nvPr/>
                </p:nvSpPr>
                <p:spPr>
                  <a:xfrm>
                    <a:off x="6760575" y="356850"/>
                    <a:ext cx="14025" cy="24975"/>
                  </a:xfrm>
                  <a:custGeom>
                    <a:avLst/>
                    <a:gdLst/>
                    <a:ahLst/>
                    <a:cxnLst/>
                    <a:rect l="l" t="t" r="r" b="b"/>
                    <a:pathLst>
                      <a:path w="561" h="999" fill="none" extrusionOk="0">
                        <a:moveTo>
                          <a:pt x="1" y="0"/>
                        </a:moveTo>
                        <a:lnTo>
                          <a:pt x="561" y="999"/>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7" name="Google Shape;237;p25"/>
                  <p:cNvSpPr/>
                  <p:nvPr/>
                </p:nvSpPr>
                <p:spPr>
                  <a:xfrm>
                    <a:off x="6696650" y="420775"/>
                    <a:ext cx="25" cy="25"/>
                  </a:xfrm>
                  <a:custGeom>
                    <a:avLst/>
                    <a:gdLst/>
                    <a:ahLst/>
                    <a:cxnLst/>
                    <a:rect l="l" t="t" r="r" b="b"/>
                    <a:pathLst>
                      <a:path w="1" h="1" fill="none" extrusionOk="0">
                        <a:moveTo>
                          <a:pt x="0" y="0"/>
                        </a:moveTo>
                        <a:lnTo>
                          <a:pt x="0"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8" name="Google Shape;238;p25"/>
                  <p:cNvSpPr/>
                  <p:nvPr/>
                </p:nvSpPr>
                <p:spPr>
                  <a:xfrm>
                    <a:off x="6696650" y="420775"/>
                    <a:ext cx="24975" cy="14025"/>
                  </a:xfrm>
                  <a:custGeom>
                    <a:avLst/>
                    <a:gdLst/>
                    <a:ahLst/>
                    <a:cxnLst/>
                    <a:rect l="l" t="t" r="r" b="b"/>
                    <a:pathLst>
                      <a:path w="999" h="561" fill="none" extrusionOk="0">
                        <a:moveTo>
                          <a:pt x="0" y="0"/>
                        </a:moveTo>
                        <a:lnTo>
                          <a:pt x="999" y="56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9" name="Google Shape;239;p25"/>
                  <p:cNvSpPr/>
                  <p:nvPr/>
                </p:nvSpPr>
                <p:spPr>
                  <a:xfrm>
                    <a:off x="6673500" y="507225"/>
                    <a:ext cx="29250" cy="25"/>
                  </a:xfrm>
                  <a:custGeom>
                    <a:avLst/>
                    <a:gdLst/>
                    <a:ahLst/>
                    <a:cxnLst/>
                    <a:rect l="l" t="t" r="r" b="b"/>
                    <a:pathLst>
                      <a:path w="1170" h="1" fill="none" extrusionOk="0">
                        <a:moveTo>
                          <a:pt x="1" y="1"/>
                        </a:moveTo>
                        <a:lnTo>
                          <a:pt x="1170"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0" name="Google Shape;240;p25"/>
                  <p:cNvSpPr/>
                  <p:nvPr/>
                </p:nvSpPr>
                <p:spPr>
                  <a:xfrm>
                    <a:off x="6696650" y="593700"/>
                    <a:ext cx="25" cy="25"/>
                  </a:xfrm>
                  <a:custGeom>
                    <a:avLst/>
                    <a:gdLst/>
                    <a:ahLst/>
                    <a:cxnLst/>
                    <a:rect l="l" t="t" r="r" b="b"/>
                    <a:pathLst>
                      <a:path w="1" h="1" fill="none" extrusionOk="0">
                        <a:moveTo>
                          <a:pt x="0" y="0"/>
                        </a:moveTo>
                        <a:lnTo>
                          <a:pt x="0"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1" name="Google Shape;241;p25"/>
                  <p:cNvSpPr/>
                  <p:nvPr/>
                </p:nvSpPr>
                <p:spPr>
                  <a:xfrm>
                    <a:off x="6696650" y="579700"/>
                    <a:ext cx="24975" cy="14025"/>
                  </a:xfrm>
                  <a:custGeom>
                    <a:avLst/>
                    <a:gdLst/>
                    <a:ahLst/>
                    <a:cxnLst/>
                    <a:rect l="l" t="t" r="r" b="b"/>
                    <a:pathLst>
                      <a:path w="999" h="561" fill="none" extrusionOk="0">
                        <a:moveTo>
                          <a:pt x="0" y="560"/>
                        </a:moveTo>
                        <a:lnTo>
                          <a:pt x="999"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2" name="Google Shape;242;p25"/>
                  <p:cNvSpPr/>
                  <p:nvPr/>
                </p:nvSpPr>
                <p:spPr>
                  <a:xfrm>
                    <a:off x="6760575" y="632675"/>
                    <a:ext cx="14025" cy="24975"/>
                  </a:xfrm>
                  <a:custGeom>
                    <a:avLst/>
                    <a:gdLst/>
                    <a:ahLst/>
                    <a:cxnLst/>
                    <a:rect l="l" t="t" r="r" b="b"/>
                    <a:pathLst>
                      <a:path w="561" h="999" fill="none" extrusionOk="0">
                        <a:moveTo>
                          <a:pt x="1" y="999"/>
                        </a:moveTo>
                        <a:lnTo>
                          <a:pt x="561"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3" name="Google Shape;243;p25"/>
                  <p:cNvSpPr/>
                  <p:nvPr/>
                </p:nvSpPr>
                <p:spPr>
                  <a:xfrm>
                    <a:off x="6760575" y="657625"/>
                    <a:ext cx="25" cy="25"/>
                  </a:xfrm>
                  <a:custGeom>
                    <a:avLst/>
                    <a:gdLst/>
                    <a:ahLst/>
                    <a:cxnLst/>
                    <a:rect l="l" t="t" r="r" b="b"/>
                    <a:pathLst>
                      <a:path w="1" h="1" fill="none" extrusionOk="0">
                        <a:moveTo>
                          <a:pt x="1" y="1"/>
                        </a:moveTo>
                        <a:lnTo>
                          <a:pt x="1"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4" name="Google Shape;244;p25"/>
                  <p:cNvSpPr/>
                  <p:nvPr/>
                </p:nvSpPr>
                <p:spPr>
                  <a:xfrm>
                    <a:off x="6847025" y="651550"/>
                    <a:ext cx="25" cy="29250"/>
                  </a:xfrm>
                  <a:custGeom>
                    <a:avLst/>
                    <a:gdLst/>
                    <a:ahLst/>
                    <a:cxnLst/>
                    <a:rect l="l" t="t" r="r" b="b"/>
                    <a:pathLst>
                      <a:path w="1" h="1170" fill="none" extrusionOk="0">
                        <a:moveTo>
                          <a:pt x="1" y="0"/>
                        </a:moveTo>
                        <a:lnTo>
                          <a:pt x="1" y="1169"/>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5" name="Google Shape;245;p25"/>
                  <p:cNvSpPr/>
                  <p:nvPr/>
                </p:nvSpPr>
                <p:spPr>
                  <a:xfrm>
                    <a:off x="6919500" y="632675"/>
                    <a:ext cx="14025" cy="24975"/>
                  </a:xfrm>
                  <a:custGeom>
                    <a:avLst/>
                    <a:gdLst/>
                    <a:ahLst/>
                    <a:cxnLst/>
                    <a:rect l="l" t="t" r="r" b="b"/>
                    <a:pathLst>
                      <a:path w="561" h="999" fill="none" extrusionOk="0">
                        <a:moveTo>
                          <a:pt x="560" y="999"/>
                        </a:moveTo>
                        <a:lnTo>
                          <a:pt x="0"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6" name="Google Shape;246;p25"/>
                  <p:cNvSpPr/>
                  <p:nvPr/>
                </p:nvSpPr>
                <p:spPr>
                  <a:xfrm>
                    <a:off x="6933500" y="657625"/>
                    <a:ext cx="25" cy="25"/>
                  </a:xfrm>
                  <a:custGeom>
                    <a:avLst/>
                    <a:gdLst/>
                    <a:ahLst/>
                    <a:cxnLst/>
                    <a:rect l="l" t="t" r="r" b="b"/>
                    <a:pathLst>
                      <a:path w="1" h="1" fill="none" extrusionOk="0">
                        <a:moveTo>
                          <a:pt x="0" y="1"/>
                        </a:moveTo>
                        <a:lnTo>
                          <a:pt x="0"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7" name="Google Shape;247;p25"/>
                  <p:cNvSpPr/>
                  <p:nvPr/>
                </p:nvSpPr>
                <p:spPr>
                  <a:xfrm>
                    <a:off x="6972475" y="579700"/>
                    <a:ext cx="24975" cy="14025"/>
                  </a:xfrm>
                  <a:custGeom>
                    <a:avLst/>
                    <a:gdLst/>
                    <a:ahLst/>
                    <a:cxnLst/>
                    <a:rect l="l" t="t" r="r" b="b"/>
                    <a:pathLst>
                      <a:path w="999" h="561" fill="none" extrusionOk="0">
                        <a:moveTo>
                          <a:pt x="999" y="560"/>
                        </a:moveTo>
                        <a:lnTo>
                          <a:pt x="0"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8" name="Google Shape;248;p25"/>
                  <p:cNvSpPr/>
                  <p:nvPr/>
                </p:nvSpPr>
                <p:spPr>
                  <a:xfrm>
                    <a:off x="6997425" y="593700"/>
                    <a:ext cx="25" cy="25"/>
                  </a:xfrm>
                  <a:custGeom>
                    <a:avLst/>
                    <a:gdLst/>
                    <a:ahLst/>
                    <a:cxnLst/>
                    <a:rect l="l" t="t" r="r" b="b"/>
                    <a:pathLst>
                      <a:path w="1" h="1" fill="none" extrusionOk="0">
                        <a:moveTo>
                          <a:pt x="1" y="0"/>
                        </a:moveTo>
                        <a:lnTo>
                          <a:pt x="1"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9" name="Google Shape;249;p25"/>
                  <p:cNvSpPr/>
                  <p:nvPr/>
                </p:nvSpPr>
                <p:spPr>
                  <a:xfrm>
                    <a:off x="6991350" y="507225"/>
                    <a:ext cx="29250" cy="25"/>
                  </a:xfrm>
                  <a:custGeom>
                    <a:avLst/>
                    <a:gdLst/>
                    <a:ahLst/>
                    <a:cxnLst/>
                    <a:rect l="l" t="t" r="r" b="b"/>
                    <a:pathLst>
                      <a:path w="1170" h="1" fill="none" extrusionOk="0">
                        <a:moveTo>
                          <a:pt x="1169" y="1"/>
                        </a:moveTo>
                        <a:lnTo>
                          <a:pt x="0"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0" name="Google Shape;250;p25"/>
                  <p:cNvSpPr/>
                  <p:nvPr/>
                </p:nvSpPr>
                <p:spPr>
                  <a:xfrm>
                    <a:off x="6972475" y="420775"/>
                    <a:ext cx="24975" cy="14025"/>
                  </a:xfrm>
                  <a:custGeom>
                    <a:avLst/>
                    <a:gdLst/>
                    <a:ahLst/>
                    <a:cxnLst/>
                    <a:rect l="l" t="t" r="r" b="b"/>
                    <a:pathLst>
                      <a:path w="999" h="561" fill="none" extrusionOk="0">
                        <a:moveTo>
                          <a:pt x="0" y="561"/>
                        </a:moveTo>
                        <a:lnTo>
                          <a:pt x="999"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1" name="Google Shape;251;p25"/>
                  <p:cNvSpPr/>
                  <p:nvPr/>
                </p:nvSpPr>
                <p:spPr>
                  <a:xfrm>
                    <a:off x="6997425" y="420775"/>
                    <a:ext cx="25" cy="25"/>
                  </a:xfrm>
                  <a:custGeom>
                    <a:avLst/>
                    <a:gdLst/>
                    <a:ahLst/>
                    <a:cxnLst/>
                    <a:rect l="l" t="t" r="r" b="b"/>
                    <a:pathLst>
                      <a:path w="1" h="1" fill="none" extrusionOk="0">
                        <a:moveTo>
                          <a:pt x="1" y="0"/>
                        </a:moveTo>
                        <a:lnTo>
                          <a:pt x="1"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2" name="Google Shape;252;p25"/>
                  <p:cNvSpPr/>
                  <p:nvPr/>
                </p:nvSpPr>
                <p:spPr>
                  <a:xfrm>
                    <a:off x="6919500" y="356850"/>
                    <a:ext cx="14025" cy="24975"/>
                  </a:xfrm>
                  <a:custGeom>
                    <a:avLst/>
                    <a:gdLst/>
                    <a:ahLst/>
                    <a:cxnLst/>
                    <a:rect l="l" t="t" r="r" b="b"/>
                    <a:pathLst>
                      <a:path w="561" h="999" fill="none" extrusionOk="0">
                        <a:moveTo>
                          <a:pt x="560" y="0"/>
                        </a:moveTo>
                        <a:lnTo>
                          <a:pt x="0" y="999"/>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3" name="Google Shape;253;p25"/>
                  <p:cNvSpPr/>
                  <p:nvPr/>
                </p:nvSpPr>
                <p:spPr>
                  <a:xfrm>
                    <a:off x="6933500" y="356850"/>
                    <a:ext cx="25" cy="25"/>
                  </a:xfrm>
                  <a:custGeom>
                    <a:avLst/>
                    <a:gdLst/>
                    <a:ahLst/>
                    <a:cxnLst/>
                    <a:rect l="l" t="t" r="r" b="b"/>
                    <a:pathLst>
                      <a:path w="1" h="1" fill="none" extrusionOk="0">
                        <a:moveTo>
                          <a:pt x="0" y="0"/>
                        </a:moveTo>
                        <a:lnTo>
                          <a:pt x="0"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254" name="Google Shape;254;p25"/>
                <p:cNvGrpSpPr/>
                <p:nvPr/>
              </p:nvGrpSpPr>
              <p:grpSpPr>
                <a:xfrm>
                  <a:off x="2945611" y="1851450"/>
                  <a:ext cx="215966" cy="342399"/>
                  <a:chOff x="6718575" y="2318625"/>
                  <a:chExt cx="256950" cy="407375"/>
                </a:xfrm>
              </p:grpSpPr>
              <p:sp>
                <p:nvSpPr>
                  <p:cNvPr id="255" name="Google Shape;255;p25"/>
                  <p:cNvSpPr/>
                  <p:nvPr/>
                </p:nvSpPr>
                <p:spPr>
                  <a:xfrm>
                    <a:off x="6795900" y="2673600"/>
                    <a:ext cx="102300" cy="22550"/>
                  </a:xfrm>
                  <a:custGeom>
                    <a:avLst/>
                    <a:gdLst/>
                    <a:ahLst/>
                    <a:cxnLst/>
                    <a:rect l="l" t="t" r="r" b="b"/>
                    <a:pathLst>
                      <a:path w="4092" h="902" fill="none" extrusionOk="0">
                        <a:moveTo>
                          <a:pt x="4092" y="902"/>
                        </a:moveTo>
                        <a:lnTo>
                          <a:pt x="4092" y="1"/>
                        </a:lnTo>
                        <a:lnTo>
                          <a:pt x="0" y="1"/>
                        </a:lnTo>
                        <a:lnTo>
                          <a:pt x="0" y="902"/>
                        </a:lnTo>
                        <a:lnTo>
                          <a:pt x="4092" y="902"/>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6" name="Google Shape;256;p25"/>
                  <p:cNvSpPr/>
                  <p:nvPr/>
                </p:nvSpPr>
                <p:spPr>
                  <a:xfrm>
                    <a:off x="6795900" y="2650475"/>
                    <a:ext cx="102300" cy="22550"/>
                  </a:xfrm>
                  <a:custGeom>
                    <a:avLst/>
                    <a:gdLst/>
                    <a:ahLst/>
                    <a:cxnLst/>
                    <a:rect l="l" t="t" r="r" b="b"/>
                    <a:pathLst>
                      <a:path w="4092" h="902" fill="none" extrusionOk="0">
                        <a:moveTo>
                          <a:pt x="4092" y="901"/>
                        </a:moveTo>
                        <a:lnTo>
                          <a:pt x="4092" y="0"/>
                        </a:lnTo>
                        <a:lnTo>
                          <a:pt x="0" y="0"/>
                        </a:lnTo>
                        <a:lnTo>
                          <a:pt x="0" y="901"/>
                        </a:lnTo>
                        <a:lnTo>
                          <a:pt x="4092" y="901"/>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7" name="Google Shape;257;p25"/>
                  <p:cNvSpPr/>
                  <p:nvPr/>
                </p:nvSpPr>
                <p:spPr>
                  <a:xfrm>
                    <a:off x="6795900" y="2696125"/>
                    <a:ext cx="102300" cy="29875"/>
                  </a:xfrm>
                  <a:custGeom>
                    <a:avLst/>
                    <a:gdLst/>
                    <a:ahLst/>
                    <a:cxnLst/>
                    <a:rect l="l" t="t" r="r" b="b"/>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8" name="Google Shape;258;p25"/>
                  <p:cNvSpPr/>
                  <p:nvPr/>
                </p:nvSpPr>
                <p:spPr>
                  <a:xfrm>
                    <a:off x="6784925" y="2459275"/>
                    <a:ext cx="35350" cy="166875"/>
                  </a:xfrm>
                  <a:custGeom>
                    <a:avLst/>
                    <a:gdLst/>
                    <a:ahLst/>
                    <a:cxnLst/>
                    <a:rect l="l" t="t" r="r" b="b"/>
                    <a:pathLst>
                      <a:path w="1414" h="6675" fill="none" extrusionOk="0">
                        <a:moveTo>
                          <a:pt x="1413" y="6674"/>
                        </a:moveTo>
                        <a:lnTo>
                          <a:pt x="1413" y="6674"/>
                        </a:lnTo>
                        <a:lnTo>
                          <a:pt x="585" y="2850"/>
                        </a:lnTo>
                        <a:lnTo>
                          <a:pt x="1"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59" name="Google Shape;259;p25"/>
                  <p:cNvSpPr/>
                  <p:nvPr/>
                </p:nvSpPr>
                <p:spPr>
                  <a:xfrm>
                    <a:off x="6718575" y="2318625"/>
                    <a:ext cx="256950" cy="307525"/>
                  </a:xfrm>
                  <a:custGeom>
                    <a:avLst/>
                    <a:gdLst/>
                    <a:ahLst/>
                    <a:cxnLst/>
                    <a:rect l="l" t="t" r="r" b="b"/>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0" name="Google Shape;260;p25"/>
                  <p:cNvSpPr/>
                  <p:nvPr/>
                </p:nvSpPr>
                <p:spPr>
                  <a:xfrm>
                    <a:off x="6873825" y="2459275"/>
                    <a:ext cx="35350" cy="166875"/>
                  </a:xfrm>
                  <a:custGeom>
                    <a:avLst/>
                    <a:gdLst/>
                    <a:ahLst/>
                    <a:cxnLst/>
                    <a:rect l="l" t="t" r="r" b="b"/>
                    <a:pathLst>
                      <a:path w="1414" h="6675" fill="none" extrusionOk="0">
                        <a:moveTo>
                          <a:pt x="1413" y="1"/>
                        </a:moveTo>
                        <a:lnTo>
                          <a:pt x="1413" y="1"/>
                        </a:lnTo>
                        <a:lnTo>
                          <a:pt x="829" y="2850"/>
                        </a:lnTo>
                        <a:lnTo>
                          <a:pt x="1" y="6674"/>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1" name="Google Shape;261;p25"/>
                  <p:cNvSpPr/>
                  <p:nvPr/>
                </p:nvSpPr>
                <p:spPr>
                  <a:xfrm>
                    <a:off x="6801975" y="2453200"/>
                    <a:ext cx="90150" cy="19500"/>
                  </a:xfrm>
                  <a:custGeom>
                    <a:avLst/>
                    <a:gdLst/>
                    <a:ahLst/>
                    <a:cxnLst/>
                    <a:rect l="l" t="t" r="r" b="b"/>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2" name="Google Shape;262;p25"/>
                  <p:cNvSpPr/>
                  <p:nvPr/>
                </p:nvSpPr>
                <p:spPr>
                  <a:xfrm>
                    <a:off x="6795900" y="2628550"/>
                    <a:ext cx="102300" cy="25"/>
                  </a:xfrm>
                  <a:custGeom>
                    <a:avLst/>
                    <a:gdLst/>
                    <a:ahLst/>
                    <a:cxnLst/>
                    <a:rect l="l" t="t" r="r" b="b"/>
                    <a:pathLst>
                      <a:path w="4092" h="1" fill="none" extrusionOk="0">
                        <a:moveTo>
                          <a:pt x="0" y="1"/>
                        </a:moveTo>
                        <a:lnTo>
                          <a:pt x="4092"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grpSp>
        <p:grpSp>
          <p:nvGrpSpPr>
            <p:cNvPr id="263" name="Google Shape;263;p25"/>
            <p:cNvGrpSpPr/>
            <p:nvPr/>
          </p:nvGrpSpPr>
          <p:grpSpPr>
            <a:xfrm>
              <a:off x="8252287" y="186862"/>
              <a:ext cx="342882" cy="418128"/>
              <a:chOff x="596350" y="929175"/>
              <a:chExt cx="407950" cy="497475"/>
            </a:xfrm>
          </p:grpSpPr>
          <p:sp>
            <p:nvSpPr>
              <p:cNvPr id="264" name="Google Shape;264;p25"/>
              <p:cNvSpPr/>
              <p:nvPr/>
            </p:nvSpPr>
            <p:spPr>
              <a:xfrm>
                <a:off x="596350" y="953550"/>
                <a:ext cx="387250" cy="473100"/>
              </a:xfrm>
              <a:custGeom>
                <a:avLst/>
                <a:gdLst/>
                <a:ahLst/>
                <a:cxnLst/>
                <a:rect l="l" t="t" r="r" b="b"/>
                <a:pathLst>
                  <a:path w="15490" h="18924" fill="none" extrusionOk="0">
                    <a:moveTo>
                      <a:pt x="15490" y="17828"/>
                    </a:moveTo>
                    <a:lnTo>
                      <a:pt x="15490" y="17828"/>
                    </a:lnTo>
                    <a:lnTo>
                      <a:pt x="15466" y="17998"/>
                    </a:lnTo>
                    <a:lnTo>
                      <a:pt x="15417" y="18169"/>
                    </a:lnTo>
                    <a:lnTo>
                      <a:pt x="15319" y="18364"/>
                    </a:lnTo>
                    <a:lnTo>
                      <a:pt x="15198" y="18534"/>
                    </a:lnTo>
                    <a:lnTo>
                      <a:pt x="15052" y="18680"/>
                    </a:lnTo>
                    <a:lnTo>
                      <a:pt x="14881" y="18802"/>
                    </a:lnTo>
                    <a:lnTo>
                      <a:pt x="14735" y="18900"/>
                    </a:lnTo>
                    <a:lnTo>
                      <a:pt x="14564" y="18924"/>
                    </a:lnTo>
                    <a:lnTo>
                      <a:pt x="1023" y="18924"/>
                    </a:lnTo>
                    <a:lnTo>
                      <a:pt x="1023" y="18924"/>
                    </a:lnTo>
                    <a:lnTo>
                      <a:pt x="853" y="18900"/>
                    </a:lnTo>
                    <a:lnTo>
                      <a:pt x="682" y="18802"/>
                    </a:lnTo>
                    <a:lnTo>
                      <a:pt x="512" y="18680"/>
                    </a:lnTo>
                    <a:lnTo>
                      <a:pt x="341" y="18534"/>
                    </a:lnTo>
                    <a:lnTo>
                      <a:pt x="219" y="18364"/>
                    </a:lnTo>
                    <a:lnTo>
                      <a:pt x="98" y="18169"/>
                    </a:lnTo>
                    <a:lnTo>
                      <a:pt x="25" y="17998"/>
                    </a:lnTo>
                    <a:lnTo>
                      <a:pt x="0" y="17828"/>
                    </a:lnTo>
                    <a:lnTo>
                      <a:pt x="0" y="877"/>
                    </a:lnTo>
                    <a:lnTo>
                      <a:pt x="0" y="877"/>
                    </a:lnTo>
                    <a:lnTo>
                      <a:pt x="25" y="706"/>
                    </a:lnTo>
                    <a:lnTo>
                      <a:pt x="98" y="560"/>
                    </a:lnTo>
                    <a:lnTo>
                      <a:pt x="195" y="414"/>
                    </a:lnTo>
                    <a:lnTo>
                      <a:pt x="341" y="268"/>
                    </a:lnTo>
                    <a:lnTo>
                      <a:pt x="487" y="171"/>
                    </a:lnTo>
                    <a:lnTo>
                      <a:pt x="658" y="73"/>
                    </a:lnTo>
                    <a:lnTo>
                      <a:pt x="828" y="24"/>
                    </a:lnTo>
                    <a:lnTo>
                      <a:pt x="974"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5" name="Google Shape;265;p25"/>
              <p:cNvSpPr/>
              <p:nvPr/>
            </p:nvSpPr>
            <p:spPr>
              <a:xfrm>
                <a:off x="626775" y="929175"/>
                <a:ext cx="377525" cy="462775"/>
              </a:xfrm>
              <a:custGeom>
                <a:avLst/>
                <a:gdLst/>
                <a:ahLst/>
                <a:cxnLst/>
                <a:rect l="l" t="t" r="r" b="b"/>
                <a:pathLst>
                  <a:path w="15101" h="18511" fill="none" extrusionOk="0">
                    <a:moveTo>
                      <a:pt x="15101" y="3362"/>
                    </a:moveTo>
                    <a:lnTo>
                      <a:pt x="15101" y="17731"/>
                    </a:lnTo>
                    <a:lnTo>
                      <a:pt x="15101" y="17731"/>
                    </a:lnTo>
                    <a:lnTo>
                      <a:pt x="15077" y="17877"/>
                    </a:lnTo>
                    <a:lnTo>
                      <a:pt x="15028" y="18024"/>
                    </a:lnTo>
                    <a:lnTo>
                      <a:pt x="14979" y="18145"/>
                    </a:lnTo>
                    <a:lnTo>
                      <a:pt x="14882" y="18267"/>
                    </a:lnTo>
                    <a:lnTo>
                      <a:pt x="14760" y="18365"/>
                    </a:lnTo>
                    <a:lnTo>
                      <a:pt x="14614" y="18438"/>
                    </a:lnTo>
                    <a:lnTo>
                      <a:pt x="14468" y="18486"/>
                    </a:lnTo>
                    <a:lnTo>
                      <a:pt x="14322" y="18511"/>
                    </a:lnTo>
                    <a:lnTo>
                      <a:pt x="780" y="18511"/>
                    </a:lnTo>
                    <a:lnTo>
                      <a:pt x="780" y="18511"/>
                    </a:lnTo>
                    <a:lnTo>
                      <a:pt x="634" y="18486"/>
                    </a:lnTo>
                    <a:lnTo>
                      <a:pt x="488" y="18438"/>
                    </a:lnTo>
                    <a:lnTo>
                      <a:pt x="342" y="18365"/>
                    </a:lnTo>
                    <a:lnTo>
                      <a:pt x="220" y="18267"/>
                    </a:lnTo>
                    <a:lnTo>
                      <a:pt x="123" y="18145"/>
                    </a:lnTo>
                    <a:lnTo>
                      <a:pt x="74" y="18024"/>
                    </a:lnTo>
                    <a:lnTo>
                      <a:pt x="25" y="17877"/>
                    </a:lnTo>
                    <a:lnTo>
                      <a:pt x="1" y="17731"/>
                    </a:lnTo>
                    <a:lnTo>
                      <a:pt x="1" y="780"/>
                    </a:lnTo>
                    <a:lnTo>
                      <a:pt x="1" y="780"/>
                    </a:lnTo>
                    <a:lnTo>
                      <a:pt x="25" y="610"/>
                    </a:lnTo>
                    <a:lnTo>
                      <a:pt x="74" y="464"/>
                    </a:lnTo>
                    <a:lnTo>
                      <a:pt x="123" y="342"/>
                    </a:lnTo>
                    <a:lnTo>
                      <a:pt x="220" y="220"/>
                    </a:lnTo>
                    <a:lnTo>
                      <a:pt x="342" y="123"/>
                    </a:lnTo>
                    <a:lnTo>
                      <a:pt x="488" y="50"/>
                    </a:lnTo>
                    <a:lnTo>
                      <a:pt x="634" y="1"/>
                    </a:lnTo>
                    <a:lnTo>
                      <a:pt x="780" y="1"/>
                    </a:lnTo>
                    <a:lnTo>
                      <a:pt x="11740"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6" name="Google Shape;266;p25"/>
              <p:cNvSpPr/>
              <p:nvPr/>
            </p:nvSpPr>
            <p:spPr>
              <a:xfrm>
                <a:off x="688900" y="1256150"/>
                <a:ext cx="133975" cy="25"/>
              </a:xfrm>
              <a:custGeom>
                <a:avLst/>
                <a:gdLst/>
                <a:ahLst/>
                <a:cxnLst/>
                <a:rect l="l" t="t" r="r" b="b"/>
                <a:pathLst>
                  <a:path w="5359" h="1" fill="none" extrusionOk="0">
                    <a:moveTo>
                      <a:pt x="5358" y="0"/>
                    </a:moveTo>
                    <a:lnTo>
                      <a:pt x="0"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7" name="Google Shape;267;p25"/>
              <p:cNvSpPr/>
              <p:nvPr/>
            </p:nvSpPr>
            <p:spPr>
              <a:xfrm>
                <a:off x="688900" y="1201350"/>
                <a:ext cx="255750" cy="25"/>
              </a:xfrm>
              <a:custGeom>
                <a:avLst/>
                <a:gdLst/>
                <a:ahLst/>
                <a:cxnLst/>
                <a:rect l="l" t="t" r="r" b="b"/>
                <a:pathLst>
                  <a:path w="10230" h="1" fill="none" extrusionOk="0">
                    <a:moveTo>
                      <a:pt x="10229" y="1"/>
                    </a:moveTo>
                    <a:lnTo>
                      <a:pt x="0"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8" name="Google Shape;268;p25"/>
              <p:cNvSpPr/>
              <p:nvPr/>
            </p:nvSpPr>
            <p:spPr>
              <a:xfrm>
                <a:off x="688900" y="1145950"/>
                <a:ext cx="255750" cy="25"/>
              </a:xfrm>
              <a:custGeom>
                <a:avLst/>
                <a:gdLst/>
                <a:ahLst/>
                <a:cxnLst/>
                <a:rect l="l" t="t" r="r" b="b"/>
                <a:pathLst>
                  <a:path w="10230" h="1" fill="none" extrusionOk="0">
                    <a:moveTo>
                      <a:pt x="10229" y="0"/>
                    </a:moveTo>
                    <a:lnTo>
                      <a:pt x="0"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9" name="Google Shape;269;p25"/>
              <p:cNvSpPr/>
              <p:nvPr/>
            </p:nvSpPr>
            <p:spPr>
              <a:xfrm>
                <a:off x="688900" y="1090525"/>
                <a:ext cx="255750" cy="25"/>
              </a:xfrm>
              <a:custGeom>
                <a:avLst/>
                <a:gdLst/>
                <a:ahLst/>
                <a:cxnLst/>
                <a:rect l="l" t="t" r="r" b="b"/>
                <a:pathLst>
                  <a:path w="10230" h="1" fill="none" extrusionOk="0">
                    <a:moveTo>
                      <a:pt x="10229" y="1"/>
                    </a:moveTo>
                    <a:lnTo>
                      <a:pt x="0" y="1"/>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0" name="Google Shape;270;p25"/>
              <p:cNvSpPr/>
              <p:nvPr/>
            </p:nvSpPr>
            <p:spPr>
              <a:xfrm>
                <a:off x="920250" y="929175"/>
                <a:ext cx="84050" cy="84050"/>
              </a:xfrm>
              <a:custGeom>
                <a:avLst/>
                <a:gdLst/>
                <a:ahLst/>
                <a:cxnLst/>
                <a:rect l="l" t="t" r="r" b="b"/>
                <a:pathLst>
                  <a:path w="3362" h="3362" fill="none" extrusionOk="0">
                    <a:moveTo>
                      <a:pt x="1" y="2582"/>
                    </a:moveTo>
                    <a:lnTo>
                      <a:pt x="1" y="1"/>
                    </a:lnTo>
                    <a:lnTo>
                      <a:pt x="3362" y="3362"/>
                    </a:lnTo>
                    <a:lnTo>
                      <a:pt x="780" y="3362"/>
                    </a:lnTo>
                    <a:lnTo>
                      <a:pt x="780" y="3362"/>
                    </a:lnTo>
                    <a:lnTo>
                      <a:pt x="610" y="3337"/>
                    </a:lnTo>
                    <a:lnTo>
                      <a:pt x="464" y="3289"/>
                    </a:lnTo>
                    <a:lnTo>
                      <a:pt x="342" y="3216"/>
                    </a:lnTo>
                    <a:lnTo>
                      <a:pt x="220" y="3118"/>
                    </a:lnTo>
                    <a:lnTo>
                      <a:pt x="123" y="3021"/>
                    </a:lnTo>
                    <a:lnTo>
                      <a:pt x="50" y="2875"/>
                    </a:lnTo>
                    <a:lnTo>
                      <a:pt x="1" y="2729"/>
                    </a:lnTo>
                    <a:lnTo>
                      <a:pt x="1" y="2582"/>
                    </a:lnTo>
                    <a:lnTo>
                      <a:pt x="1" y="2582"/>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71" name="Google Shape;271;p25"/>
            <p:cNvSpPr/>
            <p:nvPr/>
          </p:nvSpPr>
          <p:spPr>
            <a:xfrm>
              <a:off x="9152752" y="221405"/>
              <a:ext cx="351077" cy="349039"/>
            </a:xfrm>
            <a:custGeom>
              <a:avLst/>
              <a:gdLst/>
              <a:ahLst/>
              <a:cxnLst/>
              <a:rect l="l" t="t" r="r" b="b"/>
              <a:pathLst>
                <a:path w="16708" h="16611" fill="none" extrusionOk="0">
                  <a:moveTo>
                    <a:pt x="414" y="8842"/>
                  </a:moveTo>
                  <a:lnTo>
                    <a:pt x="8403" y="1048"/>
                  </a:lnTo>
                  <a:lnTo>
                    <a:pt x="8403" y="1048"/>
                  </a:lnTo>
                  <a:lnTo>
                    <a:pt x="8500" y="951"/>
                  </a:lnTo>
                  <a:lnTo>
                    <a:pt x="8597" y="829"/>
                  </a:lnTo>
                  <a:lnTo>
                    <a:pt x="8865" y="658"/>
                  </a:lnTo>
                  <a:lnTo>
                    <a:pt x="9158" y="488"/>
                  </a:lnTo>
                  <a:lnTo>
                    <a:pt x="9450" y="317"/>
                  </a:lnTo>
                  <a:lnTo>
                    <a:pt x="9450" y="317"/>
                  </a:lnTo>
                  <a:lnTo>
                    <a:pt x="9839" y="171"/>
                  </a:lnTo>
                  <a:lnTo>
                    <a:pt x="10180" y="74"/>
                  </a:lnTo>
                  <a:lnTo>
                    <a:pt x="10497" y="25"/>
                  </a:lnTo>
                  <a:lnTo>
                    <a:pt x="10814" y="1"/>
                  </a:lnTo>
                  <a:lnTo>
                    <a:pt x="15344" y="1"/>
                  </a:lnTo>
                  <a:lnTo>
                    <a:pt x="15344" y="1"/>
                  </a:lnTo>
                  <a:lnTo>
                    <a:pt x="15465" y="1"/>
                  </a:lnTo>
                  <a:lnTo>
                    <a:pt x="15587" y="49"/>
                  </a:lnTo>
                  <a:lnTo>
                    <a:pt x="15855" y="122"/>
                  </a:lnTo>
                  <a:lnTo>
                    <a:pt x="16099" y="269"/>
                  </a:lnTo>
                  <a:lnTo>
                    <a:pt x="16294" y="415"/>
                  </a:lnTo>
                  <a:lnTo>
                    <a:pt x="16294" y="415"/>
                  </a:lnTo>
                  <a:lnTo>
                    <a:pt x="16391" y="537"/>
                  </a:lnTo>
                  <a:lnTo>
                    <a:pt x="16488" y="658"/>
                  </a:lnTo>
                  <a:lnTo>
                    <a:pt x="16561" y="780"/>
                  </a:lnTo>
                  <a:lnTo>
                    <a:pt x="16610" y="902"/>
                  </a:lnTo>
                  <a:lnTo>
                    <a:pt x="16659" y="1048"/>
                  </a:lnTo>
                  <a:lnTo>
                    <a:pt x="16683" y="1170"/>
                  </a:lnTo>
                  <a:lnTo>
                    <a:pt x="16708" y="1486"/>
                  </a:lnTo>
                  <a:lnTo>
                    <a:pt x="16708" y="5992"/>
                  </a:lnTo>
                  <a:lnTo>
                    <a:pt x="16708" y="5992"/>
                  </a:lnTo>
                  <a:lnTo>
                    <a:pt x="16683" y="6309"/>
                  </a:lnTo>
                  <a:lnTo>
                    <a:pt x="16635" y="6625"/>
                  </a:lnTo>
                  <a:lnTo>
                    <a:pt x="16537" y="6942"/>
                  </a:lnTo>
                  <a:lnTo>
                    <a:pt x="16391" y="7258"/>
                  </a:lnTo>
                  <a:lnTo>
                    <a:pt x="16391" y="7258"/>
                  </a:lnTo>
                  <a:lnTo>
                    <a:pt x="16342" y="7453"/>
                  </a:lnTo>
                  <a:lnTo>
                    <a:pt x="16294" y="7624"/>
                  </a:lnTo>
                  <a:lnTo>
                    <a:pt x="16196" y="7770"/>
                  </a:lnTo>
                  <a:lnTo>
                    <a:pt x="16123" y="7916"/>
                  </a:lnTo>
                  <a:lnTo>
                    <a:pt x="15928" y="8160"/>
                  </a:lnTo>
                  <a:lnTo>
                    <a:pt x="15758" y="8403"/>
                  </a:lnTo>
                  <a:lnTo>
                    <a:pt x="7891" y="16197"/>
                  </a:lnTo>
                  <a:lnTo>
                    <a:pt x="7891" y="16197"/>
                  </a:lnTo>
                  <a:lnTo>
                    <a:pt x="7794" y="16294"/>
                  </a:lnTo>
                  <a:lnTo>
                    <a:pt x="7696" y="16392"/>
                  </a:lnTo>
                  <a:lnTo>
                    <a:pt x="7574" y="16465"/>
                  </a:lnTo>
                  <a:lnTo>
                    <a:pt x="7453" y="16513"/>
                  </a:lnTo>
                  <a:lnTo>
                    <a:pt x="7185" y="16586"/>
                  </a:lnTo>
                  <a:lnTo>
                    <a:pt x="6941" y="16611"/>
                  </a:lnTo>
                  <a:lnTo>
                    <a:pt x="6941" y="16611"/>
                  </a:lnTo>
                  <a:lnTo>
                    <a:pt x="6649" y="16586"/>
                  </a:lnTo>
                  <a:lnTo>
                    <a:pt x="6503" y="16562"/>
                  </a:lnTo>
                  <a:lnTo>
                    <a:pt x="6381" y="16513"/>
                  </a:lnTo>
                  <a:lnTo>
                    <a:pt x="6235" y="16465"/>
                  </a:lnTo>
                  <a:lnTo>
                    <a:pt x="6113" y="16392"/>
                  </a:lnTo>
                  <a:lnTo>
                    <a:pt x="5991" y="16294"/>
                  </a:lnTo>
                  <a:lnTo>
                    <a:pt x="5894" y="16197"/>
                  </a:lnTo>
                  <a:lnTo>
                    <a:pt x="414" y="10839"/>
                  </a:lnTo>
                  <a:lnTo>
                    <a:pt x="414" y="10839"/>
                  </a:lnTo>
                  <a:lnTo>
                    <a:pt x="268" y="10595"/>
                  </a:lnTo>
                  <a:lnTo>
                    <a:pt x="122" y="10352"/>
                  </a:lnTo>
                  <a:lnTo>
                    <a:pt x="24" y="10108"/>
                  </a:lnTo>
                  <a:lnTo>
                    <a:pt x="0" y="10011"/>
                  </a:lnTo>
                  <a:lnTo>
                    <a:pt x="0" y="9889"/>
                  </a:lnTo>
                  <a:lnTo>
                    <a:pt x="0" y="9889"/>
                  </a:lnTo>
                  <a:lnTo>
                    <a:pt x="0" y="9718"/>
                  </a:lnTo>
                  <a:lnTo>
                    <a:pt x="24" y="9597"/>
                  </a:lnTo>
                  <a:lnTo>
                    <a:pt x="122" y="9329"/>
                  </a:lnTo>
                  <a:lnTo>
                    <a:pt x="268" y="9061"/>
                  </a:lnTo>
                  <a:lnTo>
                    <a:pt x="414" y="8842"/>
                  </a:lnTo>
                  <a:lnTo>
                    <a:pt x="414" y="8842"/>
                  </a:lnTo>
                  <a:close/>
                  <a:moveTo>
                    <a:pt x="12519" y="4190"/>
                  </a:moveTo>
                  <a:lnTo>
                    <a:pt x="12519" y="4190"/>
                  </a:lnTo>
                  <a:lnTo>
                    <a:pt x="12689" y="4336"/>
                  </a:lnTo>
                  <a:lnTo>
                    <a:pt x="12859" y="4433"/>
                  </a:lnTo>
                  <a:lnTo>
                    <a:pt x="13030" y="4482"/>
                  </a:lnTo>
                  <a:lnTo>
                    <a:pt x="13249" y="4482"/>
                  </a:lnTo>
                  <a:lnTo>
                    <a:pt x="13249" y="4482"/>
                  </a:lnTo>
                  <a:lnTo>
                    <a:pt x="13444" y="4482"/>
                  </a:lnTo>
                  <a:lnTo>
                    <a:pt x="13615" y="4433"/>
                  </a:lnTo>
                  <a:lnTo>
                    <a:pt x="13761" y="4336"/>
                  </a:lnTo>
                  <a:lnTo>
                    <a:pt x="13882" y="4190"/>
                  </a:lnTo>
                  <a:lnTo>
                    <a:pt x="13882" y="4190"/>
                  </a:lnTo>
                  <a:lnTo>
                    <a:pt x="14029" y="4044"/>
                  </a:lnTo>
                  <a:lnTo>
                    <a:pt x="14102" y="3873"/>
                  </a:lnTo>
                  <a:lnTo>
                    <a:pt x="14150" y="3727"/>
                  </a:lnTo>
                  <a:lnTo>
                    <a:pt x="14175" y="3557"/>
                  </a:lnTo>
                  <a:lnTo>
                    <a:pt x="14175" y="3557"/>
                  </a:lnTo>
                  <a:lnTo>
                    <a:pt x="14150" y="3362"/>
                  </a:lnTo>
                  <a:lnTo>
                    <a:pt x="14102" y="3167"/>
                  </a:lnTo>
                  <a:lnTo>
                    <a:pt x="14029" y="2996"/>
                  </a:lnTo>
                  <a:lnTo>
                    <a:pt x="13882" y="2850"/>
                  </a:lnTo>
                  <a:lnTo>
                    <a:pt x="13882" y="2850"/>
                  </a:lnTo>
                  <a:lnTo>
                    <a:pt x="13761" y="2728"/>
                  </a:lnTo>
                  <a:lnTo>
                    <a:pt x="13615" y="2655"/>
                  </a:lnTo>
                  <a:lnTo>
                    <a:pt x="13444" y="2582"/>
                  </a:lnTo>
                  <a:lnTo>
                    <a:pt x="13249" y="2558"/>
                  </a:lnTo>
                  <a:lnTo>
                    <a:pt x="13249" y="2558"/>
                  </a:lnTo>
                  <a:lnTo>
                    <a:pt x="13030" y="2582"/>
                  </a:lnTo>
                  <a:lnTo>
                    <a:pt x="12859" y="2655"/>
                  </a:lnTo>
                  <a:lnTo>
                    <a:pt x="12689" y="2728"/>
                  </a:lnTo>
                  <a:lnTo>
                    <a:pt x="12519" y="2850"/>
                  </a:lnTo>
                  <a:lnTo>
                    <a:pt x="12519" y="2850"/>
                  </a:lnTo>
                  <a:lnTo>
                    <a:pt x="12445" y="2996"/>
                  </a:lnTo>
                  <a:lnTo>
                    <a:pt x="12372" y="3167"/>
                  </a:lnTo>
                  <a:lnTo>
                    <a:pt x="12324" y="3362"/>
                  </a:lnTo>
                  <a:lnTo>
                    <a:pt x="12324" y="3557"/>
                  </a:lnTo>
                  <a:lnTo>
                    <a:pt x="12324" y="3557"/>
                  </a:lnTo>
                  <a:lnTo>
                    <a:pt x="12324" y="3727"/>
                  </a:lnTo>
                  <a:lnTo>
                    <a:pt x="12372" y="3873"/>
                  </a:lnTo>
                  <a:lnTo>
                    <a:pt x="12445" y="4044"/>
                  </a:lnTo>
                  <a:lnTo>
                    <a:pt x="12519" y="4190"/>
                  </a:lnTo>
                  <a:lnTo>
                    <a:pt x="12519" y="4190"/>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272" name="Google Shape;272;p25"/>
            <p:cNvGrpSpPr/>
            <p:nvPr/>
          </p:nvGrpSpPr>
          <p:grpSpPr>
            <a:xfrm>
              <a:off x="8724746" y="870777"/>
              <a:ext cx="391001" cy="264085"/>
              <a:chOff x="564675" y="1700625"/>
              <a:chExt cx="465200" cy="314200"/>
            </a:xfrm>
          </p:grpSpPr>
          <p:sp>
            <p:nvSpPr>
              <p:cNvPr id="273" name="Google Shape;273;p25"/>
              <p:cNvSpPr/>
              <p:nvPr/>
            </p:nvSpPr>
            <p:spPr>
              <a:xfrm>
                <a:off x="564675" y="1700625"/>
                <a:ext cx="465200" cy="29250"/>
              </a:xfrm>
              <a:custGeom>
                <a:avLst/>
                <a:gdLst/>
                <a:ahLst/>
                <a:cxnLst/>
                <a:rect l="l" t="t" r="r" b="b"/>
                <a:pathLst>
                  <a:path w="18608" h="1170" fill="none" extrusionOk="0">
                    <a:moveTo>
                      <a:pt x="18608" y="1170"/>
                    </a:moveTo>
                    <a:lnTo>
                      <a:pt x="18608" y="488"/>
                    </a:lnTo>
                    <a:lnTo>
                      <a:pt x="18608" y="488"/>
                    </a:lnTo>
                    <a:lnTo>
                      <a:pt x="18608" y="390"/>
                    </a:lnTo>
                    <a:lnTo>
                      <a:pt x="18559" y="293"/>
                    </a:lnTo>
                    <a:lnTo>
                      <a:pt x="18535" y="220"/>
                    </a:lnTo>
                    <a:lnTo>
                      <a:pt x="18462" y="147"/>
                    </a:lnTo>
                    <a:lnTo>
                      <a:pt x="18389" y="74"/>
                    </a:lnTo>
                    <a:lnTo>
                      <a:pt x="18316" y="49"/>
                    </a:lnTo>
                    <a:lnTo>
                      <a:pt x="18218" y="1"/>
                    </a:lnTo>
                    <a:lnTo>
                      <a:pt x="18121" y="1"/>
                    </a:lnTo>
                    <a:lnTo>
                      <a:pt x="488" y="1"/>
                    </a:lnTo>
                    <a:lnTo>
                      <a:pt x="488" y="1"/>
                    </a:lnTo>
                    <a:lnTo>
                      <a:pt x="390" y="1"/>
                    </a:lnTo>
                    <a:lnTo>
                      <a:pt x="293" y="49"/>
                    </a:lnTo>
                    <a:lnTo>
                      <a:pt x="220" y="74"/>
                    </a:lnTo>
                    <a:lnTo>
                      <a:pt x="147" y="147"/>
                    </a:lnTo>
                    <a:lnTo>
                      <a:pt x="74" y="220"/>
                    </a:lnTo>
                    <a:lnTo>
                      <a:pt x="49" y="293"/>
                    </a:lnTo>
                    <a:lnTo>
                      <a:pt x="1" y="390"/>
                    </a:lnTo>
                    <a:lnTo>
                      <a:pt x="1" y="488"/>
                    </a:lnTo>
                    <a:lnTo>
                      <a:pt x="1" y="117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4" name="Google Shape;274;p25"/>
              <p:cNvSpPr/>
              <p:nvPr/>
            </p:nvSpPr>
            <p:spPr>
              <a:xfrm>
                <a:off x="564675" y="1732300"/>
                <a:ext cx="465200" cy="272175"/>
              </a:xfrm>
              <a:custGeom>
                <a:avLst/>
                <a:gdLst/>
                <a:ahLst/>
                <a:cxnLst/>
                <a:rect l="l" t="t" r="r" b="b"/>
                <a:pathLst>
                  <a:path w="18608" h="10887" fill="none" extrusionOk="0">
                    <a:moveTo>
                      <a:pt x="13493" y="7209"/>
                    </a:moveTo>
                    <a:lnTo>
                      <a:pt x="18608" y="10887"/>
                    </a:lnTo>
                    <a:lnTo>
                      <a:pt x="18608" y="10887"/>
                    </a:lnTo>
                    <a:lnTo>
                      <a:pt x="18608" y="10814"/>
                    </a:lnTo>
                    <a:lnTo>
                      <a:pt x="18608" y="0"/>
                    </a:lnTo>
                    <a:lnTo>
                      <a:pt x="9450" y="6625"/>
                    </a:lnTo>
                    <a:lnTo>
                      <a:pt x="9450" y="6625"/>
                    </a:lnTo>
                    <a:lnTo>
                      <a:pt x="9377" y="6673"/>
                    </a:lnTo>
                    <a:lnTo>
                      <a:pt x="9304" y="6673"/>
                    </a:lnTo>
                    <a:lnTo>
                      <a:pt x="9304" y="6673"/>
                    </a:lnTo>
                    <a:lnTo>
                      <a:pt x="9231" y="6673"/>
                    </a:lnTo>
                    <a:lnTo>
                      <a:pt x="9158" y="6625"/>
                    </a:lnTo>
                    <a:lnTo>
                      <a:pt x="1" y="0"/>
                    </a:lnTo>
                    <a:lnTo>
                      <a:pt x="1" y="10814"/>
                    </a:lnTo>
                    <a:lnTo>
                      <a:pt x="1" y="10814"/>
                    </a:lnTo>
                    <a:lnTo>
                      <a:pt x="1" y="10887"/>
                    </a:lnTo>
                    <a:lnTo>
                      <a:pt x="5115" y="7209"/>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75" name="Google Shape;275;p25"/>
              <p:cNvSpPr/>
              <p:nvPr/>
            </p:nvSpPr>
            <p:spPr>
              <a:xfrm>
                <a:off x="572600" y="2014200"/>
                <a:ext cx="449375" cy="625"/>
              </a:xfrm>
              <a:custGeom>
                <a:avLst/>
                <a:gdLst/>
                <a:ahLst/>
                <a:cxnLst/>
                <a:rect l="l" t="t" r="r" b="b"/>
                <a:pathLst>
                  <a:path w="17975" h="25" fill="none" extrusionOk="0">
                    <a:moveTo>
                      <a:pt x="0" y="0"/>
                    </a:moveTo>
                    <a:lnTo>
                      <a:pt x="0" y="0"/>
                    </a:lnTo>
                    <a:lnTo>
                      <a:pt x="98" y="25"/>
                    </a:lnTo>
                    <a:lnTo>
                      <a:pt x="171" y="25"/>
                    </a:lnTo>
                    <a:lnTo>
                      <a:pt x="17804" y="25"/>
                    </a:lnTo>
                    <a:lnTo>
                      <a:pt x="17804" y="25"/>
                    </a:lnTo>
                    <a:lnTo>
                      <a:pt x="17877" y="25"/>
                    </a:lnTo>
                    <a:lnTo>
                      <a:pt x="17974" y="0"/>
                    </a:lnTo>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276" name="Google Shape;276;p25"/>
            <p:cNvSpPr/>
            <p:nvPr/>
          </p:nvSpPr>
          <p:spPr>
            <a:xfrm>
              <a:off x="9124314" y="1471215"/>
              <a:ext cx="340844" cy="340865"/>
            </a:xfrm>
            <a:custGeom>
              <a:avLst/>
              <a:gdLst/>
              <a:ahLst/>
              <a:cxnLst/>
              <a:rect l="l" t="t" r="r" b="b"/>
              <a:pathLst>
                <a:path w="16221" h="16222" fill="none" extrusionOk="0">
                  <a:moveTo>
                    <a:pt x="0" y="8111"/>
                  </a:moveTo>
                  <a:lnTo>
                    <a:pt x="0" y="8111"/>
                  </a:lnTo>
                  <a:lnTo>
                    <a:pt x="0" y="7697"/>
                  </a:lnTo>
                  <a:lnTo>
                    <a:pt x="49" y="7283"/>
                  </a:lnTo>
                  <a:lnTo>
                    <a:pt x="98" y="6869"/>
                  </a:lnTo>
                  <a:lnTo>
                    <a:pt x="171" y="6479"/>
                  </a:lnTo>
                  <a:lnTo>
                    <a:pt x="244" y="6090"/>
                  </a:lnTo>
                  <a:lnTo>
                    <a:pt x="366" y="5700"/>
                  </a:lnTo>
                  <a:lnTo>
                    <a:pt x="487" y="5335"/>
                  </a:lnTo>
                  <a:lnTo>
                    <a:pt x="634" y="4945"/>
                  </a:lnTo>
                  <a:lnTo>
                    <a:pt x="804" y="4604"/>
                  </a:lnTo>
                  <a:lnTo>
                    <a:pt x="975" y="4239"/>
                  </a:lnTo>
                  <a:lnTo>
                    <a:pt x="1169" y="3898"/>
                  </a:lnTo>
                  <a:lnTo>
                    <a:pt x="1389" y="3581"/>
                  </a:lnTo>
                  <a:lnTo>
                    <a:pt x="1608" y="3264"/>
                  </a:lnTo>
                  <a:lnTo>
                    <a:pt x="1851" y="2948"/>
                  </a:lnTo>
                  <a:lnTo>
                    <a:pt x="2119" y="2656"/>
                  </a:lnTo>
                  <a:lnTo>
                    <a:pt x="2387" y="2388"/>
                  </a:lnTo>
                  <a:lnTo>
                    <a:pt x="2655" y="2120"/>
                  </a:lnTo>
                  <a:lnTo>
                    <a:pt x="2947" y="1852"/>
                  </a:lnTo>
                  <a:lnTo>
                    <a:pt x="3264" y="1608"/>
                  </a:lnTo>
                  <a:lnTo>
                    <a:pt x="3581" y="1389"/>
                  </a:lnTo>
                  <a:lnTo>
                    <a:pt x="3897" y="1170"/>
                  </a:lnTo>
                  <a:lnTo>
                    <a:pt x="4238" y="975"/>
                  </a:lnTo>
                  <a:lnTo>
                    <a:pt x="4603" y="805"/>
                  </a:lnTo>
                  <a:lnTo>
                    <a:pt x="4944" y="634"/>
                  </a:lnTo>
                  <a:lnTo>
                    <a:pt x="5334" y="488"/>
                  </a:lnTo>
                  <a:lnTo>
                    <a:pt x="5699" y="366"/>
                  </a:lnTo>
                  <a:lnTo>
                    <a:pt x="6089" y="244"/>
                  </a:lnTo>
                  <a:lnTo>
                    <a:pt x="6479" y="171"/>
                  </a:lnTo>
                  <a:lnTo>
                    <a:pt x="6868" y="98"/>
                  </a:lnTo>
                  <a:lnTo>
                    <a:pt x="7282" y="50"/>
                  </a:lnTo>
                  <a:lnTo>
                    <a:pt x="7696" y="1"/>
                  </a:lnTo>
                  <a:lnTo>
                    <a:pt x="8111" y="1"/>
                  </a:lnTo>
                  <a:lnTo>
                    <a:pt x="8111" y="1"/>
                  </a:lnTo>
                  <a:lnTo>
                    <a:pt x="8525" y="1"/>
                  </a:lnTo>
                  <a:lnTo>
                    <a:pt x="8939" y="50"/>
                  </a:lnTo>
                  <a:lnTo>
                    <a:pt x="9353" y="98"/>
                  </a:lnTo>
                  <a:lnTo>
                    <a:pt x="9742" y="171"/>
                  </a:lnTo>
                  <a:lnTo>
                    <a:pt x="10132" y="244"/>
                  </a:lnTo>
                  <a:lnTo>
                    <a:pt x="10522" y="366"/>
                  </a:lnTo>
                  <a:lnTo>
                    <a:pt x="10911" y="488"/>
                  </a:lnTo>
                  <a:lnTo>
                    <a:pt x="11277" y="634"/>
                  </a:lnTo>
                  <a:lnTo>
                    <a:pt x="11618" y="805"/>
                  </a:lnTo>
                  <a:lnTo>
                    <a:pt x="11983" y="975"/>
                  </a:lnTo>
                  <a:lnTo>
                    <a:pt x="12324" y="1170"/>
                  </a:lnTo>
                  <a:lnTo>
                    <a:pt x="12641" y="1389"/>
                  </a:lnTo>
                  <a:lnTo>
                    <a:pt x="12957" y="1608"/>
                  </a:lnTo>
                  <a:lnTo>
                    <a:pt x="13274" y="1852"/>
                  </a:lnTo>
                  <a:lnTo>
                    <a:pt x="13566" y="2120"/>
                  </a:lnTo>
                  <a:lnTo>
                    <a:pt x="13834" y="2388"/>
                  </a:lnTo>
                  <a:lnTo>
                    <a:pt x="14126" y="2656"/>
                  </a:lnTo>
                  <a:lnTo>
                    <a:pt x="14370" y="2948"/>
                  </a:lnTo>
                  <a:lnTo>
                    <a:pt x="14613" y="3264"/>
                  </a:lnTo>
                  <a:lnTo>
                    <a:pt x="14832" y="3581"/>
                  </a:lnTo>
                  <a:lnTo>
                    <a:pt x="15052" y="3898"/>
                  </a:lnTo>
                  <a:lnTo>
                    <a:pt x="15247" y="4239"/>
                  </a:lnTo>
                  <a:lnTo>
                    <a:pt x="15417" y="4604"/>
                  </a:lnTo>
                  <a:lnTo>
                    <a:pt x="15587" y="4945"/>
                  </a:lnTo>
                  <a:lnTo>
                    <a:pt x="15734" y="5335"/>
                  </a:lnTo>
                  <a:lnTo>
                    <a:pt x="15855" y="5700"/>
                  </a:lnTo>
                  <a:lnTo>
                    <a:pt x="15977" y="6090"/>
                  </a:lnTo>
                  <a:lnTo>
                    <a:pt x="16050" y="6479"/>
                  </a:lnTo>
                  <a:lnTo>
                    <a:pt x="16123" y="6869"/>
                  </a:lnTo>
                  <a:lnTo>
                    <a:pt x="16172" y="7283"/>
                  </a:lnTo>
                  <a:lnTo>
                    <a:pt x="16221" y="7697"/>
                  </a:lnTo>
                  <a:lnTo>
                    <a:pt x="16221" y="8111"/>
                  </a:lnTo>
                  <a:lnTo>
                    <a:pt x="16221" y="8111"/>
                  </a:lnTo>
                  <a:lnTo>
                    <a:pt x="16221" y="8525"/>
                  </a:lnTo>
                  <a:lnTo>
                    <a:pt x="16172" y="8939"/>
                  </a:lnTo>
                  <a:lnTo>
                    <a:pt x="16123" y="9353"/>
                  </a:lnTo>
                  <a:lnTo>
                    <a:pt x="16050" y="9743"/>
                  </a:lnTo>
                  <a:lnTo>
                    <a:pt x="15977" y="10133"/>
                  </a:lnTo>
                  <a:lnTo>
                    <a:pt x="15855" y="10522"/>
                  </a:lnTo>
                  <a:lnTo>
                    <a:pt x="15734" y="10888"/>
                  </a:lnTo>
                  <a:lnTo>
                    <a:pt x="15587" y="11277"/>
                  </a:lnTo>
                  <a:lnTo>
                    <a:pt x="15417" y="11618"/>
                  </a:lnTo>
                  <a:lnTo>
                    <a:pt x="15247" y="11984"/>
                  </a:lnTo>
                  <a:lnTo>
                    <a:pt x="15052" y="12324"/>
                  </a:lnTo>
                  <a:lnTo>
                    <a:pt x="14832" y="12641"/>
                  </a:lnTo>
                  <a:lnTo>
                    <a:pt x="14613" y="12958"/>
                  </a:lnTo>
                  <a:lnTo>
                    <a:pt x="14370" y="13274"/>
                  </a:lnTo>
                  <a:lnTo>
                    <a:pt x="14126" y="13567"/>
                  </a:lnTo>
                  <a:lnTo>
                    <a:pt x="13834" y="13835"/>
                  </a:lnTo>
                  <a:lnTo>
                    <a:pt x="13566" y="14102"/>
                  </a:lnTo>
                  <a:lnTo>
                    <a:pt x="13274" y="14370"/>
                  </a:lnTo>
                  <a:lnTo>
                    <a:pt x="12957" y="14614"/>
                  </a:lnTo>
                  <a:lnTo>
                    <a:pt x="12641" y="14833"/>
                  </a:lnTo>
                  <a:lnTo>
                    <a:pt x="12324" y="15052"/>
                  </a:lnTo>
                  <a:lnTo>
                    <a:pt x="11983" y="15247"/>
                  </a:lnTo>
                  <a:lnTo>
                    <a:pt x="11618" y="15418"/>
                  </a:lnTo>
                  <a:lnTo>
                    <a:pt x="11277" y="15588"/>
                  </a:lnTo>
                  <a:lnTo>
                    <a:pt x="10911" y="15734"/>
                  </a:lnTo>
                  <a:lnTo>
                    <a:pt x="10522" y="15856"/>
                  </a:lnTo>
                  <a:lnTo>
                    <a:pt x="10132" y="15978"/>
                  </a:lnTo>
                  <a:lnTo>
                    <a:pt x="9742" y="16051"/>
                  </a:lnTo>
                  <a:lnTo>
                    <a:pt x="9353" y="16124"/>
                  </a:lnTo>
                  <a:lnTo>
                    <a:pt x="8939" y="16173"/>
                  </a:lnTo>
                  <a:lnTo>
                    <a:pt x="8525" y="16221"/>
                  </a:lnTo>
                  <a:lnTo>
                    <a:pt x="8111" y="16221"/>
                  </a:lnTo>
                  <a:lnTo>
                    <a:pt x="8111" y="16221"/>
                  </a:lnTo>
                  <a:lnTo>
                    <a:pt x="7696" y="16221"/>
                  </a:lnTo>
                  <a:lnTo>
                    <a:pt x="7282" y="16173"/>
                  </a:lnTo>
                  <a:lnTo>
                    <a:pt x="6868" y="16124"/>
                  </a:lnTo>
                  <a:lnTo>
                    <a:pt x="6479" y="16051"/>
                  </a:lnTo>
                  <a:lnTo>
                    <a:pt x="6089" y="15978"/>
                  </a:lnTo>
                  <a:lnTo>
                    <a:pt x="5699" y="15856"/>
                  </a:lnTo>
                  <a:lnTo>
                    <a:pt x="5334" y="15734"/>
                  </a:lnTo>
                  <a:lnTo>
                    <a:pt x="4944" y="15588"/>
                  </a:lnTo>
                  <a:lnTo>
                    <a:pt x="4603" y="15418"/>
                  </a:lnTo>
                  <a:lnTo>
                    <a:pt x="4238" y="15247"/>
                  </a:lnTo>
                  <a:lnTo>
                    <a:pt x="3897" y="15052"/>
                  </a:lnTo>
                  <a:lnTo>
                    <a:pt x="3581" y="14833"/>
                  </a:lnTo>
                  <a:lnTo>
                    <a:pt x="3264" y="14614"/>
                  </a:lnTo>
                  <a:lnTo>
                    <a:pt x="2947" y="14370"/>
                  </a:lnTo>
                  <a:lnTo>
                    <a:pt x="2655" y="14102"/>
                  </a:lnTo>
                  <a:lnTo>
                    <a:pt x="2387" y="13835"/>
                  </a:lnTo>
                  <a:lnTo>
                    <a:pt x="2119" y="13567"/>
                  </a:lnTo>
                  <a:lnTo>
                    <a:pt x="1851" y="13274"/>
                  </a:lnTo>
                  <a:lnTo>
                    <a:pt x="1608" y="12958"/>
                  </a:lnTo>
                  <a:lnTo>
                    <a:pt x="1389" y="12641"/>
                  </a:lnTo>
                  <a:lnTo>
                    <a:pt x="1169" y="12324"/>
                  </a:lnTo>
                  <a:lnTo>
                    <a:pt x="975" y="11984"/>
                  </a:lnTo>
                  <a:lnTo>
                    <a:pt x="804" y="11618"/>
                  </a:lnTo>
                  <a:lnTo>
                    <a:pt x="634" y="11277"/>
                  </a:lnTo>
                  <a:lnTo>
                    <a:pt x="487" y="10888"/>
                  </a:lnTo>
                  <a:lnTo>
                    <a:pt x="366" y="10522"/>
                  </a:lnTo>
                  <a:lnTo>
                    <a:pt x="244" y="10133"/>
                  </a:lnTo>
                  <a:lnTo>
                    <a:pt x="171" y="9743"/>
                  </a:lnTo>
                  <a:lnTo>
                    <a:pt x="98" y="9353"/>
                  </a:lnTo>
                  <a:lnTo>
                    <a:pt x="49" y="8939"/>
                  </a:lnTo>
                  <a:lnTo>
                    <a:pt x="0" y="8525"/>
                  </a:lnTo>
                  <a:lnTo>
                    <a:pt x="0" y="8111"/>
                  </a:lnTo>
                  <a:lnTo>
                    <a:pt x="0" y="8111"/>
                  </a:lnTo>
                  <a:close/>
                  <a:moveTo>
                    <a:pt x="7234" y="11180"/>
                  </a:moveTo>
                  <a:lnTo>
                    <a:pt x="7234" y="11180"/>
                  </a:lnTo>
                  <a:lnTo>
                    <a:pt x="7282" y="11180"/>
                  </a:lnTo>
                  <a:lnTo>
                    <a:pt x="7282" y="11180"/>
                  </a:lnTo>
                  <a:lnTo>
                    <a:pt x="7453" y="11155"/>
                  </a:lnTo>
                  <a:lnTo>
                    <a:pt x="7623" y="11082"/>
                  </a:lnTo>
                  <a:lnTo>
                    <a:pt x="7794" y="10985"/>
                  </a:lnTo>
                  <a:lnTo>
                    <a:pt x="7916" y="10863"/>
                  </a:lnTo>
                  <a:lnTo>
                    <a:pt x="12007" y="6747"/>
                  </a:lnTo>
                  <a:lnTo>
                    <a:pt x="12007" y="6747"/>
                  </a:lnTo>
                  <a:lnTo>
                    <a:pt x="12105" y="6625"/>
                  </a:lnTo>
                  <a:lnTo>
                    <a:pt x="12153" y="6504"/>
                  </a:lnTo>
                  <a:lnTo>
                    <a:pt x="12202" y="6358"/>
                  </a:lnTo>
                  <a:lnTo>
                    <a:pt x="12202" y="6211"/>
                  </a:lnTo>
                  <a:lnTo>
                    <a:pt x="12202" y="6211"/>
                  </a:lnTo>
                  <a:lnTo>
                    <a:pt x="12178" y="6017"/>
                  </a:lnTo>
                  <a:lnTo>
                    <a:pt x="12129" y="5822"/>
                  </a:lnTo>
                  <a:lnTo>
                    <a:pt x="12032" y="5676"/>
                  </a:lnTo>
                  <a:lnTo>
                    <a:pt x="11886" y="5529"/>
                  </a:lnTo>
                  <a:lnTo>
                    <a:pt x="11886" y="5529"/>
                  </a:lnTo>
                  <a:lnTo>
                    <a:pt x="11764" y="5432"/>
                  </a:lnTo>
                  <a:lnTo>
                    <a:pt x="11618" y="5383"/>
                  </a:lnTo>
                  <a:lnTo>
                    <a:pt x="11472" y="5335"/>
                  </a:lnTo>
                  <a:lnTo>
                    <a:pt x="11325" y="5335"/>
                  </a:lnTo>
                  <a:lnTo>
                    <a:pt x="11325" y="5335"/>
                  </a:lnTo>
                  <a:lnTo>
                    <a:pt x="11131" y="5359"/>
                  </a:lnTo>
                  <a:lnTo>
                    <a:pt x="10960" y="5408"/>
                  </a:lnTo>
                  <a:lnTo>
                    <a:pt x="10790" y="5505"/>
                  </a:lnTo>
                  <a:lnTo>
                    <a:pt x="10643" y="5651"/>
                  </a:lnTo>
                  <a:lnTo>
                    <a:pt x="7161" y="8988"/>
                  </a:lnTo>
                  <a:lnTo>
                    <a:pt x="5797" y="7648"/>
                  </a:lnTo>
                  <a:lnTo>
                    <a:pt x="5797" y="7648"/>
                  </a:lnTo>
                  <a:lnTo>
                    <a:pt x="5675" y="7527"/>
                  </a:lnTo>
                  <a:lnTo>
                    <a:pt x="5505" y="7454"/>
                  </a:lnTo>
                  <a:lnTo>
                    <a:pt x="5358" y="7405"/>
                  </a:lnTo>
                  <a:lnTo>
                    <a:pt x="5188" y="7380"/>
                  </a:lnTo>
                  <a:lnTo>
                    <a:pt x="5188" y="7380"/>
                  </a:lnTo>
                  <a:lnTo>
                    <a:pt x="5017" y="7405"/>
                  </a:lnTo>
                  <a:lnTo>
                    <a:pt x="4847" y="7454"/>
                  </a:lnTo>
                  <a:lnTo>
                    <a:pt x="4701" y="7527"/>
                  </a:lnTo>
                  <a:lnTo>
                    <a:pt x="4555" y="7648"/>
                  </a:lnTo>
                  <a:lnTo>
                    <a:pt x="4555" y="7648"/>
                  </a:lnTo>
                  <a:lnTo>
                    <a:pt x="4457" y="7770"/>
                  </a:lnTo>
                  <a:lnTo>
                    <a:pt x="4360" y="7916"/>
                  </a:lnTo>
                  <a:lnTo>
                    <a:pt x="4311" y="8087"/>
                  </a:lnTo>
                  <a:lnTo>
                    <a:pt x="4311" y="8257"/>
                  </a:lnTo>
                  <a:lnTo>
                    <a:pt x="4311" y="8257"/>
                  </a:lnTo>
                  <a:lnTo>
                    <a:pt x="4311" y="8428"/>
                  </a:lnTo>
                  <a:lnTo>
                    <a:pt x="4360" y="8598"/>
                  </a:lnTo>
                  <a:lnTo>
                    <a:pt x="4457" y="8744"/>
                  </a:lnTo>
                  <a:lnTo>
                    <a:pt x="4555" y="8890"/>
                  </a:lnTo>
                  <a:lnTo>
                    <a:pt x="6601" y="10936"/>
                  </a:lnTo>
                  <a:lnTo>
                    <a:pt x="6601" y="10936"/>
                  </a:lnTo>
                  <a:lnTo>
                    <a:pt x="6747" y="11034"/>
                  </a:lnTo>
                  <a:lnTo>
                    <a:pt x="6893" y="11131"/>
                  </a:lnTo>
                  <a:lnTo>
                    <a:pt x="7063" y="11180"/>
                  </a:lnTo>
                  <a:lnTo>
                    <a:pt x="7234" y="11180"/>
                  </a:lnTo>
                  <a:lnTo>
                    <a:pt x="7234" y="11180"/>
                  </a:lnTo>
                  <a:close/>
                </a:path>
              </a:pathLst>
            </a:custGeom>
            <a:noFill/>
            <a:ln w="12175" cap="rnd" cmpd="sng">
              <a:solidFill>
                <a:srgbClr val="9FC5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color">
  <p:cSld name="Blank color">
    <p:bg>
      <p:bgPr>
        <a:solidFill>
          <a:srgbClr val="6FA8DC"/>
        </a:solidFill>
        <a:effectLst/>
      </p:bgPr>
    </p:bg>
    <p:spTree>
      <p:nvGrpSpPr>
        <p:cNvPr id="277" name="Shape 277"/>
        <p:cNvGrpSpPr/>
        <p:nvPr/>
      </p:nvGrpSpPr>
      <p:grpSpPr>
        <a:xfrm>
          <a:off x="0" y="0"/>
          <a:ext cx="0" cy="0"/>
          <a:chOff x="0" y="0"/>
          <a:chExt cx="0" cy="0"/>
        </a:xfrm>
      </p:grpSpPr>
      <p:sp>
        <p:nvSpPr>
          <p:cNvPr id="278" name="Google Shape;278;p26"/>
          <p:cNvSpPr txBox="1"/>
          <p:nvPr>
            <p:ph type="sldNum" idx="12"/>
          </p:nvPr>
        </p:nvSpPr>
        <p:spPr>
          <a:xfrm>
            <a:off x="109075" y="146024"/>
            <a:ext cx="1807200" cy="12528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400"/>
              <a:buFont typeface="Arial" panose="020B0604020202020204"/>
              <a:buNone/>
              <a:defRPr sz="9600" b="1" i="0" u="none" strike="noStrike" cap="none">
                <a:solidFill>
                  <a:srgbClr val="0B5394"/>
                </a:solidFill>
                <a:latin typeface="Montserrat"/>
                <a:ea typeface="Montserrat"/>
                <a:cs typeface="Montserrat"/>
                <a:sym typeface="Montserrat"/>
              </a:defRPr>
            </a:lvl1pPr>
            <a:lvl2pPr marL="0" marR="0" lvl="1" indent="0" algn="l" rtl="0">
              <a:lnSpc>
                <a:spcPct val="100000"/>
              </a:lnSpc>
              <a:spcBef>
                <a:spcPts val="0"/>
              </a:spcBef>
              <a:spcAft>
                <a:spcPts val="0"/>
              </a:spcAft>
              <a:buClr>
                <a:srgbClr val="000000"/>
              </a:buClr>
              <a:buSzPts val="1400"/>
              <a:buFont typeface="Arial" panose="020B0604020202020204"/>
              <a:buNone/>
              <a:defRPr sz="9600" b="1" i="0" u="none" strike="noStrike" cap="none">
                <a:solidFill>
                  <a:srgbClr val="0B5394"/>
                </a:solidFill>
                <a:latin typeface="Montserrat"/>
                <a:ea typeface="Montserrat"/>
                <a:cs typeface="Montserrat"/>
                <a:sym typeface="Montserrat"/>
              </a:defRPr>
            </a:lvl2pPr>
            <a:lvl3pPr marL="0" marR="0" lvl="2" indent="0" algn="l" rtl="0">
              <a:lnSpc>
                <a:spcPct val="100000"/>
              </a:lnSpc>
              <a:spcBef>
                <a:spcPts val="0"/>
              </a:spcBef>
              <a:spcAft>
                <a:spcPts val="0"/>
              </a:spcAft>
              <a:buClr>
                <a:srgbClr val="000000"/>
              </a:buClr>
              <a:buSzPts val="1400"/>
              <a:buFont typeface="Arial" panose="020B0604020202020204"/>
              <a:buNone/>
              <a:defRPr sz="9600" b="1" i="0" u="none" strike="noStrike" cap="none">
                <a:solidFill>
                  <a:srgbClr val="0B5394"/>
                </a:solidFill>
                <a:latin typeface="Montserrat"/>
                <a:ea typeface="Montserrat"/>
                <a:cs typeface="Montserrat"/>
                <a:sym typeface="Montserrat"/>
              </a:defRPr>
            </a:lvl3pPr>
            <a:lvl4pPr marL="0" marR="0" lvl="3" indent="0" algn="l" rtl="0">
              <a:lnSpc>
                <a:spcPct val="100000"/>
              </a:lnSpc>
              <a:spcBef>
                <a:spcPts val="0"/>
              </a:spcBef>
              <a:spcAft>
                <a:spcPts val="0"/>
              </a:spcAft>
              <a:buClr>
                <a:srgbClr val="000000"/>
              </a:buClr>
              <a:buSzPts val="1400"/>
              <a:buFont typeface="Arial" panose="020B0604020202020204"/>
              <a:buNone/>
              <a:defRPr sz="9600" b="1" i="0" u="none" strike="noStrike" cap="none">
                <a:solidFill>
                  <a:srgbClr val="0B5394"/>
                </a:solidFill>
                <a:latin typeface="Montserrat"/>
                <a:ea typeface="Montserrat"/>
                <a:cs typeface="Montserrat"/>
                <a:sym typeface="Montserrat"/>
              </a:defRPr>
            </a:lvl4pPr>
            <a:lvl5pPr marL="0" marR="0" lvl="4" indent="0" algn="l" rtl="0">
              <a:lnSpc>
                <a:spcPct val="100000"/>
              </a:lnSpc>
              <a:spcBef>
                <a:spcPts val="0"/>
              </a:spcBef>
              <a:spcAft>
                <a:spcPts val="0"/>
              </a:spcAft>
              <a:buClr>
                <a:srgbClr val="000000"/>
              </a:buClr>
              <a:buSzPts val="1400"/>
              <a:buFont typeface="Arial" panose="020B0604020202020204"/>
              <a:buNone/>
              <a:defRPr sz="9600" b="1" i="0" u="none" strike="noStrike" cap="none">
                <a:solidFill>
                  <a:srgbClr val="0B5394"/>
                </a:solidFill>
                <a:latin typeface="Montserrat"/>
                <a:ea typeface="Montserrat"/>
                <a:cs typeface="Montserrat"/>
                <a:sym typeface="Montserrat"/>
              </a:defRPr>
            </a:lvl5pPr>
            <a:lvl6pPr marL="0" marR="0" lvl="5" indent="0" algn="l" rtl="0">
              <a:lnSpc>
                <a:spcPct val="100000"/>
              </a:lnSpc>
              <a:spcBef>
                <a:spcPts val="0"/>
              </a:spcBef>
              <a:spcAft>
                <a:spcPts val="0"/>
              </a:spcAft>
              <a:buClr>
                <a:srgbClr val="000000"/>
              </a:buClr>
              <a:buSzPts val="1400"/>
              <a:buFont typeface="Arial" panose="020B0604020202020204"/>
              <a:buNone/>
              <a:defRPr sz="9600" b="1" i="0" u="none" strike="noStrike" cap="none">
                <a:solidFill>
                  <a:srgbClr val="0B5394"/>
                </a:solidFill>
                <a:latin typeface="Montserrat"/>
                <a:ea typeface="Montserrat"/>
                <a:cs typeface="Montserrat"/>
                <a:sym typeface="Montserrat"/>
              </a:defRPr>
            </a:lvl6pPr>
            <a:lvl7pPr marL="0" marR="0" lvl="6" indent="0" algn="l" rtl="0">
              <a:lnSpc>
                <a:spcPct val="100000"/>
              </a:lnSpc>
              <a:spcBef>
                <a:spcPts val="0"/>
              </a:spcBef>
              <a:spcAft>
                <a:spcPts val="0"/>
              </a:spcAft>
              <a:buClr>
                <a:srgbClr val="000000"/>
              </a:buClr>
              <a:buSzPts val="1400"/>
              <a:buFont typeface="Arial" panose="020B0604020202020204"/>
              <a:buNone/>
              <a:defRPr sz="9600" b="1" i="0" u="none" strike="noStrike" cap="none">
                <a:solidFill>
                  <a:srgbClr val="0B5394"/>
                </a:solidFill>
                <a:latin typeface="Montserrat"/>
                <a:ea typeface="Montserrat"/>
                <a:cs typeface="Montserrat"/>
                <a:sym typeface="Montserrat"/>
              </a:defRPr>
            </a:lvl7pPr>
            <a:lvl8pPr marL="0" marR="0" lvl="7" indent="0" algn="l" rtl="0">
              <a:lnSpc>
                <a:spcPct val="100000"/>
              </a:lnSpc>
              <a:spcBef>
                <a:spcPts val="0"/>
              </a:spcBef>
              <a:spcAft>
                <a:spcPts val="0"/>
              </a:spcAft>
              <a:buClr>
                <a:srgbClr val="000000"/>
              </a:buClr>
              <a:buSzPts val="1400"/>
              <a:buFont typeface="Arial" panose="020B0604020202020204"/>
              <a:buNone/>
              <a:defRPr sz="9600" b="1" i="0" u="none" strike="noStrike" cap="none">
                <a:solidFill>
                  <a:srgbClr val="0B5394"/>
                </a:solidFill>
                <a:latin typeface="Montserrat"/>
                <a:ea typeface="Montserrat"/>
                <a:cs typeface="Montserrat"/>
                <a:sym typeface="Montserrat"/>
              </a:defRPr>
            </a:lvl8pPr>
            <a:lvl9pPr marL="0" marR="0" lvl="8" indent="0" algn="l" rtl="0">
              <a:lnSpc>
                <a:spcPct val="100000"/>
              </a:lnSpc>
              <a:spcBef>
                <a:spcPts val="0"/>
              </a:spcBef>
              <a:spcAft>
                <a:spcPts val="0"/>
              </a:spcAft>
              <a:buClr>
                <a:srgbClr val="000000"/>
              </a:buClr>
              <a:buSzPts val="1400"/>
              <a:buFont typeface="Arial" panose="020B0604020202020204"/>
              <a:buNone/>
              <a:defRPr sz="9600" b="1" i="0" u="none" strike="noStrike" cap="none">
                <a:solidFill>
                  <a:srgbClr val="0B5394"/>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279" name="Shape 279"/>
        <p:cNvGrpSpPr/>
        <p:nvPr/>
      </p:nvGrpSpPr>
      <p:grpSpPr>
        <a:xfrm>
          <a:off x="0" y="0"/>
          <a:ext cx="0" cy="0"/>
          <a:chOff x="0" y="0"/>
          <a:chExt cx="0" cy="0"/>
        </a:xfrm>
      </p:grpSpPr>
      <p:sp>
        <p:nvSpPr>
          <p:cNvPr id="280" name="Google Shape;280;p27"/>
          <p:cNvSpPr/>
          <p:nvPr>
            <p:ph type="pic" idx="2"/>
          </p:nvPr>
        </p:nvSpPr>
        <p:spPr>
          <a:xfrm>
            <a:off x="1" y="0"/>
            <a:ext cx="5437500" cy="5143500"/>
          </a:xfrm>
          <a:prstGeom prst="rect">
            <a:avLst/>
          </a:prstGeom>
          <a:solidFill>
            <a:srgbClr val="7F7F7F"/>
          </a:solidFill>
          <a:ln>
            <a:noFill/>
          </a:ln>
        </p:spPr>
      </p:sp>
      <p:grpSp>
        <p:nvGrpSpPr>
          <p:cNvPr id="281" name="Google Shape;281;p27"/>
          <p:cNvGrpSpPr/>
          <p:nvPr/>
        </p:nvGrpSpPr>
        <p:grpSpPr>
          <a:xfrm flipH="1">
            <a:off x="3086924" y="189451"/>
            <a:ext cx="5575027" cy="4497078"/>
            <a:chOff x="252031" y="391887"/>
            <a:chExt cx="7433369" cy="6215727"/>
          </a:xfrm>
        </p:grpSpPr>
        <p:sp>
          <p:nvSpPr>
            <p:cNvPr id="282" name="Google Shape;282;p27"/>
            <p:cNvSpPr/>
            <p:nvPr/>
          </p:nvSpPr>
          <p:spPr>
            <a:xfrm>
              <a:off x="609600" y="391887"/>
              <a:ext cx="7075800" cy="5878200"/>
            </a:xfrm>
            <a:prstGeom prst="rect">
              <a:avLst/>
            </a:prstGeom>
            <a:noFill/>
            <a:ln w="127000" cap="flat" cmpd="sng">
              <a:solidFill>
                <a:srgbClr val="2F334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83" name="Google Shape;283;p27"/>
            <p:cNvSpPr/>
            <p:nvPr/>
          </p:nvSpPr>
          <p:spPr>
            <a:xfrm>
              <a:off x="979713" y="1181214"/>
              <a:ext cx="6117900" cy="5426400"/>
            </a:xfrm>
            <a:prstGeom prst="rect">
              <a:avLst/>
            </a:prstGeom>
            <a:gradFill>
              <a:gsLst>
                <a:gs pos="0">
                  <a:srgbClr val="038B30">
                    <a:alpha val="69803"/>
                  </a:srgbClr>
                </a:gs>
                <a:gs pos="50000">
                  <a:srgbClr val="05EE55">
                    <a:alpha val="69803"/>
                  </a:srgbClr>
                </a:gs>
                <a:gs pos="100000">
                  <a:srgbClr val="C0F400">
                    <a:alpha val="69803"/>
                  </a:srgbClr>
                </a:gs>
              </a:gsLst>
              <a:lin ang="16200038"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Arial" panose="020B0604020202020204"/>
                <a:buNone/>
              </a:pPr>
              <a:r>
                <a:rPr lang="en-GB" sz="1400" b="0" i="0" u="none" strike="noStrike" cap="none">
                  <a:solidFill>
                    <a:srgbClr val="FFFFFF"/>
                  </a:solidFill>
                  <a:latin typeface="Arial" panose="020B0604020202020204"/>
                  <a:ea typeface="Arial" panose="020B0604020202020204"/>
                  <a:cs typeface="Arial" panose="020B0604020202020204"/>
                  <a:sym typeface="Arial" panose="020B0604020202020204"/>
                </a:rPr>
                <a:t>2</a:t>
              </a:r>
              <a:endParaRPr lang="en-GB"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FFFFFF"/>
                </a:buClr>
                <a:buSzPts val="1400"/>
                <a:buFont typeface="Arial" panose="020B0604020202020204"/>
                <a:buNone/>
              </a:pPr>
              <a:r>
                <a:rPr lang="en-GB" sz="1400" b="0" i="0" u="none" strike="noStrike" cap="none">
                  <a:solidFill>
                    <a:srgbClr val="FFFFFF"/>
                  </a:solidFill>
                  <a:latin typeface="Arial" panose="020B0604020202020204"/>
                  <a:ea typeface="Arial" panose="020B0604020202020204"/>
                  <a:cs typeface="Arial" panose="020B0604020202020204"/>
                  <a:sym typeface="Arial" panose="020B0604020202020204"/>
                </a:rPr>
                <a:t>+</a:t>
              </a:r>
              <a:endParaRPr lang="en-GB"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84" name="Google Shape;284;p27"/>
            <p:cNvSpPr/>
            <p:nvPr/>
          </p:nvSpPr>
          <p:spPr>
            <a:xfrm>
              <a:off x="252031" y="655467"/>
              <a:ext cx="6475200" cy="5701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grpSp>
      <p:sp>
        <p:nvSpPr>
          <p:cNvPr id="285" name="Google Shape;285;p27"/>
          <p:cNvSpPr txBox="1"/>
          <p:nvPr>
            <p:ph type="title"/>
          </p:nvPr>
        </p:nvSpPr>
        <p:spPr>
          <a:xfrm>
            <a:off x="4132906" y="687330"/>
            <a:ext cx="4588200" cy="430500"/>
          </a:xfrm>
          <a:prstGeom prst="rect">
            <a:avLst/>
          </a:prstGeom>
          <a:noFill/>
          <a:ln>
            <a:noFill/>
          </a:ln>
        </p:spPr>
        <p:txBody>
          <a:bodyPr spcFirstLastPara="1" wrap="square" lIns="0" tIns="34275" rIns="0" bIns="34275" anchor="ctr" anchorCtr="0">
            <a:noAutofit/>
          </a:bodyPr>
          <a:lstStyle>
            <a:lvl1pPr lvl="0" algn="ctr" rtl="0">
              <a:lnSpc>
                <a:spcPct val="90000"/>
              </a:lnSpc>
              <a:spcBef>
                <a:spcPts val="0"/>
              </a:spcBef>
              <a:spcAft>
                <a:spcPts val="0"/>
              </a:spcAft>
              <a:buClr>
                <a:srgbClr val="2F3342"/>
              </a:buClr>
              <a:buSzPts val="2400"/>
              <a:buFont typeface="Calibri" panose="020F0502020204030204"/>
              <a:buNone/>
              <a:defRPr sz="2400" b="1">
                <a:solidFill>
                  <a:srgbClr val="2F3342"/>
                </a:solidFill>
                <a:latin typeface="Calibri" panose="020F0502020204030204"/>
                <a:ea typeface="Calibri" panose="020F0502020204030204"/>
                <a:cs typeface="Calibri" panose="020F0502020204030204"/>
                <a:sym typeface="Calibri" panose="020F0502020204030204"/>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86" name="Google Shape;286;p27"/>
          <p:cNvSpPr txBox="1"/>
          <p:nvPr>
            <p:ph type="body" idx="1"/>
          </p:nvPr>
        </p:nvSpPr>
        <p:spPr>
          <a:xfrm>
            <a:off x="4132906" y="1472005"/>
            <a:ext cx="4588200" cy="2757000"/>
          </a:xfrm>
          <a:prstGeom prst="rect">
            <a:avLst/>
          </a:prstGeom>
          <a:noFill/>
          <a:ln>
            <a:noFill/>
          </a:ln>
        </p:spPr>
        <p:txBody>
          <a:bodyPr spcFirstLastPara="1" wrap="square" lIns="0" tIns="34275" rIns="0" bIns="34275" anchor="t" anchorCtr="0">
            <a:normAutofit/>
          </a:bodyPr>
          <a:lstStyle>
            <a:lvl1pPr marL="457200" lvl="0" indent="-304800" algn="l" rtl="0">
              <a:lnSpc>
                <a:spcPct val="150000"/>
              </a:lnSpc>
              <a:spcBef>
                <a:spcPts val="750"/>
              </a:spcBef>
              <a:spcAft>
                <a:spcPts val="0"/>
              </a:spcAft>
              <a:buClr>
                <a:srgbClr val="2F3342"/>
              </a:buClr>
              <a:buSzPts val="1200"/>
              <a:buChar char="●"/>
              <a:defRPr sz="1200">
                <a:solidFill>
                  <a:srgbClr val="2F3342"/>
                </a:solidFill>
              </a:defRPr>
            </a:lvl1pPr>
            <a:lvl2pPr marL="914400" lvl="1" indent="-304800" algn="l" rtl="0">
              <a:lnSpc>
                <a:spcPct val="150000"/>
              </a:lnSpc>
              <a:spcBef>
                <a:spcPts val="1200"/>
              </a:spcBef>
              <a:spcAft>
                <a:spcPts val="0"/>
              </a:spcAft>
              <a:buClr>
                <a:srgbClr val="2F3342"/>
              </a:buClr>
              <a:buSzPts val="1200"/>
              <a:buChar char="○"/>
              <a:defRPr sz="1200">
                <a:solidFill>
                  <a:srgbClr val="2F3342"/>
                </a:solidFill>
              </a:defRPr>
            </a:lvl2pPr>
            <a:lvl3pPr marL="1371600" lvl="2" indent="-298450" algn="l" rtl="0">
              <a:lnSpc>
                <a:spcPct val="150000"/>
              </a:lnSpc>
              <a:spcBef>
                <a:spcPts val="1200"/>
              </a:spcBef>
              <a:spcAft>
                <a:spcPts val="0"/>
              </a:spcAft>
              <a:buClr>
                <a:srgbClr val="2F3342"/>
              </a:buClr>
              <a:buSzPts val="1100"/>
              <a:buChar char="■"/>
              <a:defRPr sz="1100">
                <a:solidFill>
                  <a:srgbClr val="2F3342"/>
                </a:solidFill>
              </a:defRPr>
            </a:lvl3pPr>
            <a:lvl4pPr marL="1828800" lvl="3" indent="-285750" algn="l" rtl="0">
              <a:lnSpc>
                <a:spcPct val="150000"/>
              </a:lnSpc>
              <a:spcBef>
                <a:spcPts val="1200"/>
              </a:spcBef>
              <a:spcAft>
                <a:spcPts val="0"/>
              </a:spcAft>
              <a:buClr>
                <a:srgbClr val="2F3342"/>
              </a:buClr>
              <a:buSzPts val="900"/>
              <a:buChar char="●"/>
              <a:defRPr sz="900">
                <a:solidFill>
                  <a:srgbClr val="2F3342"/>
                </a:solidFill>
              </a:defRPr>
            </a:lvl4pPr>
            <a:lvl5pPr marL="2286000" lvl="4" indent="-285750" algn="l" rtl="0">
              <a:lnSpc>
                <a:spcPct val="150000"/>
              </a:lnSpc>
              <a:spcBef>
                <a:spcPts val="1200"/>
              </a:spcBef>
              <a:spcAft>
                <a:spcPts val="0"/>
              </a:spcAft>
              <a:buClr>
                <a:srgbClr val="2F3342"/>
              </a:buClr>
              <a:buSzPts val="900"/>
              <a:buChar char="○"/>
              <a:defRPr sz="900">
                <a:solidFill>
                  <a:srgbClr val="2F3342"/>
                </a:solidFill>
              </a:defRPr>
            </a:lvl5pPr>
            <a:lvl6pPr marL="2743200" lvl="5" indent="-342900" algn="l" rtl="0">
              <a:lnSpc>
                <a:spcPct val="90000"/>
              </a:lnSpc>
              <a:spcBef>
                <a:spcPts val="1200"/>
              </a:spcBef>
              <a:spcAft>
                <a:spcPts val="0"/>
              </a:spcAft>
              <a:buClr>
                <a:schemeClr val="dk1"/>
              </a:buClr>
              <a:buSzPts val="1800"/>
              <a:buChar char="■"/>
              <a:defRPr/>
            </a:lvl6pPr>
            <a:lvl7pPr marL="3200400" lvl="6" indent="-342900" algn="l" rtl="0">
              <a:lnSpc>
                <a:spcPct val="90000"/>
              </a:lnSpc>
              <a:spcBef>
                <a:spcPts val="1200"/>
              </a:spcBef>
              <a:spcAft>
                <a:spcPts val="0"/>
              </a:spcAft>
              <a:buClr>
                <a:schemeClr val="dk1"/>
              </a:buClr>
              <a:buSzPts val="1800"/>
              <a:buChar char="●"/>
              <a:defRPr/>
            </a:lvl7pPr>
            <a:lvl8pPr marL="3657600" lvl="7" indent="-342900" algn="l" rtl="0">
              <a:lnSpc>
                <a:spcPct val="90000"/>
              </a:lnSpc>
              <a:spcBef>
                <a:spcPts val="1200"/>
              </a:spcBef>
              <a:spcAft>
                <a:spcPts val="0"/>
              </a:spcAft>
              <a:buClr>
                <a:schemeClr val="dk1"/>
              </a:buClr>
              <a:buSzPts val="1800"/>
              <a:buChar char="○"/>
              <a:defRPr/>
            </a:lvl8pPr>
            <a:lvl9pPr marL="4114800" lvl="8" indent="-342900" algn="l" rtl="0">
              <a:lnSpc>
                <a:spcPct val="90000"/>
              </a:lnSpc>
              <a:spcBef>
                <a:spcPts val="1200"/>
              </a:spcBef>
              <a:spcAft>
                <a:spcPts val="1200"/>
              </a:spcAft>
              <a:buClr>
                <a:schemeClr val="dk1"/>
              </a:buClr>
              <a:buSzPts val="1800"/>
              <a:buChar char="■"/>
              <a:defRPr/>
            </a:lvl9pPr>
          </a:lstStyle>
          <a:p/>
        </p:txBody>
      </p:sp>
      <p:sp>
        <p:nvSpPr>
          <p:cNvPr id="287" name="Google Shape;287;p27"/>
          <p:cNvSpPr txBox="1"/>
          <p:nvPr>
            <p:ph type="body" idx="3"/>
          </p:nvPr>
        </p:nvSpPr>
        <p:spPr>
          <a:xfrm>
            <a:off x="4151860" y="1166267"/>
            <a:ext cx="4557600" cy="305700"/>
          </a:xfrm>
          <a:prstGeom prst="rect">
            <a:avLst/>
          </a:prstGeom>
          <a:noFill/>
          <a:ln>
            <a:noFill/>
          </a:ln>
        </p:spPr>
        <p:txBody>
          <a:bodyPr spcFirstLastPara="1" wrap="square" lIns="0" tIns="34275" rIns="0" bIns="34275" anchor="t" anchorCtr="0">
            <a:noAutofit/>
          </a:bodyPr>
          <a:lstStyle>
            <a:lvl1pPr marL="457200" lvl="0" indent="-228600" algn="l" rtl="0">
              <a:lnSpc>
                <a:spcPct val="90000"/>
              </a:lnSpc>
              <a:spcBef>
                <a:spcPts val="750"/>
              </a:spcBef>
              <a:spcAft>
                <a:spcPts val="0"/>
              </a:spcAft>
              <a:buClr>
                <a:srgbClr val="2F3342"/>
              </a:buClr>
              <a:buSzPts val="1500"/>
              <a:buNone/>
              <a:defRPr sz="1500">
                <a:solidFill>
                  <a:srgbClr val="2F3342"/>
                </a:solidFill>
                <a:latin typeface="Calibri" panose="020F0502020204030204"/>
                <a:ea typeface="Calibri" panose="020F0502020204030204"/>
                <a:cs typeface="Calibri" panose="020F0502020204030204"/>
                <a:sym typeface="Calibri" panose="020F0502020204030204"/>
              </a:defRPr>
            </a:lvl1pPr>
            <a:lvl2pPr marL="914400" lvl="1" indent="-228600" algn="l" rtl="0">
              <a:lnSpc>
                <a:spcPct val="90000"/>
              </a:lnSpc>
              <a:spcBef>
                <a:spcPts val="1200"/>
              </a:spcBef>
              <a:spcAft>
                <a:spcPts val="0"/>
              </a:spcAft>
              <a:buClr>
                <a:srgbClr val="888888"/>
              </a:buClr>
              <a:buSzPts val="1500"/>
              <a:buNone/>
              <a:defRPr sz="1500">
                <a:solidFill>
                  <a:srgbClr val="888888"/>
                </a:solidFill>
              </a:defRPr>
            </a:lvl2pPr>
            <a:lvl3pPr marL="1371600" lvl="2" indent="-228600" algn="l" rtl="0">
              <a:lnSpc>
                <a:spcPct val="90000"/>
              </a:lnSpc>
              <a:spcBef>
                <a:spcPts val="1200"/>
              </a:spcBef>
              <a:spcAft>
                <a:spcPts val="0"/>
              </a:spcAft>
              <a:buClr>
                <a:srgbClr val="888888"/>
              </a:buClr>
              <a:buSzPts val="1400"/>
              <a:buNone/>
              <a:defRPr sz="1400">
                <a:solidFill>
                  <a:srgbClr val="888888"/>
                </a:solidFill>
              </a:defRPr>
            </a:lvl3pPr>
            <a:lvl4pPr marL="1828800" lvl="3" indent="-228600" algn="l" rtl="0">
              <a:lnSpc>
                <a:spcPct val="90000"/>
              </a:lnSpc>
              <a:spcBef>
                <a:spcPts val="1200"/>
              </a:spcBef>
              <a:spcAft>
                <a:spcPts val="0"/>
              </a:spcAft>
              <a:buClr>
                <a:srgbClr val="888888"/>
              </a:buClr>
              <a:buSzPts val="1200"/>
              <a:buNone/>
              <a:defRPr sz="1200">
                <a:solidFill>
                  <a:srgbClr val="888888"/>
                </a:solidFill>
              </a:defRPr>
            </a:lvl4pPr>
            <a:lvl5pPr marL="2286000" lvl="4" indent="-228600" algn="l" rtl="0">
              <a:lnSpc>
                <a:spcPct val="90000"/>
              </a:lnSpc>
              <a:spcBef>
                <a:spcPts val="1200"/>
              </a:spcBef>
              <a:spcAft>
                <a:spcPts val="0"/>
              </a:spcAft>
              <a:buClr>
                <a:srgbClr val="888888"/>
              </a:buClr>
              <a:buSzPts val="1200"/>
              <a:buNone/>
              <a:defRPr sz="1200">
                <a:solidFill>
                  <a:srgbClr val="888888"/>
                </a:solidFill>
              </a:defRPr>
            </a:lvl5pPr>
            <a:lvl6pPr marL="2743200" lvl="5" indent="-228600" algn="l" rtl="0">
              <a:lnSpc>
                <a:spcPct val="90000"/>
              </a:lnSpc>
              <a:spcBef>
                <a:spcPts val="1200"/>
              </a:spcBef>
              <a:spcAft>
                <a:spcPts val="0"/>
              </a:spcAft>
              <a:buClr>
                <a:srgbClr val="888888"/>
              </a:buClr>
              <a:buSzPts val="1200"/>
              <a:buNone/>
              <a:defRPr sz="1200">
                <a:solidFill>
                  <a:srgbClr val="888888"/>
                </a:solidFill>
              </a:defRPr>
            </a:lvl6pPr>
            <a:lvl7pPr marL="3200400" lvl="6" indent="-228600" algn="l" rtl="0">
              <a:lnSpc>
                <a:spcPct val="90000"/>
              </a:lnSpc>
              <a:spcBef>
                <a:spcPts val="1200"/>
              </a:spcBef>
              <a:spcAft>
                <a:spcPts val="0"/>
              </a:spcAft>
              <a:buClr>
                <a:srgbClr val="888888"/>
              </a:buClr>
              <a:buSzPts val="1200"/>
              <a:buNone/>
              <a:defRPr sz="1200">
                <a:solidFill>
                  <a:srgbClr val="888888"/>
                </a:solidFill>
              </a:defRPr>
            </a:lvl7pPr>
            <a:lvl8pPr marL="3657600" lvl="7" indent="-228600" algn="l" rtl="0">
              <a:lnSpc>
                <a:spcPct val="90000"/>
              </a:lnSpc>
              <a:spcBef>
                <a:spcPts val="1200"/>
              </a:spcBef>
              <a:spcAft>
                <a:spcPts val="0"/>
              </a:spcAft>
              <a:buClr>
                <a:srgbClr val="888888"/>
              </a:buClr>
              <a:buSzPts val="1200"/>
              <a:buNone/>
              <a:defRPr sz="1200">
                <a:solidFill>
                  <a:srgbClr val="888888"/>
                </a:solidFill>
              </a:defRPr>
            </a:lvl8pPr>
            <a:lvl9pPr marL="4114800" lvl="8" indent="-228600" algn="l" rtl="0">
              <a:lnSpc>
                <a:spcPct val="90000"/>
              </a:lnSpc>
              <a:spcBef>
                <a:spcPts val="1200"/>
              </a:spcBef>
              <a:spcAft>
                <a:spcPts val="1200"/>
              </a:spcAft>
              <a:buClr>
                <a:srgbClr val="888888"/>
              </a:buClr>
              <a:buSzPts val="1200"/>
              <a:buNone/>
              <a:defRPr sz="1200">
                <a:solidFill>
                  <a:srgbClr val="888888"/>
                </a:solidFill>
              </a:defRPr>
            </a:lvl9pPr>
          </a:lstStyle>
          <a:p/>
        </p:txBody>
      </p:sp>
      <p:sp>
        <p:nvSpPr>
          <p:cNvPr id="288" name="Google Shape;288;p27"/>
          <p:cNvSpPr txBox="1"/>
          <p:nvPr>
            <p:ph type="sldNum" idx="12"/>
          </p:nvPr>
        </p:nvSpPr>
        <p:spPr>
          <a:xfrm>
            <a:off x="8661952" y="4810238"/>
            <a:ext cx="482100" cy="306000"/>
          </a:xfrm>
          <a:prstGeom prst="rect">
            <a:avLst/>
          </a:prstGeom>
          <a:noFill/>
          <a:ln>
            <a:noFill/>
          </a:ln>
        </p:spPr>
        <p:txBody>
          <a:bodyPr spcFirstLastPara="1" wrap="square" lIns="68550" tIns="34275" rIns="68550" bIns="34275" anchor="ctr" anchorCtr="0">
            <a:normAutofit/>
          </a:bodyPr>
          <a:lstStyle>
            <a:lvl1pPr marL="0" lvl="0" indent="0" algn="ctr" rtl="0">
              <a:lnSpc>
                <a:spcPct val="100000"/>
              </a:lnSpc>
              <a:spcBef>
                <a:spcPts val="0"/>
              </a:spcBef>
              <a:spcAft>
                <a:spcPts val="0"/>
              </a:spcAft>
              <a:buClr>
                <a:srgbClr val="FFFFFF"/>
              </a:buClr>
              <a:buSzPts val="900"/>
              <a:buFont typeface="Arial" panose="020B0604020202020204"/>
              <a:buNone/>
              <a:defRPr>
                <a:solidFill>
                  <a:srgbClr val="FFFFFF"/>
                </a:solidFill>
              </a:defRPr>
            </a:lvl1pPr>
            <a:lvl2pPr marL="0" lvl="1" indent="0" algn="ctr" rtl="0">
              <a:lnSpc>
                <a:spcPct val="100000"/>
              </a:lnSpc>
              <a:spcBef>
                <a:spcPts val="0"/>
              </a:spcBef>
              <a:spcAft>
                <a:spcPts val="0"/>
              </a:spcAft>
              <a:buClr>
                <a:srgbClr val="FFFFFF"/>
              </a:buClr>
              <a:buSzPts val="900"/>
              <a:buFont typeface="Arial" panose="020B0604020202020204"/>
              <a:buNone/>
              <a:defRPr>
                <a:solidFill>
                  <a:srgbClr val="FFFFFF"/>
                </a:solidFill>
              </a:defRPr>
            </a:lvl2pPr>
            <a:lvl3pPr marL="0" lvl="2" indent="0" algn="ctr" rtl="0">
              <a:lnSpc>
                <a:spcPct val="100000"/>
              </a:lnSpc>
              <a:spcBef>
                <a:spcPts val="0"/>
              </a:spcBef>
              <a:spcAft>
                <a:spcPts val="0"/>
              </a:spcAft>
              <a:buClr>
                <a:srgbClr val="FFFFFF"/>
              </a:buClr>
              <a:buSzPts val="900"/>
              <a:buFont typeface="Arial" panose="020B0604020202020204"/>
              <a:buNone/>
              <a:defRPr>
                <a:solidFill>
                  <a:srgbClr val="FFFFFF"/>
                </a:solidFill>
              </a:defRPr>
            </a:lvl3pPr>
            <a:lvl4pPr marL="0" lvl="3" indent="0" algn="ctr" rtl="0">
              <a:lnSpc>
                <a:spcPct val="100000"/>
              </a:lnSpc>
              <a:spcBef>
                <a:spcPts val="0"/>
              </a:spcBef>
              <a:spcAft>
                <a:spcPts val="0"/>
              </a:spcAft>
              <a:buClr>
                <a:srgbClr val="FFFFFF"/>
              </a:buClr>
              <a:buSzPts val="900"/>
              <a:buFont typeface="Arial" panose="020B0604020202020204"/>
              <a:buNone/>
              <a:defRPr>
                <a:solidFill>
                  <a:srgbClr val="FFFFFF"/>
                </a:solidFill>
              </a:defRPr>
            </a:lvl4pPr>
            <a:lvl5pPr marL="0" lvl="4" indent="0" algn="ctr" rtl="0">
              <a:lnSpc>
                <a:spcPct val="100000"/>
              </a:lnSpc>
              <a:spcBef>
                <a:spcPts val="0"/>
              </a:spcBef>
              <a:spcAft>
                <a:spcPts val="0"/>
              </a:spcAft>
              <a:buClr>
                <a:srgbClr val="FFFFFF"/>
              </a:buClr>
              <a:buSzPts val="900"/>
              <a:buFont typeface="Arial" panose="020B0604020202020204"/>
              <a:buNone/>
              <a:defRPr>
                <a:solidFill>
                  <a:srgbClr val="FFFFFF"/>
                </a:solidFill>
              </a:defRPr>
            </a:lvl5pPr>
            <a:lvl6pPr marL="0" lvl="5" indent="0" algn="ctr" rtl="0">
              <a:lnSpc>
                <a:spcPct val="100000"/>
              </a:lnSpc>
              <a:spcBef>
                <a:spcPts val="0"/>
              </a:spcBef>
              <a:spcAft>
                <a:spcPts val="0"/>
              </a:spcAft>
              <a:buClr>
                <a:srgbClr val="FFFFFF"/>
              </a:buClr>
              <a:buSzPts val="900"/>
              <a:buFont typeface="Arial" panose="020B0604020202020204"/>
              <a:buNone/>
              <a:defRPr>
                <a:solidFill>
                  <a:srgbClr val="FFFFFF"/>
                </a:solidFill>
              </a:defRPr>
            </a:lvl6pPr>
            <a:lvl7pPr marL="0" lvl="6" indent="0" algn="ctr" rtl="0">
              <a:lnSpc>
                <a:spcPct val="100000"/>
              </a:lnSpc>
              <a:spcBef>
                <a:spcPts val="0"/>
              </a:spcBef>
              <a:spcAft>
                <a:spcPts val="0"/>
              </a:spcAft>
              <a:buClr>
                <a:srgbClr val="FFFFFF"/>
              </a:buClr>
              <a:buSzPts val="900"/>
              <a:buFont typeface="Arial" panose="020B0604020202020204"/>
              <a:buNone/>
              <a:defRPr>
                <a:solidFill>
                  <a:srgbClr val="FFFFFF"/>
                </a:solidFill>
              </a:defRPr>
            </a:lvl7pPr>
            <a:lvl8pPr marL="0" lvl="7" indent="0" algn="ctr" rtl="0">
              <a:lnSpc>
                <a:spcPct val="100000"/>
              </a:lnSpc>
              <a:spcBef>
                <a:spcPts val="0"/>
              </a:spcBef>
              <a:spcAft>
                <a:spcPts val="0"/>
              </a:spcAft>
              <a:buClr>
                <a:srgbClr val="FFFFFF"/>
              </a:buClr>
              <a:buSzPts val="900"/>
              <a:buFont typeface="Arial" panose="020B0604020202020204"/>
              <a:buNone/>
              <a:defRPr>
                <a:solidFill>
                  <a:srgbClr val="FFFFFF"/>
                </a:solidFill>
              </a:defRPr>
            </a:lvl8pPr>
            <a:lvl9pPr marL="0" lvl="8" indent="0" algn="ctr" rtl="0">
              <a:lnSpc>
                <a:spcPct val="100000"/>
              </a:lnSpc>
              <a:spcBef>
                <a:spcPts val="0"/>
              </a:spcBef>
              <a:spcAft>
                <a:spcPts val="0"/>
              </a:spcAft>
              <a:buClr>
                <a:srgbClr val="FFFFFF"/>
              </a:buClr>
              <a:buSzPts val="900"/>
              <a:buFont typeface="Arial" panose="020B0604020202020204"/>
              <a:buNone/>
              <a:defRPr>
                <a:solidFill>
                  <a:srgbClr val="FFFFFF"/>
                </a:solidFill>
              </a:defRPr>
            </a:lvl9pPr>
          </a:lstStyle>
          <a:p>
            <a:pPr marL="0" lvl="0" indent="0" algn="ct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rt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52" name="Google Shape;52;p13"/>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marL="914400" lvl="1" indent="-317500" rtl="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marL="1371600" lvl="2" indent="-317500" rtl="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marL="1828800" lvl="3" indent="-317500" rtl="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marL="2286000" lvl="4" indent="-317500" rtl="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marL="2743200" lvl="5" indent="-317500" rtl="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marL="3200400" lvl="6" indent="-317500" rtl="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marL="3657600" lvl="7" indent="-317500" rtl="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marL="4114800" lvl="8" indent="-317500" rtl="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53" name="Google Shape;53;p13"/>
          <p:cNvSpPr txBox="1"/>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accent3"/>
                </a:solidFill>
                <a:latin typeface="Average"/>
                <a:ea typeface="Average"/>
                <a:cs typeface="Average"/>
                <a:sym typeface="Average"/>
              </a:defRPr>
            </a:lvl1pPr>
            <a:lvl2pPr lvl="1" algn="r" rtl="0">
              <a:buNone/>
              <a:defRPr sz="1000">
                <a:solidFill>
                  <a:schemeClr val="accent3"/>
                </a:solidFill>
                <a:latin typeface="Average"/>
                <a:ea typeface="Average"/>
                <a:cs typeface="Average"/>
                <a:sym typeface="Average"/>
              </a:defRPr>
            </a:lvl2pPr>
            <a:lvl3pPr lvl="2" algn="r" rtl="0">
              <a:buNone/>
              <a:defRPr sz="1000">
                <a:solidFill>
                  <a:schemeClr val="accent3"/>
                </a:solidFill>
                <a:latin typeface="Average"/>
                <a:ea typeface="Average"/>
                <a:cs typeface="Average"/>
                <a:sym typeface="Average"/>
              </a:defRPr>
            </a:lvl3pPr>
            <a:lvl4pPr lvl="3" algn="r" rtl="0">
              <a:buNone/>
              <a:defRPr sz="1000">
                <a:solidFill>
                  <a:schemeClr val="accent3"/>
                </a:solidFill>
                <a:latin typeface="Average"/>
                <a:ea typeface="Average"/>
                <a:cs typeface="Average"/>
                <a:sym typeface="Average"/>
              </a:defRPr>
            </a:lvl4pPr>
            <a:lvl5pPr lvl="4" algn="r" rtl="0">
              <a:buNone/>
              <a:defRPr sz="1000">
                <a:solidFill>
                  <a:schemeClr val="accent3"/>
                </a:solidFill>
                <a:latin typeface="Average"/>
                <a:ea typeface="Average"/>
                <a:cs typeface="Average"/>
                <a:sym typeface="Average"/>
              </a:defRPr>
            </a:lvl5pPr>
            <a:lvl6pPr lvl="5" algn="r" rtl="0">
              <a:buNone/>
              <a:defRPr sz="1000">
                <a:solidFill>
                  <a:schemeClr val="accent3"/>
                </a:solidFill>
                <a:latin typeface="Average"/>
                <a:ea typeface="Average"/>
                <a:cs typeface="Average"/>
                <a:sym typeface="Average"/>
              </a:defRPr>
            </a:lvl6pPr>
            <a:lvl7pPr lvl="6" algn="r" rtl="0">
              <a:buNone/>
              <a:defRPr sz="1000">
                <a:solidFill>
                  <a:schemeClr val="accent3"/>
                </a:solidFill>
                <a:latin typeface="Average"/>
                <a:ea typeface="Average"/>
                <a:cs typeface="Average"/>
                <a:sym typeface="Average"/>
              </a:defRPr>
            </a:lvl7pPr>
            <a:lvl8pPr lvl="7" algn="r" rtl="0">
              <a:buNone/>
              <a:defRPr sz="1000">
                <a:solidFill>
                  <a:schemeClr val="accent3"/>
                </a:solidFill>
                <a:latin typeface="Average"/>
                <a:ea typeface="Average"/>
                <a:cs typeface="Average"/>
                <a:sym typeface="Average"/>
              </a:defRPr>
            </a:lvl8pPr>
            <a:lvl9pPr lvl="8" algn="r" rtl="0">
              <a:buNone/>
              <a:defRPr sz="1000">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4.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4.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4.xml"/><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4.xml"/><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4.xml"/><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4.xml"/><Relationship Id="rId1"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4.xml"/><Relationship Id="rId1" Type="http://schemas.openxmlformats.org/officeDocument/2006/relationships/image" Target="../media/image7.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4.xml"/><Relationship Id="rId2" Type="http://schemas.openxmlformats.org/officeDocument/2006/relationships/image" Target="../media/image9.png"/><Relationship Id="rId1"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4.xml"/><Relationship Id="rId1"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4.xml"/><Relationship Id="rId1"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4.xml"/><Relationship Id="rId1" Type="http://schemas.openxmlformats.org/officeDocument/2006/relationships/image" Target="../media/image12.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4.xml"/><Relationship Id="rId1" Type="http://schemas.openxmlformats.org/officeDocument/2006/relationships/image" Target="../media/image13.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4.xml"/><Relationship Id="rId1"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4.xml"/><Relationship Id="rId1" Type="http://schemas.openxmlformats.org/officeDocument/2006/relationships/image" Target="../media/image15.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4.xml"/><Relationship Id="rId1" Type="http://schemas.openxmlformats.org/officeDocument/2006/relationships/image" Target="../media/image16.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4.xml"/><Relationship Id="rId1" Type="http://schemas.openxmlformats.org/officeDocument/2006/relationships/image" Target="../media/image17.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4.xml"/><Relationship Id="rId1" Type="http://schemas.openxmlformats.org/officeDocument/2006/relationships/image" Target="../media/image18.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4.xml"/><Relationship Id="rId1" Type="http://schemas.openxmlformats.org/officeDocument/2006/relationships/image" Target="../media/image19.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4.xml"/><Relationship Id="rId1"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4.xml"/><Relationship Id="rId1" Type="http://schemas.openxmlformats.org/officeDocument/2006/relationships/image" Target="../media/image21.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4.xml"/><Relationship Id="rId1" Type="http://schemas.openxmlformats.org/officeDocument/2006/relationships/image" Target="../media/image22.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4.xml"/><Relationship Id="rId1" Type="http://schemas.openxmlformats.org/officeDocument/2006/relationships/image" Target="../media/image23.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4.xml"/><Relationship Id="rId1" Type="http://schemas.openxmlformats.org/officeDocument/2006/relationships/image" Target="../media/image24.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6" Type="http://schemas.openxmlformats.org/officeDocument/2006/relationships/notesSlide" Target="../notesSlides/notesSlide53.xml"/><Relationship Id="rId5" Type="http://schemas.openxmlformats.org/officeDocument/2006/relationships/slideLayout" Target="../slideLayouts/slideLayout14.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4.xml"/><Relationship Id="rId1" Type="http://schemas.openxmlformats.org/officeDocument/2006/relationships/image" Target="../media/image29.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4.xml"/><Relationship Id="rId1" Type="http://schemas.openxmlformats.org/officeDocument/2006/relationships/image" Target="../media/image30.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4.xml"/><Relationship Id="rId1" Type="http://schemas.openxmlformats.org/officeDocument/2006/relationships/image" Target="../media/image31.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4.xml"/><Relationship Id="rId1" Type="http://schemas.openxmlformats.org/officeDocument/2006/relationships/image" Target="../media/image32.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4.xml"/><Relationship Id="rId1" Type="http://schemas.openxmlformats.org/officeDocument/2006/relationships/image" Target="../media/image33.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4.xml"/><Relationship Id="rId1" Type="http://schemas.openxmlformats.org/officeDocument/2006/relationships/image" Target="../media/image34.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4.xml"/><Relationship Id="rId1" Type="http://schemas.openxmlformats.org/officeDocument/2006/relationships/image" Target="../media/image35.png"/></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63.xml"/><Relationship Id="rId3" Type="http://schemas.openxmlformats.org/officeDocument/2006/relationships/slideLayout" Target="../slideLayouts/slideLayout14.xml"/><Relationship Id="rId2" Type="http://schemas.openxmlformats.org/officeDocument/2006/relationships/image" Target="../media/image37.png"/><Relationship Id="rId1" Type="http://schemas.openxmlformats.org/officeDocument/2006/relationships/image" Target="../media/image36.png"/></Relationships>
</file>

<file path=ppt/slides/_rels/slide64.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hyperlink" Target="https://www.visual-paradigm.com/guide/uml-unified-modeling-language/what-is-activity-diagram/" TargetMode="External"/><Relationship Id="rId7" Type="http://schemas.openxmlformats.org/officeDocument/2006/relationships/hyperlink" Target="https://edshare.gcu.ac.uk/3333/2/index.html" TargetMode="External"/><Relationship Id="rId6" Type="http://schemas.openxmlformats.org/officeDocument/2006/relationships/hyperlink" Target="https://www.geeksforgeeks.org/use-case-diagram/" TargetMode="External"/><Relationship Id="rId5" Type="http://schemas.openxmlformats.org/officeDocument/2006/relationships/hyperlink" Target="https://online.visual-paradigm.com/knowledge/system-context-diagram/what-is-system-context-diagram/" TargetMode="External"/><Relationship Id="rId4" Type="http://schemas.openxmlformats.org/officeDocument/2006/relationships/hyperlink" Target="https://uwaterloo.ca/ist-project-management-office/tools-and-templates/tools/context-diagram" TargetMode="External"/><Relationship Id="rId3" Type="http://schemas.openxmlformats.org/officeDocument/2006/relationships/hyperlink" Target="https://www.geeksforgeeks.org/unified-modeling-language-uml-introduction/" TargetMode="External"/><Relationship Id="rId2" Type="http://schemas.openxmlformats.org/officeDocument/2006/relationships/hyperlink" Target="https://www.lucidchart.com/pages/data-flow-diagram" TargetMode="External"/><Relationship Id="rId10" Type="http://schemas.openxmlformats.org/officeDocument/2006/relationships/notesSlide" Target="../notesSlides/notesSlide64.xml"/><Relationship Id="rId1" Type="http://schemas.openxmlformats.org/officeDocument/2006/relationships/hyperlink" Target="https://www.geeksforgeeks.org/what-is-system-design-learn-system-desig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92" name="Shape 292"/>
        <p:cNvGrpSpPr/>
        <p:nvPr/>
      </p:nvGrpSpPr>
      <p:grpSpPr>
        <a:xfrm>
          <a:off x="0" y="0"/>
          <a:ext cx="0" cy="0"/>
          <a:chOff x="0" y="0"/>
          <a:chExt cx="0" cy="0"/>
        </a:xfrm>
      </p:grpSpPr>
      <p:sp>
        <p:nvSpPr>
          <p:cNvPr id="293" name="Google Shape;293;p28"/>
          <p:cNvSpPr txBox="1"/>
          <p:nvPr>
            <p:ph type="ctrTitle"/>
          </p:nvPr>
        </p:nvSpPr>
        <p:spPr>
          <a:xfrm>
            <a:off x="671250" y="723300"/>
            <a:ext cx="7801500" cy="1997700"/>
          </a:xfrm>
          <a:prstGeom prst="rect">
            <a:avLst/>
          </a:prstGeom>
          <a:noFill/>
          <a:ln>
            <a:noFill/>
          </a:ln>
        </p:spPr>
        <p:txBody>
          <a:bodyPr spcFirstLastPara="1" wrap="square" lIns="91425" tIns="91425" rIns="91425" bIns="91425" anchor="b" anchorCtr="0">
            <a:noAutofit/>
          </a:bodyPr>
          <a:lstStyle/>
          <a:p>
            <a:pPr marL="0" lvl="0" indent="0" algn="ctr" rtl="0">
              <a:lnSpc>
                <a:spcPct val="120000"/>
              </a:lnSpc>
              <a:spcBef>
                <a:spcPts val="0"/>
              </a:spcBef>
              <a:spcAft>
                <a:spcPts val="0"/>
              </a:spcAft>
              <a:buSzPts val="4000"/>
              <a:buNone/>
            </a:pPr>
            <a:r>
              <a:rPr lang="en-GB" sz="4000"/>
              <a:t>CSE 3411</a:t>
            </a:r>
            <a:br>
              <a:rPr lang="en-GB" sz="4400"/>
            </a:br>
            <a:r>
              <a:rPr lang="en-GB" sz="3200"/>
              <a:t>System Analysis and Design (SAD)</a:t>
            </a:r>
            <a:br>
              <a:rPr lang="en-GB" sz="3200"/>
            </a:br>
            <a:endParaRPr sz="4000"/>
          </a:p>
        </p:txBody>
      </p:sp>
      <p:sp>
        <p:nvSpPr>
          <p:cNvPr id="294" name="Google Shape;294;p28"/>
          <p:cNvSpPr txBox="1"/>
          <p:nvPr>
            <p:ph type="subTitle" idx="1"/>
          </p:nvPr>
        </p:nvSpPr>
        <p:spPr>
          <a:xfrm>
            <a:off x="671250" y="3174874"/>
            <a:ext cx="7801500" cy="1794600"/>
          </a:xfrm>
          <a:prstGeom prst="rect">
            <a:avLst/>
          </a:prstGeom>
        </p:spPr>
        <p:txBody>
          <a:bodyPr spcFirstLastPara="1" wrap="square" lIns="91425" tIns="91425" rIns="91425" bIns="91425" anchor="t" anchorCtr="0">
            <a:normAutofit/>
          </a:bodyPr>
          <a:lstStyle/>
          <a:p>
            <a:pPr marL="0" lvl="0" indent="0" algn="ctr" rtl="0">
              <a:lnSpc>
                <a:spcPct val="120000"/>
              </a:lnSpc>
              <a:spcBef>
                <a:spcPts val="0"/>
              </a:spcBef>
              <a:spcAft>
                <a:spcPts val="0"/>
              </a:spcAft>
              <a:buClr>
                <a:srgbClr val="000000"/>
              </a:buClr>
              <a:buSzPts val="4000"/>
              <a:buFont typeface="Arial" panose="020B0604020202020204"/>
              <a:buNone/>
            </a:pPr>
            <a:r>
              <a:rPr lang="en-GB" sz="2800">
                <a:solidFill>
                  <a:schemeClr val="dk1"/>
                </a:solidFill>
                <a:latin typeface="Oswald"/>
                <a:ea typeface="Oswald"/>
                <a:cs typeface="Oswald"/>
                <a:sym typeface="Oswald"/>
              </a:rPr>
              <a:t>Dr. Suman Ahmmed</a:t>
            </a:r>
            <a:endParaRPr sz="2800">
              <a:solidFill>
                <a:schemeClr val="dk1"/>
              </a:solidFill>
              <a:latin typeface="Oswald"/>
              <a:ea typeface="Oswald"/>
              <a:cs typeface="Oswald"/>
              <a:sym typeface="Oswald"/>
            </a:endParaRPr>
          </a:p>
          <a:p>
            <a:pPr marL="0" lvl="0" indent="0" algn="ctr" rtl="0">
              <a:lnSpc>
                <a:spcPct val="120000"/>
              </a:lnSpc>
              <a:spcBef>
                <a:spcPts val="0"/>
              </a:spcBef>
              <a:spcAft>
                <a:spcPts val="0"/>
              </a:spcAft>
              <a:buClr>
                <a:srgbClr val="000000"/>
              </a:buClr>
              <a:buSzPts val="4000"/>
              <a:buFont typeface="Arial" panose="020B0604020202020204"/>
              <a:buNone/>
            </a:pPr>
            <a:endParaRPr sz="2800">
              <a:solidFill>
                <a:schemeClr val="dk1"/>
              </a:solidFill>
              <a:latin typeface="Oswald"/>
              <a:ea typeface="Oswald"/>
              <a:cs typeface="Oswald"/>
              <a:sym typeface="Oswald"/>
            </a:endParaRPr>
          </a:p>
        </p:txBody>
      </p:sp>
      <p:sp>
        <p:nvSpPr>
          <p:cNvPr id="295" name="Google Shape;295;p28"/>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99" name="Shape 299"/>
        <p:cNvGrpSpPr/>
        <p:nvPr/>
      </p:nvGrpSpPr>
      <p:grpSpPr>
        <a:xfrm>
          <a:off x="0" y="0"/>
          <a:ext cx="0" cy="0"/>
          <a:chOff x="0" y="0"/>
          <a:chExt cx="0" cy="0"/>
        </a:xfrm>
      </p:grpSpPr>
      <p:sp>
        <p:nvSpPr>
          <p:cNvPr id="300" name="Google Shape;300;p29"/>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
        <p:nvSpPr>
          <p:cNvPr id="301" name="Google Shape;301;p29"/>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3600"/>
              <a:buNone/>
            </a:pPr>
            <a:r>
              <a:rPr lang="en-GB" sz="3200"/>
              <a:t>SDLC Steps </a:t>
            </a:r>
            <a:endParaRPr sz="3200"/>
          </a:p>
        </p:txBody>
      </p:sp>
      <p:sp>
        <p:nvSpPr>
          <p:cNvPr id="302" name="Google Shape;302;p29"/>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514350" lvl="0" indent="-476250" algn="l" rtl="0">
              <a:lnSpc>
                <a:spcPct val="130000"/>
              </a:lnSpc>
              <a:spcBef>
                <a:spcPts val="0"/>
              </a:spcBef>
              <a:spcAft>
                <a:spcPts val="0"/>
              </a:spcAft>
              <a:buClr>
                <a:schemeClr val="dk1"/>
              </a:buClr>
              <a:buSzPts val="1800"/>
              <a:buFont typeface="Oswald"/>
              <a:buAutoNum type="romanLcPeriod"/>
            </a:pPr>
            <a:r>
              <a:rPr lang="en-GB">
                <a:solidFill>
                  <a:schemeClr val="dk1"/>
                </a:solidFill>
                <a:latin typeface="Oswald"/>
                <a:ea typeface="Oswald"/>
                <a:cs typeface="Oswald"/>
                <a:sym typeface="Oswald"/>
              </a:rPr>
              <a:t>Idea Generation (optional)</a:t>
            </a:r>
            <a:endParaRPr>
              <a:latin typeface="Oswald"/>
              <a:ea typeface="Oswald"/>
              <a:cs typeface="Oswald"/>
              <a:sym typeface="Oswald"/>
            </a:endParaRPr>
          </a:p>
          <a:p>
            <a:pPr marL="514350" lvl="0" indent="-476250" algn="l" rtl="0">
              <a:lnSpc>
                <a:spcPct val="130000"/>
              </a:lnSpc>
              <a:spcBef>
                <a:spcPts val="0"/>
              </a:spcBef>
              <a:spcAft>
                <a:spcPts val="0"/>
              </a:spcAft>
              <a:buClr>
                <a:schemeClr val="dk1"/>
              </a:buClr>
              <a:buSzPts val="1800"/>
              <a:buFont typeface="Oswald"/>
              <a:buAutoNum type="romanLcPeriod"/>
            </a:pPr>
            <a:r>
              <a:rPr lang="en-GB">
                <a:solidFill>
                  <a:schemeClr val="dk1"/>
                </a:solidFill>
                <a:latin typeface="Oswald"/>
                <a:ea typeface="Oswald"/>
                <a:cs typeface="Oswald"/>
                <a:sym typeface="Oswald"/>
              </a:rPr>
              <a:t>Planning</a:t>
            </a:r>
            <a:endParaRPr>
              <a:latin typeface="Oswald"/>
              <a:ea typeface="Oswald"/>
              <a:cs typeface="Oswald"/>
              <a:sym typeface="Oswald"/>
            </a:endParaRPr>
          </a:p>
          <a:p>
            <a:pPr marL="514350" lvl="0" indent="-476250" algn="l" rtl="0">
              <a:lnSpc>
                <a:spcPct val="130000"/>
              </a:lnSpc>
              <a:spcBef>
                <a:spcPts val="0"/>
              </a:spcBef>
              <a:spcAft>
                <a:spcPts val="0"/>
              </a:spcAft>
              <a:buClr>
                <a:schemeClr val="dk1"/>
              </a:buClr>
              <a:buSzPts val="1800"/>
              <a:buFont typeface="Oswald"/>
              <a:buAutoNum type="romanLcPeriod"/>
            </a:pPr>
            <a:r>
              <a:rPr lang="en-GB">
                <a:solidFill>
                  <a:schemeClr val="dk1"/>
                </a:solidFill>
                <a:latin typeface="Oswald"/>
                <a:ea typeface="Oswald"/>
                <a:cs typeface="Oswald"/>
                <a:sym typeface="Oswald"/>
              </a:rPr>
              <a:t>System Information/Requirement Gathering</a:t>
            </a:r>
            <a:endParaRPr>
              <a:solidFill>
                <a:schemeClr val="dk1"/>
              </a:solidFill>
              <a:latin typeface="Oswald"/>
              <a:ea typeface="Oswald"/>
              <a:cs typeface="Oswald"/>
              <a:sym typeface="Oswald"/>
            </a:endParaRPr>
          </a:p>
          <a:p>
            <a:pPr marL="514350" lvl="0" indent="-476250" algn="l" rtl="0">
              <a:lnSpc>
                <a:spcPct val="130000"/>
              </a:lnSpc>
              <a:spcBef>
                <a:spcPts val="0"/>
              </a:spcBef>
              <a:spcAft>
                <a:spcPts val="0"/>
              </a:spcAft>
              <a:buClr>
                <a:schemeClr val="dk1"/>
              </a:buClr>
              <a:buSzPts val="1800"/>
              <a:buFont typeface="Oswald"/>
              <a:buAutoNum type="romanLcPeriod"/>
            </a:pPr>
            <a:r>
              <a:rPr lang="en-GB">
                <a:solidFill>
                  <a:schemeClr val="dk1"/>
                </a:solidFill>
                <a:latin typeface="Oswald"/>
                <a:ea typeface="Oswald"/>
                <a:cs typeface="Oswald"/>
                <a:sym typeface="Oswald"/>
              </a:rPr>
              <a:t>Analysis</a:t>
            </a:r>
            <a:endParaRPr>
              <a:solidFill>
                <a:schemeClr val="dk1"/>
              </a:solidFill>
              <a:latin typeface="Oswald"/>
              <a:ea typeface="Oswald"/>
              <a:cs typeface="Oswald"/>
              <a:sym typeface="Oswald"/>
            </a:endParaRPr>
          </a:p>
          <a:p>
            <a:pPr marL="514350" lvl="0" indent="-476250" algn="l" rtl="0">
              <a:lnSpc>
                <a:spcPct val="130000"/>
              </a:lnSpc>
              <a:spcBef>
                <a:spcPts val="0"/>
              </a:spcBef>
              <a:spcAft>
                <a:spcPts val="0"/>
              </a:spcAft>
              <a:buClr>
                <a:srgbClr val="93C47D"/>
              </a:buClr>
              <a:buSzPts val="1800"/>
              <a:buFont typeface="Oswald"/>
              <a:buAutoNum type="romanLcPeriod"/>
            </a:pPr>
            <a:r>
              <a:rPr lang="en-GB">
                <a:solidFill>
                  <a:srgbClr val="93C47D"/>
                </a:solidFill>
                <a:latin typeface="Oswald"/>
                <a:ea typeface="Oswald"/>
                <a:cs typeface="Oswald"/>
                <a:sym typeface="Oswald"/>
              </a:rPr>
              <a:t>Design</a:t>
            </a:r>
            <a:endParaRPr>
              <a:solidFill>
                <a:srgbClr val="93C47D"/>
              </a:solidFill>
              <a:latin typeface="Oswald"/>
              <a:ea typeface="Oswald"/>
              <a:cs typeface="Oswald"/>
              <a:sym typeface="Oswald"/>
            </a:endParaRPr>
          </a:p>
          <a:p>
            <a:pPr marL="514350" lvl="0" indent="-476250" algn="l" rtl="0">
              <a:lnSpc>
                <a:spcPct val="130000"/>
              </a:lnSpc>
              <a:spcBef>
                <a:spcPts val="0"/>
              </a:spcBef>
              <a:spcAft>
                <a:spcPts val="0"/>
              </a:spcAft>
              <a:buClr>
                <a:schemeClr val="dk1"/>
              </a:buClr>
              <a:buSzPts val="1800"/>
              <a:buFont typeface="Oswald"/>
              <a:buAutoNum type="romanLcPeriod"/>
            </a:pPr>
            <a:r>
              <a:rPr lang="en-GB">
                <a:solidFill>
                  <a:schemeClr val="dk1"/>
                </a:solidFill>
                <a:latin typeface="Oswald"/>
                <a:ea typeface="Oswald"/>
                <a:cs typeface="Oswald"/>
                <a:sym typeface="Oswald"/>
              </a:rPr>
              <a:t>Development/Construction/Coding</a:t>
            </a:r>
            <a:endParaRPr>
              <a:latin typeface="Oswald"/>
              <a:ea typeface="Oswald"/>
              <a:cs typeface="Oswald"/>
              <a:sym typeface="Oswald"/>
            </a:endParaRPr>
          </a:p>
          <a:p>
            <a:pPr marL="514350" lvl="0" indent="-476250" algn="l" rtl="0">
              <a:lnSpc>
                <a:spcPct val="130000"/>
              </a:lnSpc>
              <a:spcBef>
                <a:spcPts val="0"/>
              </a:spcBef>
              <a:spcAft>
                <a:spcPts val="0"/>
              </a:spcAft>
              <a:buClr>
                <a:schemeClr val="dk1"/>
              </a:buClr>
              <a:buSzPts val="1800"/>
              <a:buFont typeface="Oswald"/>
              <a:buAutoNum type="romanLcPeriod"/>
            </a:pPr>
            <a:r>
              <a:rPr lang="en-GB">
                <a:solidFill>
                  <a:schemeClr val="dk1"/>
                </a:solidFill>
                <a:latin typeface="Oswald"/>
                <a:ea typeface="Oswald"/>
                <a:cs typeface="Oswald"/>
                <a:sym typeface="Oswald"/>
              </a:rPr>
              <a:t>Testing</a:t>
            </a:r>
            <a:endParaRPr>
              <a:latin typeface="Oswald"/>
              <a:ea typeface="Oswald"/>
              <a:cs typeface="Oswald"/>
              <a:sym typeface="Oswald"/>
            </a:endParaRPr>
          </a:p>
          <a:p>
            <a:pPr marL="514350" lvl="0" indent="-476250" algn="l" rtl="0">
              <a:lnSpc>
                <a:spcPct val="130000"/>
              </a:lnSpc>
              <a:spcBef>
                <a:spcPts val="0"/>
              </a:spcBef>
              <a:spcAft>
                <a:spcPts val="0"/>
              </a:spcAft>
              <a:buClr>
                <a:schemeClr val="dk1"/>
              </a:buClr>
              <a:buSzPts val="1800"/>
              <a:buFont typeface="Oswald"/>
              <a:buAutoNum type="romanLcPeriod"/>
            </a:pPr>
            <a:r>
              <a:rPr lang="en-GB">
                <a:solidFill>
                  <a:schemeClr val="dk1"/>
                </a:solidFill>
                <a:latin typeface="Oswald"/>
                <a:ea typeface="Oswald"/>
                <a:cs typeface="Oswald"/>
                <a:sym typeface="Oswald"/>
              </a:rPr>
              <a:t>Deployment</a:t>
            </a:r>
            <a:endParaRPr>
              <a:latin typeface="Oswald"/>
              <a:ea typeface="Oswald"/>
              <a:cs typeface="Oswald"/>
              <a:sym typeface="Oswald"/>
            </a:endParaRPr>
          </a:p>
          <a:p>
            <a:pPr marL="514350" lvl="0" indent="-476250" algn="l" rtl="0">
              <a:lnSpc>
                <a:spcPct val="130000"/>
              </a:lnSpc>
              <a:spcBef>
                <a:spcPts val="0"/>
              </a:spcBef>
              <a:spcAft>
                <a:spcPts val="0"/>
              </a:spcAft>
              <a:buClr>
                <a:schemeClr val="dk1"/>
              </a:buClr>
              <a:buSzPts val="1800"/>
              <a:buFont typeface="Oswald"/>
              <a:buAutoNum type="romanLcPeriod"/>
            </a:pPr>
            <a:r>
              <a:rPr lang="en-GB">
                <a:solidFill>
                  <a:schemeClr val="dk1"/>
                </a:solidFill>
                <a:latin typeface="Oswald"/>
                <a:ea typeface="Oswald"/>
                <a:cs typeface="Oswald"/>
                <a:sym typeface="Oswald"/>
              </a:rPr>
              <a:t>Post–Implementation &amp; Maintenance</a:t>
            </a:r>
            <a:endParaRPr>
              <a:latin typeface="Oswald"/>
              <a:ea typeface="Oswald"/>
              <a:cs typeface="Oswald"/>
              <a:sym typeface="Oswald"/>
            </a:endParaRPr>
          </a:p>
          <a:p>
            <a:pPr marL="0" lvl="0" indent="0" algn="l" rtl="0">
              <a:lnSpc>
                <a:spcPct val="100000"/>
              </a:lnSpc>
              <a:spcBef>
                <a:spcPts val="0"/>
              </a:spcBef>
              <a:spcAft>
                <a:spcPts val="0"/>
              </a:spcAft>
              <a:buClr>
                <a:srgbClr val="073763"/>
              </a:buClr>
              <a:buSzPts val="3000"/>
              <a:buNone/>
            </a:pPr>
            <a:endParaRPr>
              <a:solidFill>
                <a:schemeClr val="dk1"/>
              </a:solidFill>
              <a:latin typeface="Oswald"/>
              <a:ea typeface="Oswald"/>
              <a:cs typeface="Oswald"/>
              <a:sym typeface="Oswa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06" name="Shape 306"/>
        <p:cNvGrpSpPr/>
        <p:nvPr/>
      </p:nvGrpSpPr>
      <p:grpSpPr>
        <a:xfrm>
          <a:off x="0" y="0"/>
          <a:ext cx="0" cy="0"/>
          <a:chOff x="0" y="0"/>
          <a:chExt cx="0" cy="0"/>
        </a:xfrm>
      </p:grpSpPr>
      <p:sp>
        <p:nvSpPr>
          <p:cNvPr id="307" name="Google Shape;307;p30"/>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
        <p:nvSpPr>
          <p:cNvPr id="308" name="Google Shape;308;p30"/>
          <p:cNvSpPr/>
          <p:nvPr/>
        </p:nvSpPr>
        <p:spPr>
          <a:xfrm>
            <a:off x="3200400" y="535612"/>
            <a:ext cx="2879504" cy="4072345"/>
          </a:xfrm>
          <a:custGeom>
            <a:avLst/>
            <a:gdLst/>
            <a:ahLst/>
            <a:cxnLst/>
            <a:rect l="l" t="t" r="r" b="b"/>
            <a:pathLst>
              <a:path w="60958" h="86210" extrusionOk="0">
                <a:moveTo>
                  <a:pt x="28985" y="3938"/>
                </a:moveTo>
                <a:lnTo>
                  <a:pt x="29189" y="4006"/>
                </a:lnTo>
                <a:lnTo>
                  <a:pt x="29189" y="4141"/>
                </a:lnTo>
                <a:lnTo>
                  <a:pt x="29189" y="4277"/>
                </a:lnTo>
                <a:lnTo>
                  <a:pt x="28985" y="4345"/>
                </a:lnTo>
                <a:lnTo>
                  <a:pt x="28850" y="4277"/>
                </a:lnTo>
                <a:lnTo>
                  <a:pt x="28782" y="4141"/>
                </a:lnTo>
                <a:lnTo>
                  <a:pt x="28850" y="4006"/>
                </a:lnTo>
                <a:lnTo>
                  <a:pt x="28985" y="3938"/>
                </a:lnTo>
                <a:close/>
                <a:moveTo>
                  <a:pt x="30479" y="3734"/>
                </a:moveTo>
                <a:lnTo>
                  <a:pt x="30615" y="3802"/>
                </a:lnTo>
                <a:lnTo>
                  <a:pt x="30750" y="3870"/>
                </a:lnTo>
                <a:lnTo>
                  <a:pt x="30818" y="4006"/>
                </a:lnTo>
                <a:lnTo>
                  <a:pt x="30818" y="4141"/>
                </a:lnTo>
                <a:lnTo>
                  <a:pt x="30818" y="4277"/>
                </a:lnTo>
                <a:lnTo>
                  <a:pt x="30750" y="4345"/>
                </a:lnTo>
                <a:lnTo>
                  <a:pt x="30615" y="4481"/>
                </a:lnTo>
                <a:lnTo>
                  <a:pt x="30343" y="4481"/>
                </a:lnTo>
                <a:lnTo>
                  <a:pt x="30207" y="4345"/>
                </a:lnTo>
                <a:lnTo>
                  <a:pt x="30139" y="4277"/>
                </a:lnTo>
                <a:lnTo>
                  <a:pt x="30139" y="4141"/>
                </a:lnTo>
                <a:lnTo>
                  <a:pt x="30139" y="4006"/>
                </a:lnTo>
                <a:lnTo>
                  <a:pt x="30207" y="3870"/>
                </a:lnTo>
                <a:lnTo>
                  <a:pt x="30343" y="3802"/>
                </a:lnTo>
                <a:lnTo>
                  <a:pt x="30479" y="3734"/>
                </a:lnTo>
                <a:close/>
                <a:moveTo>
                  <a:pt x="56885" y="7943"/>
                </a:moveTo>
                <a:lnTo>
                  <a:pt x="56885" y="78132"/>
                </a:lnTo>
                <a:lnTo>
                  <a:pt x="56817" y="78200"/>
                </a:lnTo>
                <a:lnTo>
                  <a:pt x="4209" y="78200"/>
                </a:lnTo>
                <a:lnTo>
                  <a:pt x="4141" y="78132"/>
                </a:lnTo>
                <a:lnTo>
                  <a:pt x="4141" y="7943"/>
                </a:lnTo>
                <a:close/>
                <a:moveTo>
                  <a:pt x="30479" y="80440"/>
                </a:moveTo>
                <a:lnTo>
                  <a:pt x="30071" y="80508"/>
                </a:lnTo>
                <a:lnTo>
                  <a:pt x="29732" y="80576"/>
                </a:lnTo>
                <a:lnTo>
                  <a:pt x="29461" y="80779"/>
                </a:lnTo>
                <a:lnTo>
                  <a:pt x="29189" y="80983"/>
                </a:lnTo>
                <a:lnTo>
                  <a:pt x="28917" y="81255"/>
                </a:lnTo>
                <a:lnTo>
                  <a:pt x="28782" y="81594"/>
                </a:lnTo>
                <a:lnTo>
                  <a:pt x="28646" y="81933"/>
                </a:lnTo>
                <a:lnTo>
                  <a:pt x="28646" y="82273"/>
                </a:lnTo>
                <a:lnTo>
                  <a:pt x="28646" y="82341"/>
                </a:lnTo>
                <a:lnTo>
                  <a:pt x="28646" y="82680"/>
                </a:lnTo>
                <a:lnTo>
                  <a:pt x="28782" y="83020"/>
                </a:lnTo>
                <a:lnTo>
                  <a:pt x="28985" y="83291"/>
                </a:lnTo>
                <a:lnTo>
                  <a:pt x="29189" y="83563"/>
                </a:lnTo>
                <a:lnTo>
                  <a:pt x="29461" y="83834"/>
                </a:lnTo>
                <a:lnTo>
                  <a:pt x="29800" y="83970"/>
                </a:lnTo>
                <a:lnTo>
                  <a:pt x="30139" y="84106"/>
                </a:lnTo>
                <a:lnTo>
                  <a:pt x="30818" y="84106"/>
                </a:lnTo>
                <a:lnTo>
                  <a:pt x="31158" y="83970"/>
                </a:lnTo>
                <a:lnTo>
                  <a:pt x="31497" y="83766"/>
                </a:lnTo>
                <a:lnTo>
                  <a:pt x="31768" y="83563"/>
                </a:lnTo>
                <a:lnTo>
                  <a:pt x="31972" y="83291"/>
                </a:lnTo>
                <a:lnTo>
                  <a:pt x="32176" y="83020"/>
                </a:lnTo>
                <a:lnTo>
                  <a:pt x="32244" y="82612"/>
                </a:lnTo>
                <a:lnTo>
                  <a:pt x="32312" y="82273"/>
                </a:lnTo>
                <a:lnTo>
                  <a:pt x="32244" y="81933"/>
                </a:lnTo>
                <a:lnTo>
                  <a:pt x="32176" y="81594"/>
                </a:lnTo>
                <a:lnTo>
                  <a:pt x="31972" y="81255"/>
                </a:lnTo>
                <a:lnTo>
                  <a:pt x="31768" y="80983"/>
                </a:lnTo>
                <a:lnTo>
                  <a:pt x="31497" y="80779"/>
                </a:lnTo>
                <a:lnTo>
                  <a:pt x="31158" y="80576"/>
                </a:lnTo>
                <a:lnTo>
                  <a:pt x="30818" y="80508"/>
                </a:lnTo>
                <a:lnTo>
                  <a:pt x="30479" y="80440"/>
                </a:lnTo>
                <a:close/>
                <a:moveTo>
                  <a:pt x="30886" y="80304"/>
                </a:moveTo>
                <a:lnTo>
                  <a:pt x="31225" y="80440"/>
                </a:lnTo>
                <a:lnTo>
                  <a:pt x="31565" y="80644"/>
                </a:lnTo>
                <a:lnTo>
                  <a:pt x="31904" y="80847"/>
                </a:lnTo>
                <a:lnTo>
                  <a:pt x="32108" y="81187"/>
                </a:lnTo>
                <a:lnTo>
                  <a:pt x="32312" y="81526"/>
                </a:lnTo>
                <a:lnTo>
                  <a:pt x="32447" y="81866"/>
                </a:lnTo>
                <a:lnTo>
                  <a:pt x="32447" y="82273"/>
                </a:lnTo>
                <a:lnTo>
                  <a:pt x="32447" y="82680"/>
                </a:lnTo>
                <a:lnTo>
                  <a:pt x="32312" y="83020"/>
                </a:lnTo>
                <a:lnTo>
                  <a:pt x="32108" y="83359"/>
                </a:lnTo>
                <a:lnTo>
                  <a:pt x="31904" y="83698"/>
                </a:lnTo>
                <a:lnTo>
                  <a:pt x="31565" y="83902"/>
                </a:lnTo>
                <a:lnTo>
                  <a:pt x="31225" y="84106"/>
                </a:lnTo>
                <a:lnTo>
                  <a:pt x="30886" y="84241"/>
                </a:lnTo>
                <a:lnTo>
                  <a:pt x="30479" y="84309"/>
                </a:lnTo>
                <a:lnTo>
                  <a:pt x="30071" y="84241"/>
                </a:lnTo>
                <a:lnTo>
                  <a:pt x="29732" y="84106"/>
                </a:lnTo>
                <a:lnTo>
                  <a:pt x="29393" y="83970"/>
                </a:lnTo>
                <a:lnTo>
                  <a:pt x="29053" y="83698"/>
                </a:lnTo>
                <a:lnTo>
                  <a:pt x="28850" y="83427"/>
                </a:lnTo>
                <a:lnTo>
                  <a:pt x="28646" y="83087"/>
                </a:lnTo>
                <a:lnTo>
                  <a:pt x="28510" y="82748"/>
                </a:lnTo>
                <a:lnTo>
                  <a:pt x="28442" y="82341"/>
                </a:lnTo>
                <a:lnTo>
                  <a:pt x="28442" y="82273"/>
                </a:lnTo>
                <a:lnTo>
                  <a:pt x="28510" y="81866"/>
                </a:lnTo>
                <a:lnTo>
                  <a:pt x="28646" y="81526"/>
                </a:lnTo>
                <a:lnTo>
                  <a:pt x="28782" y="81187"/>
                </a:lnTo>
                <a:lnTo>
                  <a:pt x="29053" y="80847"/>
                </a:lnTo>
                <a:lnTo>
                  <a:pt x="29325" y="80644"/>
                </a:lnTo>
                <a:lnTo>
                  <a:pt x="29664" y="80440"/>
                </a:lnTo>
                <a:lnTo>
                  <a:pt x="30071" y="80304"/>
                </a:lnTo>
                <a:close/>
                <a:moveTo>
                  <a:pt x="3530" y="815"/>
                </a:moveTo>
                <a:lnTo>
                  <a:pt x="2987" y="883"/>
                </a:lnTo>
                <a:lnTo>
                  <a:pt x="2512" y="1019"/>
                </a:lnTo>
                <a:lnTo>
                  <a:pt x="2036" y="1290"/>
                </a:lnTo>
                <a:lnTo>
                  <a:pt x="1629" y="1630"/>
                </a:lnTo>
                <a:lnTo>
                  <a:pt x="1290" y="2037"/>
                </a:lnTo>
                <a:lnTo>
                  <a:pt x="1086" y="2512"/>
                </a:lnTo>
                <a:lnTo>
                  <a:pt x="950" y="2987"/>
                </a:lnTo>
                <a:lnTo>
                  <a:pt x="882" y="3530"/>
                </a:lnTo>
                <a:lnTo>
                  <a:pt x="882" y="82612"/>
                </a:lnTo>
                <a:lnTo>
                  <a:pt x="950" y="83155"/>
                </a:lnTo>
                <a:lnTo>
                  <a:pt x="1086" y="83698"/>
                </a:lnTo>
                <a:lnTo>
                  <a:pt x="1358" y="84174"/>
                </a:lnTo>
                <a:lnTo>
                  <a:pt x="1765" y="84581"/>
                </a:lnTo>
                <a:lnTo>
                  <a:pt x="2172" y="84852"/>
                </a:lnTo>
                <a:lnTo>
                  <a:pt x="2715" y="85124"/>
                </a:lnTo>
                <a:lnTo>
                  <a:pt x="3258" y="85260"/>
                </a:lnTo>
                <a:lnTo>
                  <a:pt x="3869" y="85328"/>
                </a:lnTo>
                <a:lnTo>
                  <a:pt x="57156" y="85328"/>
                </a:lnTo>
                <a:lnTo>
                  <a:pt x="57767" y="85260"/>
                </a:lnTo>
                <a:lnTo>
                  <a:pt x="58310" y="85124"/>
                </a:lnTo>
                <a:lnTo>
                  <a:pt x="58785" y="84852"/>
                </a:lnTo>
                <a:lnTo>
                  <a:pt x="59260" y="84513"/>
                </a:lnTo>
                <a:lnTo>
                  <a:pt x="59600" y="84106"/>
                </a:lnTo>
                <a:lnTo>
                  <a:pt x="59871" y="83631"/>
                </a:lnTo>
                <a:lnTo>
                  <a:pt x="60075" y="83087"/>
                </a:lnTo>
                <a:lnTo>
                  <a:pt x="60143" y="82477"/>
                </a:lnTo>
                <a:lnTo>
                  <a:pt x="60143" y="3530"/>
                </a:lnTo>
                <a:lnTo>
                  <a:pt x="60075" y="2987"/>
                </a:lnTo>
                <a:lnTo>
                  <a:pt x="59939" y="2512"/>
                </a:lnTo>
                <a:lnTo>
                  <a:pt x="59668" y="2037"/>
                </a:lnTo>
                <a:lnTo>
                  <a:pt x="59328" y="1630"/>
                </a:lnTo>
                <a:lnTo>
                  <a:pt x="58921" y="1290"/>
                </a:lnTo>
                <a:lnTo>
                  <a:pt x="58446" y="1019"/>
                </a:lnTo>
                <a:lnTo>
                  <a:pt x="57903" y="883"/>
                </a:lnTo>
                <a:lnTo>
                  <a:pt x="57360" y="815"/>
                </a:lnTo>
                <a:close/>
                <a:moveTo>
                  <a:pt x="57971" y="679"/>
                </a:moveTo>
                <a:lnTo>
                  <a:pt x="58514" y="883"/>
                </a:lnTo>
                <a:lnTo>
                  <a:pt x="58989" y="1155"/>
                </a:lnTo>
                <a:lnTo>
                  <a:pt x="59464" y="1494"/>
                </a:lnTo>
                <a:lnTo>
                  <a:pt x="59804" y="1901"/>
                </a:lnTo>
                <a:lnTo>
                  <a:pt x="60075" y="2444"/>
                </a:lnTo>
                <a:lnTo>
                  <a:pt x="60211" y="2987"/>
                </a:lnTo>
                <a:lnTo>
                  <a:pt x="60279" y="3530"/>
                </a:lnTo>
                <a:lnTo>
                  <a:pt x="60279" y="82477"/>
                </a:lnTo>
                <a:lnTo>
                  <a:pt x="60211" y="83087"/>
                </a:lnTo>
                <a:lnTo>
                  <a:pt x="60075" y="83698"/>
                </a:lnTo>
                <a:lnTo>
                  <a:pt x="59736" y="84174"/>
                </a:lnTo>
                <a:lnTo>
                  <a:pt x="59396" y="84649"/>
                </a:lnTo>
                <a:lnTo>
                  <a:pt x="58921" y="84988"/>
                </a:lnTo>
                <a:lnTo>
                  <a:pt x="58378" y="85260"/>
                </a:lnTo>
                <a:lnTo>
                  <a:pt x="57767" y="85463"/>
                </a:lnTo>
                <a:lnTo>
                  <a:pt x="57156" y="85531"/>
                </a:lnTo>
                <a:lnTo>
                  <a:pt x="3869" y="85531"/>
                </a:lnTo>
                <a:lnTo>
                  <a:pt x="3190" y="85463"/>
                </a:lnTo>
                <a:lnTo>
                  <a:pt x="2647" y="85260"/>
                </a:lnTo>
                <a:lnTo>
                  <a:pt x="2104" y="84988"/>
                </a:lnTo>
                <a:lnTo>
                  <a:pt x="1629" y="84649"/>
                </a:lnTo>
                <a:lnTo>
                  <a:pt x="1222" y="84241"/>
                </a:lnTo>
                <a:lnTo>
                  <a:pt x="950" y="83766"/>
                </a:lnTo>
                <a:lnTo>
                  <a:pt x="747" y="83223"/>
                </a:lnTo>
                <a:lnTo>
                  <a:pt x="679" y="82612"/>
                </a:lnTo>
                <a:lnTo>
                  <a:pt x="679" y="3530"/>
                </a:lnTo>
                <a:lnTo>
                  <a:pt x="747" y="2987"/>
                </a:lnTo>
                <a:lnTo>
                  <a:pt x="950" y="2444"/>
                </a:lnTo>
                <a:lnTo>
                  <a:pt x="1154" y="1901"/>
                </a:lnTo>
                <a:lnTo>
                  <a:pt x="1561" y="1494"/>
                </a:lnTo>
                <a:lnTo>
                  <a:pt x="1969" y="1155"/>
                </a:lnTo>
                <a:lnTo>
                  <a:pt x="2444" y="883"/>
                </a:lnTo>
                <a:lnTo>
                  <a:pt x="2987" y="679"/>
                </a:lnTo>
                <a:close/>
                <a:moveTo>
                  <a:pt x="3530" y="1"/>
                </a:moveTo>
                <a:lnTo>
                  <a:pt x="2851" y="68"/>
                </a:lnTo>
                <a:lnTo>
                  <a:pt x="2172" y="204"/>
                </a:lnTo>
                <a:lnTo>
                  <a:pt x="1561" y="544"/>
                </a:lnTo>
                <a:lnTo>
                  <a:pt x="1018" y="1019"/>
                </a:lnTo>
                <a:lnTo>
                  <a:pt x="611" y="1562"/>
                </a:lnTo>
                <a:lnTo>
                  <a:pt x="272" y="2173"/>
                </a:lnTo>
                <a:lnTo>
                  <a:pt x="68" y="2852"/>
                </a:lnTo>
                <a:lnTo>
                  <a:pt x="0" y="3530"/>
                </a:lnTo>
                <a:lnTo>
                  <a:pt x="0" y="82612"/>
                </a:lnTo>
                <a:lnTo>
                  <a:pt x="68" y="83359"/>
                </a:lnTo>
                <a:lnTo>
                  <a:pt x="339" y="84038"/>
                </a:lnTo>
                <a:lnTo>
                  <a:pt x="679" y="84649"/>
                </a:lnTo>
                <a:lnTo>
                  <a:pt x="1154" y="85124"/>
                </a:lnTo>
                <a:lnTo>
                  <a:pt x="1697" y="85599"/>
                </a:lnTo>
                <a:lnTo>
                  <a:pt x="2376" y="85938"/>
                </a:lnTo>
                <a:lnTo>
                  <a:pt x="3055" y="86142"/>
                </a:lnTo>
                <a:lnTo>
                  <a:pt x="3869" y="86210"/>
                </a:lnTo>
                <a:lnTo>
                  <a:pt x="57156" y="86210"/>
                </a:lnTo>
                <a:lnTo>
                  <a:pt x="57903" y="86142"/>
                </a:lnTo>
                <a:lnTo>
                  <a:pt x="58582" y="85938"/>
                </a:lnTo>
                <a:lnTo>
                  <a:pt x="59260" y="85599"/>
                </a:lnTo>
                <a:lnTo>
                  <a:pt x="59804" y="85124"/>
                </a:lnTo>
                <a:lnTo>
                  <a:pt x="60347" y="84581"/>
                </a:lnTo>
                <a:lnTo>
                  <a:pt x="60686" y="83970"/>
                </a:lnTo>
                <a:lnTo>
                  <a:pt x="60890" y="83223"/>
                </a:lnTo>
                <a:lnTo>
                  <a:pt x="60957" y="82477"/>
                </a:lnTo>
                <a:lnTo>
                  <a:pt x="60957" y="3530"/>
                </a:lnTo>
                <a:lnTo>
                  <a:pt x="60890" y="2852"/>
                </a:lnTo>
                <a:lnTo>
                  <a:pt x="60686" y="2173"/>
                </a:lnTo>
                <a:lnTo>
                  <a:pt x="60347" y="1562"/>
                </a:lnTo>
                <a:lnTo>
                  <a:pt x="59939" y="1019"/>
                </a:lnTo>
                <a:lnTo>
                  <a:pt x="59396" y="544"/>
                </a:lnTo>
                <a:lnTo>
                  <a:pt x="58785" y="204"/>
                </a:lnTo>
                <a:lnTo>
                  <a:pt x="58106" y="68"/>
                </a:lnTo>
                <a:lnTo>
                  <a:pt x="57360" y="1"/>
                </a:lnTo>
                <a:close/>
              </a:path>
            </a:pathLst>
          </a:custGeom>
          <a:solidFill>
            <a:srgbClr val="0B5394"/>
          </a:solidFill>
          <a:ln w="19050" cap="flat" cmpd="sng">
            <a:solidFill>
              <a:srgbClr val="FFFFFF"/>
            </a:solidFill>
            <a:prstDash val="solid"/>
            <a:round/>
            <a:headEnd type="none" w="sm" len="sm"/>
            <a:tailEnd type="none" w="sm" len="sm"/>
          </a:ln>
        </p:spPr>
        <p:txBody>
          <a:bodyPr spcFirstLastPara="1" wrap="square" lIns="91375" tIns="91375" rIns="91375" bIns="9137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i="0" u="none" strike="noStrike" cap="none">
              <a:solidFill>
                <a:schemeClr val="accent3"/>
              </a:solidFill>
              <a:latin typeface="Oswald"/>
              <a:ea typeface="Oswald"/>
              <a:cs typeface="Oswald"/>
              <a:sym typeface="Oswald"/>
            </a:endParaRPr>
          </a:p>
        </p:txBody>
      </p:sp>
      <p:sp>
        <p:nvSpPr>
          <p:cNvPr id="309" name="Google Shape;309;p30"/>
          <p:cNvSpPr/>
          <p:nvPr/>
        </p:nvSpPr>
        <p:spPr>
          <a:xfrm>
            <a:off x="3399099" y="910326"/>
            <a:ext cx="2493300" cy="3333600"/>
          </a:xfrm>
          <a:prstGeom prst="rect">
            <a:avLst/>
          </a:prstGeom>
          <a:solidFill>
            <a:srgbClr val="073763">
              <a:alpha val="19220"/>
            </a:srgbClr>
          </a:solidFill>
          <a:ln>
            <a:noFill/>
          </a:ln>
        </p:spPr>
        <p:txBody>
          <a:bodyPr spcFirstLastPara="1" wrap="square" lIns="91375" tIns="91375" rIns="91375" bIns="91375" anchor="ctr" anchorCtr="0">
            <a:noAutofit/>
          </a:bodyPr>
          <a:lstStyle/>
          <a:p>
            <a:pPr marL="0" marR="0" lvl="0" indent="0" algn="ctr" rtl="0">
              <a:lnSpc>
                <a:spcPct val="100000"/>
              </a:lnSpc>
              <a:spcBef>
                <a:spcPts val="0"/>
              </a:spcBef>
              <a:spcAft>
                <a:spcPts val="0"/>
              </a:spcAft>
              <a:buClr>
                <a:srgbClr val="000000"/>
              </a:buClr>
              <a:buSzPts val="4400"/>
              <a:buFont typeface="Calibri" panose="020F0502020204030204"/>
              <a:buNone/>
            </a:pPr>
            <a:r>
              <a:rPr lang="en-GB" sz="4400" i="0" u="none" strike="noStrike" cap="none">
                <a:solidFill>
                  <a:schemeClr val="accent3"/>
                </a:solidFill>
                <a:latin typeface="Oswald"/>
                <a:ea typeface="Oswald"/>
                <a:cs typeface="Oswald"/>
                <a:sym typeface="Oswald"/>
              </a:rPr>
              <a:t>System Design</a:t>
            </a:r>
            <a:endParaRPr>
              <a:solidFill>
                <a:schemeClr val="accent3"/>
              </a:solidFill>
              <a:latin typeface="Oswald"/>
              <a:ea typeface="Oswald"/>
              <a:cs typeface="Oswald"/>
              <a:sym typeface="Oswa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13" name="Shape 313"/>
        <p:cNvGrpSpPr/>
        <p:nvPr/>
      </p:nvGrpSpPr>
      <p:grpSpPr>
        <a:xfrm>
          <a:off x="0" y="0"/>
          <a:ext cx="0" cy="0"/>
          <a:chOff x="0" y="0"/>
          <a:chExt cx="0" cy="0"/>
        </a:xfrm>
      </p:grpSpPr>
      <p:sp>
        <p:nvSpPr>
          <p:cNvPr id="314" name="Google Shape;314;p31"/>
          <p:cNvSpPr txBox="1"/>
          <p:nvPr>
            <p:ph type="title"/>
          </p:nvPr>
        </p:nvSpPr>
        <p:spPr>
          <a:xfrm>
            <a:off x="311700" y="467650"/>
            <a:ext cx="85206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2800"/>
              <a:buFont typeface="Arial" panose="020B0604020202020204"/>
              <a:buNone/>
            </a:pPr>
            <a:r>
              <a:rPr lang="en-GB" sz="3200"/>
              <a:t>System Design</a:t>
            </a:r>
            <a:endParaRPr sz="3200"/>
          </a:p>
        </p:txBody>
      </p:sp>
      <p:sp>
        <p:nvSpPr>
          <p:cNvPr id="315" name="Google Shape;315;p3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p>
            <a:pPr marL="457200" lvl="0" indent="0" algn="just" rtl="0">
              <a:lnSpc>
                <a:spcPct val="115000"/>
              </a:lnSpc>
              <a:spcBef>
                <a:spcPts val="0"/>
              </a:spcBef>
              <a:spcAft>
                <a:spcPts val="0"/>
              </a:spcAft>
              <a:buNone/>
            </a:pPr>
            <a:endParaRPr sz="2400">
              <a:solidFill>
                <a:schemeClr val="dk1"/>
              </a:solidFill>
              <a:latin typeface="Oswald"/>
              <a:ea typeface="Oswald"/>
              <a:cs typeface="Oswald"/>
              <a:sym typeface="Oswald"/>
            </a:endParaRPr>
          </a:p>
          <a:p>
            <a:pPr marL="457200" lvl="0" indent="-381000" algn="just" rtl="0">
              <a:lnSpc>
                <a:spcPct val="115000"/>
              </a:lnSpc>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Process of defining the </a:t>
            </a:r>
            <a:r>
              <a:rPr lang="en-GB" sz="2400">
                <a:solidFill>
                  <a:srgbClr val="93C47D"/>
                </a:solidFill>
                <a:latin typeface="Oswald"/>
                <a:ea typeface="Oswald"/>
                <a:cs typeface="Oswald"/>
                <a:sym typeface="Oswald"/>
              </a:rPr>
              <a:t>architecture, components, modules, interfaces, and data</a:t>
            </a:r>
            <a:r>
              <a:rPr lang="en-GB" sz="2400">
                <a:solidFill>
                  <a:schemeClr val="dk1"/>
                </a:solidFill>
                <a:latin typeface="Oswald"/>
                <a:ea typeface="Oswald"/>
                <a:cs typeface="Oswald"/>
                <a:sym typeface="Oswald"/>
              </a:rPr>
              <a:t> for a system to satisfy specified requirements.</a:t>
            </a:r>
            <a:endParaRPr sz="2400">
              <a:solidFill>
                <a:schemeClr val="dk1"/>
              </a:solidFill>
              <a:latin typeface="Oswald"/>
              <a:ea typeface="Oswald"/>
              <a:cs typeface="Oswald"/>
              <a:sym typeface="Oswald"/>
            </a:endParaRPr>
          </a:p>
          <a:p>
            <a:pPr marL="457200" lvl="0" indent="-381000" algn="just" rtl="0">
              <a:lnSpc>
                <a:spcPct val="115000"/>
              </a:lnSpc>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Translating user requirements into a </a:t>
            </a:r>
            <a:r>
              <a:rPr lang="en-GB" sz="2400">
                <a:solidFill>
                  <a:srgbClr val="93C47D"/>
                </a:solidFill>
                <a:latin typeface="Oswald"/>
                <a:ea typeface="Oswald"/>
                <a:cs typeface="Oswald"/>
                <a:sym typeface="Oswald"/>
              </a:rPr>
              <a:t>detailed blueprint</a:t>
            </a:r>
            <a:r>
              <a:rPr lang="en-GB" sz="2400">
                <a:solidFill>
                  <a:schemeClr val="dk1"/>
                </a:solidFill>
                <a:latin typeface="Oswald"/>
                <a:ea typeface="Oswald"/>
                <a:cs typeface="Oswald"/>
                <a:sym typeface="Oswald"/>
              </a:rPr>
              <a:t> that guides the implementation phase.</a:t>
            </a:r>
            <a:endParaRPr sz="2400">
              <a:solidFill>
                <a:schemeClr val="dk1"/>
              </a:solidFill>
              <a:latin typeface="Oswald"/>
              <a:ea typeface="Oswald"/>
              <a:cs typeface="Oswald"/>
              <a:sym typeface="Oswald"/>
            </a:endParaRPr>
          </a:p>
          <a:p>
            <a:pPr marL="457200" lvl="0" indent="-381000" algn="just" rtl="0">
              <a:lnSpc>
                <a:spcPct val="115000"/>
              </a:lnSpc>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Provides the </a:t>
            </a:r>
            <a:r>
              <a:rPr lang="en-GB" sz="2400">
                <a:solidFill>
                  <a:srgbClr val="93C47D"/>
                </a:solidFill>
                <a:latin typeface="Oswald"/>
                <a:ea typeface="Oswald"/>
                <a:cs typeface="Oswald"/>
                <a:sym typeface="Oswald"/>
              </a:rPr>
              <a:t>backbone</a:t>
            </a:r>
            <a:r>
              <a:rPr lang="en-GB" sz="2400">
                <a:solidFill>
                  <a:schemeClr val="dk1"/>
                </a:solidFill>
                <a:latin typeface="Oswald"/>
                <a:ea typeface="Oswald"/>
                <a:cs typeface="Oswald"/>
                <a:sym typeface="Oswald"/>
              </a:rPr>
              <a:t> to handle exceptional scenarios.</a:t>
            </a:r>
            <a:endParaRPr sz="2400">
              <a:solidFill>
                <a:schemeClr val="dk1"/>
              </a:solidFill>
              <a:latin typeface="Oswald"/>
              <a:ea typeface="Oswald"/>
              <a:cs typeface="Oswald"/>
              <a:sym typeface="Oswald"/>
            </a:endParaRPr>
          </a:p>
        </p:txBody>
      </p:sp>
      <p:sp>
        <p:nvSpPr>
          <p:cNvPr id="316" name="Google Shape;316;p31"/>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20" name="Shape 320"/>
        <p:cNvGrpSpPr/>
        <p:nvPr/>
      </p:nvGrpSpPr>
      <p:grpSpPr>
        <a:xfrm>
          <a:off x="0" y="0"/>
          <a:ext cx="0" cy="0"/>
          <a:chOff x="0" y="0"/>
          <a:chExt cx="0" cy="0"/>
        </a:xfrm>
      </p:grpSpPr>
      <p:sp>
        <p:nvSpPr>
          <p:cNvPr id="321" name="Google Shape;321;p32"/>
          <p:cNvSpPr txBox="1"/>
          <p:nvPr>
            <p:ph type="title"/>
          </p:nvPr>
        </p:nvSpPr>
        <p:spPr>
          <a:xfrm>
            <a:off x="311700" y="4676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Objectives of System Design</a:t>
            </a:r>
            <a:endParaRPr sz="3200"/>
          </a:p>
        </p:txBody>
      </p:sp>
      <p:sp>
        <p:nvSpPr>
          <p:cNvPr id="322" name="Google Shape;322;p32"/>
          <p:cNvSpPr txBox="1"/>
          <p:nvPr>
            <p:ph type="body" idx="1"/>
          </p:nvPr>
        </p:nvSpPr>
        <p:spPr>
          <a:xfrm>
            <a:off x="1837650" y="1152475"/>
            <a:ext cx="2420700" cy="3416400"/>
          </a:xfrm>
          <a:prstGeom prst="rect">
            <a:avLst/>
          </a:prstGeom>
          <a:noFill/>
          <a:ln>
            <a:noFill/>
          </a:ln>
        </p:spPr>
        <p:txBody>
          <a:bodyPr spcFirstLastPara="1" wrap="square" lIns="91425" tIns="91425" rIns="91425" bIns="91425" anchor="t" anchorCtr="0">
            <a:noAutofit/>
          </a:bodyPr>
          <a:lstStyle/>
          <a:p>
            <a:pPr marL="457200" lvl="0" indent="0" algn="just" rtl="0">
              <a:lnSpc>
                <a:spcPct val="115000"/>
              </a:lnSpc>
              <a:spcBef>
                <a:spcPts val="0"/>
              </a:spcBef>
              <a:spcAft>
                <a:spcPts val="0"/>
              </a:spcAft>
              <a:buNone/>
            </a:pPr>
            <a:endParaRPr sz="2400">
              <a:latin typeface="Oswald"/>
              <a:ea typeface="Oswald"/>
              <a:cs typeface="Oswald"/>
              <a:sym typeface="Oswald"/>
            </a:endParaRPr>
          </a:p>
          <a:p>
            <a:pPr marL="457200" lvl="0" indent="-381000" algn="just" rtl="0">
              <a:lnSpc>
                <a:spcPct val="150000"/>
              </a:lnSpc>
              <a:spcBef>
                <a:spcPts val="0"/>
              </a:spcBef>
              <a:spcAft>
                <a:spcPts val="0"/>
              </a:spcAft>
              <a:buSzPts val="2400"/>
              <a:buFont typeface="Oswald"/>
              <a:buChar char="●"/>
            </a:pPr>
            <a:r>
              <a:rPr lang="en-GB" sz="2400">
                <a:latin typeface="Oswald"/>
                <a:ea typeface="Oswald"/>
                <a:cs typeface="Oswald"/>
                <a:sym typeface="Oswald"/>
              </a:rPr>
              <a:t>Practicality</a:t>
            </a:r>
            <a:endParaRPr sz="2400">
              <a:latin typeface="Oswald"/>
              <a:ea typeface="Oswald"/>
              <a:cs typeface="Oswald"/>
              <a:sym typeface="Oswald"/>
            </a:endParaRPr>
          </a:p>
          <a:p>
            <a:pPr marL="457200" lvl="0" indent="-381000" algn="just" rtl="0">
              <a:lnSpc>
                <a:spcPct val="150000"/>
              </a:lnSpc>
              <a:spcBef>
                <a:spcPts val="0"/>
              </a:spcBef>
              <a:spcAft>
                <a:spcPts val="0"/>
              </a:spcAft>
              <a:buSzPts val="2400"/>
              <a:buFont typeface="Oswald"/>
              <a:buChar char="●"/>
            </a:pPr>
            <a:r>
              <a:rPr lang="en-GB" sz="2400">
                <a:latin typeface="Oswald"/>
                <a:ea typeface="Oswald"/>
                <a:cs typeface="Oswald"/>
                <a:sym typeface="Oswald"/>
              </a:rPr>
              <a:t>Accuracy</a:t>
            </a:r>
            <a:endParaRPr sz="2400">
              <a:latin typeface="Oswald"/>
              <a:ea typeface="Oswald"/>
              <a:cs typeface="Oswald"/>
              <a:sym typeface="Oswald"/>
            </a:endParaRPr>
          </a:p>
          <a:p>
            <a:pPr marL="457200" lvl="0" indent="-381000" algn="just" rtl="0">
              <a:lnSpc>
                <a:spcPct val="150000"/>
              </a:lnSpc>
              <a:spcBef>
                <a:spcPts val="0"/>
              </a:spcBef>
              <a:spcAft>
                <a:spcPts val="0"/>
              </a:spcAft>
              <a:buSzPts val="2400"/>
              <a:buFont typeface="Oswald"/>
              <a:buChar char="●"/>
            </a:pPr>
            <a:r>
              <a:rPr lang="en-GB" sz="2400">
                <a:latin typeface="Oswald"/>
                <a:ea typeface="Oswald"/>
                <a:cs typeface="Oswald"/>
                <a:sym typeface="Oswald"/>
              </a:rPr>
              <a:t>Completeness</a:t>
            </a:r>
            <a:endParaRPr sz="2400">
              <a:latin typeface="Oswald"/>
              <a:ea typeface="Oswald"/>
              <a:cs typeface="Oswald"/>
              <a:sym typeface="Oswald"/>
            </a:endParaRPr>
          </a:p>
          <a:p>
            <a:pPr marL="457200" lvl="0" indent="-381000" algn="just" rtl="0">
              <a:lnSpc>
                <a:spcPct val="150000"/>
              </a:lnSpc>
              <a:spcBef>
                <a:spcPts val="0"/>
              </a:spcBef>
              <a:spcAft>
                <a:spcPts val="0"/>
              </a:spcAft>
              <a:buSzPts val="2400"/>
              <a:buFont typeface="Oswald"/>
              <a:buChar char="●"/>
            </a:pPr>
            <a:r>
              <a:rPr lang="en-GB" sz="2400">
                <a:latin typeface="Oswald"/>
                <a:ea typeface="Oswald"/>
                <a:cs typeface="Oswald"/>
                <a:sym typeface="Oswald"/>
              </a:rPr>
              <a:t>Efficiency</a:t>
            </a:r>
            <a:endParaRPr sz="2400">
              <a:latin typeface="Oswald"/>
              <a:ea typeface="Oswald"/>
              <a:cs typeface="Oswald"/>
              <a:sym typeface="Oswald"/>
            </a:endParaRPr>
          </a:p>
        </p:txBody>
      </p:sp>
      <p:sp>
        <p:nvSpPr>
          <p:cNvPr id="323" name="Google Shape;323;p32"/>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
        <p:nvSpPr>
          <p:cNvPr id="324" name="Google Shape;324;p32"/>
          <p:cNvSpPr txBox="1"/>
          <p:nvPr>
            <p:ph type="body" idx="1"/>
          </p:nvPr>
        </p:nvSpPr>
        <p:spPr>
          <a:xfrm>
            <a:off x="4885650" y="1152475"/>
            <a:ext cx="2420700" cy="3416400"/>
          </a:xfrm>
          <a:prstGeom prst="rect">
            <a:avLst/>
          </a:prstGeom>
          <a:noFill/>
          <a:ln>
            <a:noFill/>
          </a:ln>
        </p:spPr>
        <p:txBody>
          <a:bodyPr spcFirstLastPara="1" wrap="square" lIns="91425" tIns="91425" rIns="91425" bIns="91425" anchor="t" anchorCtr="0">
            <a:noAutofit/>
          </a:bodyPr>
          <a:lstStyle/>
          <a:p>
            <a:pPr marL="457200" lvl="0" indent="0" algn="just" rtl="0">
              <a:lnSpc>
                <a:spcPct val="115000"/>
              </a:lnSpc>
              <a:spcBef>
                <a:spcPts val="0"/>
              </a:spcBef>
              <a:spcAft>
                <a:spcPts val="0"/>
              </a:spcAft>
              <a:buNone/>
            </a:pPr>
            <a:endParaRPr sz="2400">
              <a:latin typeface="Oswald"/>
              <a:ea typeface="Oswald"/>
              <a:cs typeface="Oswald"/>
              <a:sym typeface="Oswald"/>
            </a:endParaRPr>
          </a:p>
          <a:p>
            <a:pPr marL="457200" lvl="0" indent="-381000" algn="just" rtl="0">
              <a:lnSpc>
                <a:spcPct val="150000"/>
              </a:lnSpc>
              <a:spcBef>
                <a:spcPts val="0"/>
              </a:spcBef>
              <a:spcAft>
                <a:spcPts val="0"/>
              </a:spcAft>
              <a:buSzPts val="2400"/>
              <a:buFont typeface="Oswald"/>
              <a:buChar char="●"/>
            </a:pPr>
            <a:r>
              <a:rPr lang="en-GB" sz="2400">
                <a:latin typeface="Oswald"/>
                <a:ea typeface="Oswald"/>
                <a:cs typeface="Oswald"/>
                <a:sym typeface="Oswald"/>
              </a:rPr>
              <a:t>Reliability</a:t>
            </a:r>
            <a:endParaRPr sz="2400">
              <a:latin typeface="Oswald"/>
              <a:ea typeface="Oswald"/>
              <a:cs typeface="Oswald"/>
              <a:sym typeface="Oswald"/>
            </a:endParaRPr>
          </a:p>
          <a:p>
            <a:pPr marL="457200" lvl="0" indent="-381000" algn="just" rtl="0">
              <a:lnSpc>
                <a:spcPct val="150000"/>
              </a:lnSpc>
              <a:spcBef>
                <a:spcPts val="0"/>
              </a:spcBef>
              <a:spcAft>
                <a:spcPts val="0"/>
              </a:spcAft>
              <a:buSzPts val="2400"/>
              <a:buFont typeface="Oswald"/>
              <a:buChar char="●"/>
            </a:pPr>
            <a:r>
              <a:rPr lang="en-GB" sz="2400">
                <a:latin typeface="Oswald"/>
                <a:ea typeface="Oswald"/>
                <a:cs typeface="Oswald"/>
                <a:sym typeface="Oswald"/>
              </a:rPr>
              <a:t>Optimization</a:t>
            </a:r>
            <a:endParaRPr sz="2400">
              <a:latin typeface="Oswald"/>
              <a:ea typeface="Oswald"/>
              <a:cs typeface="Oswald"/>
              <a:sym typeface="Oswald"/>
            </a:endParaRPr>
          </a:p>
          <a:p>
            <a:pPr marL="457200" lvl="0" indent="-381000" algn="just" rtl="0">
              <a:lnSpc>
                <a:spcPct val="150000"/>
              </a:lnSpc>
              <a:spcBef>
                <a:spcPts val="0"/>
              </a:spcBef>
              <a:spcAft>
                <a:spcPts val="0"/>
              </a:spcAft>
              <a:buSzPts val="2400"/>
              <a:buFont typeface="Oswald"/>
              <a:buChar char="●"/>
            </a:pPr>
            <a:r>
              <a:rPr lang="en-GB" sz="2400">
                <a:latin typeface="Oswald"/>
                <a:ea typeface="Oswald"/>
                <a:cs typeface="Oswald"/>
                <a:sym typeface="Oswald"/>
              </a:rPr>
              <a:t>Scalability</a:t>
            </a:r>
            <a:endParaRPr sz="2400">
              <a:latin typeface="Oswald"/>
              <a:ea typeface="Oswald"/>
              <a:cs typeface="Oswald"/>
              <a:sym typeface="Oswa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28" name="Shape 328"/>
        <p:cNvGrpSpPr/>
        <p:nvPr/>
      </p:nvGrpSpPr>
      <p:grpSpPr>
        <a:xfrm>
          <a:off x="0" y="0"/>
          <a:ext cx="0" cy="0"/>
          <a:chOff x="0" y="0"/>
          <a:chExt cx="0" cy="0"/>
        </a:xfrm>
      </p:grpSpPr>
      <p:sp>
        <p:nvSpPr>
          <p:cNvPr id="329" name="Google Shape;329;p33"/>
          <p:cNvSpPr txBox="1"/>
          <p:nvPr>
            <p:ph type="title"/>
          </p:nvPr>
        </p:nvSpPr>
        <p:spPr>
          <a:xfrm>
            <a:off x="311700" y="4676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System Design</a:t>
            </a:r>
            <a:endParaRPr sz="3200"/>
          </a:p>
        </p:txBody>
      </p:sp>
      <p:sp>
        <p:nvSpPr>
          <p:cNvPr id="330" name="Google Shape;330;p33"/>
          <p:cNvSpPr txBox="1"/>
          <p:nvPr>
            <p:ph type="body" idx="1"/>
          </p:nvPr>
        </p:nvSpPr>
        <p:spPr>
          <a:xfrm>
            <a:off x="311700" y="1152475"/>
            <a:ext cx="7315200" cy="3657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GB" sz="2400">
                <a:solidFill>
                  <a:schemeClr val="dk1"/>
                </a:solidFill>
                <a:latin typeface="Oswald"/>
                <a:ea typeface="Oswald"/>
                <a:cs typeface="Oswald"/>
                <a:sym typeface="Oswald"/>
              </a:rPr>
              <a:t>Specifies the following:</a:t>
            </a:r>
            <a:endParaRPr sz="2400">
              <a:solidFill>
                <a:schemeClr val="dk1"/>
              </a:solidFill>
              <a:latin typeface="Oswald"/>
              <a:ea typeface="Oswald"/>
              <a:cs typeface="Oswald"/>
              <a:sym typeface="Oswald"/>
            </a:endParaRPr>
          </a:p>
          <a:p>
            <a:pPr marL="0" lvl="0" indent="0" algn="l" rtl="0">
              <a:lnSpc>
                <a:spcPct val="100000"/>
              </a:lnSpc>
              <a:spcBef>
                <a:spcPts val="0"/>
              </a:spcBef>
              <a:spcAft>
                <a:spcPts val="0"/>
              </a:spcAft>
              <a:buNone/>
            </a:pPr>
            <a:endParaRPr sz="2400">
              <a:solidFill>
                <a:schemeClr val="dk1"/>
              </a:solidFill>
              <a:latin typeface="Oswald"/>
              <a:ea typeface="Oswald"/>
              <a:cs typeface="Oswald"/>
              <a:sym typeface="Oswald"/>
            </a:endParaRPr>
          </a:p>
          <a:p>
            <a:pPr marL="457200" lvl="0" indent="-381000" algn="l" rtl="0">
              <a:lnSpc>
                <a:spcPct val="100000"/>
              </a:lnSpc>
              <a:spcBef>
                <a:spcPts val="0"/>
              </a:spcBef>
              <a:spcAft>
                <a:spcPts val="0"/>
              </a:spcAft>
              <a:buClr>
                <a:srgbClr val="93C47D"/>
              </a:buClr>
              <a:buSzPts val="2400"/>
              <a:buFont typeface="Oswald"/>
              <a:buChar char="●"/>
            </a:pPr>
            <a:r>
              <a:rPr lang="en-GB" sz="2400">
                <a:solidFill>
                  <a:srgbClr val="93C47D"/>
                </a:solidFill>
                <a:latin typeface="Oswald"/>
                <a:ea typeface="Oswald"/>
                <a:cs typeface="Oswald"/>
                <a:sym typeface="Oswald"/>
              </a:rPr>
              <a:t>System Requirements </a:t>
            </a:r>
            <a:endParaRPr sz="2400">
              <a:solidFill>
                <a:srgbClr val="93C47D"/>
              </a:solidFill>
              <a:latin typeface="Oswald"/>
              <a:ea typeface="Oswald"/>
              <a:cs typeface="Oswald"/>
              <a:sym typeface="Oswald"/>
            </a:endParaRPr>
          </a:p>
          <a:p>
            <a:pPr marL="457200" lvl="0" indent="-381000" algn="l" rtl="0">
              <a:lnSpc>
                <a:spcPct val="100000"/>
              </a:lnSpc>
              <a:spcBef>
                <a:spcPts val="0"/>
              </a:spcBef>
              <a:spcAft>
                <a:spcPts val="0"/>
              </a:spcAft>
              <a:buClr>
                <a:srgbClr val="93C47D"/>
              </a:buClr>
              <a:buSzPts val="2400"/>
              <a:buFont typeface="Oswald"/>
              <a:buChar char="●"/>
            </a:pPr>
            <a:r>
              <a:rPr lang="en-GB" sz="2400">
                <a:solidFill>
                  <a:srgbClr val="93C47D"/>
                </a:solidFill>
                <a:latin typeface="Oswald"/>
                <a:ea typeface="Oswald"/>
                <a:cs typeface="Oswald"/>
                <a:sym typeface="Oswald"/>
              </a:rPr>
              <a:t>Process Flow / Diagram</a:t>
            </a:r>
            <a:endParaRPr sz="2400">
              <a:solidFill>
                <a:srgbClr val="93C47D"/>
              </a:solidFill>
              <a:latin typeface="Oswald"/>
              <a:ea typeface="Oswald"/>
              <a:cs typeface="Oswald"/>
              <a:sym typeface="Oswald"/>
            </a:endParaRPr>
          </a:p>
          <a:p>
            <a:pPr marL="457200" lvl="0" indent="-381000" algn="l" rtl="0">
              <a:lnSpc>
                <a:spcPct val="100000"/>
              </a:lnSpc>
              <a:spcBef>
                <a:spcPts val="0"/>
              </a:spcBef>
              <a:spcAft>
                <a:spcPts val="0"/>
              </a:spcAft>
              <a:buClr>
                <a:srgbClr val="93C47D"/>
              </a:buClr>
              <a:buSzPts val="2400"/>
              <a:buFont typeface="Oswald"/>
              <a:buChar char="●"/>
            </a:pPr>
            <a:r>
              <a:rPr lang="en-GB" sz="2400">
                <a:solidFill>
                  <a:srgbClr val="93C47D"/>
                </a:solidFill>
                <a:latin typeface="Oswald"/>
                <a:ea typeface="Oswald"/>
                <a:cs typeface="Oswald"/>
                <a:sym typeface="Oswald"/>
              </a:rPr>
              <a:t>Business Rules</a:t>
            </a:r>
            <a:endParaRPr sz="2400">
              <a:solidFill>
                <a:srgbClr val="93C47D"/>
              </a:solidFill>
              <a:latin typeface="Oswald"/>
              <a:ea typeface="Oswald"/>
              <a:cs typeface="Oswald"/>
              <a:sym typeface="Oswald"/>
            </a:endParaRPr>
          </a:p>
          <a:p>
            <a:pPr marL="457200" lvl="0" indent="-381000" algn="l" rtl="0">
              <a:lnSpc>
                <a:spcPct val="100000"/>
              </a:lnSpc>
              <a:spcBef>
                <a:spcPts val="0"/>
              </a:spcBef>
              <a:spcAft>
                <a:spcPts val="0"/>
              </a:spcAft>
              <a:buClr>
                <a:srgbClr val="93C47D"/>
              </a:buClr>
              <a:buSzPts val="2400"/>
              <a:buFont typeface="Oswald"/>
              <a:buChar char="●"/>
            </a:pPr>
            <a:r>
              <a:rPr lang="en-GB" sz="2400">
                <a:solidFill>
                  <a:srgbClr val="93C47D"/>
                </a:solidFill>
                <a:latin typeface="Oswald"/>
                <a:ea typeface="Oswald"/>
                <a:cs typeface="Oswald"/>
                <a:sym typeface="Oswald"/>
              </a:rPr>
              <a:t>Database Design</a:t>
            </a:r>
            <a:endParaRPr sz="2400">
              <a:solidFill>
                <a:srgbClr val="93C47D"/>
              </a:solidFill>
              <a:latin typeface="Oswald"/>
              <a:ea typeface="Oswald"/>
              <a:cs typeface="Oswald"/>
              <a:sym typeface="Oswald"/>
            </a:endParaRPr>
          </a:p>
          <a:p>
            <a:pPr marL="457200" lvl="0" indent="-381000" algn="l" rtl="0">
              <a:lnSpc>
                <a:spcPct val="100000"/>
              </a:lnSpc>
              <a:spcBef>
                <a:spcPts val="0"/>
              </a:spcBef>
              <a:spcAft>
                <a:spcPts val="0"/>
              </a:spcAft>
              <a:buClr>
                <a:srgbClr val="93C47D"/>
              </a:buClr>
              <a:buSzPts val="2400"/>
              <a:buFont typeface="Oswald"/>
              <a:buChar char="●"/>
            </a:pPr>
            <a:r>
              <a:rPr lang="en-GB" sz="2400">
                <a:solidFill>
                  <a:srgbClr val="93C47D"/>
                </a:solidFill>
                <a:latin typeface="Oswald"/>
                <a:ea typeface="Oswald"/>
                <a:cs typeface="Oswald"/>
                <a:sym typeface="Oswald"/>
              </a:rPr>
              <a:t>System Visualization / UI Design</a:t>
            </a:r>
            <a:endParaRPr sz="2400">
              <a:solidFill>
                <a:srgbClr val="93C47D"/>
              </a:solidFill>
              <a:latin typeface="Oswald"/>
              <a:ea typeface="Oswald"/>
              <a:cs typeface="Oswald"/>
              <a:sym typeface="Oswald"/>
            </a:endParaRPr>
          </a:p>
          <a:p>
            <a:pPr marL="457200" lvl="0" indent="-381000" algn="l" rtl="0">
              <a:lnSpc>
                <a:spcPct val="100000"/>
              </a:lnSpc>
              <a:spcBef>
                <a:spcPts val="0"/>
              </a:spcBef>
              <a:spcAft>
                <a:spcPts val="0"/>
              </a:spcAft>
              <a:buSzPts val="2400"/>
              <a:buFont typeface="Oswald"/>
              <a:buChar char="●"/>
            </a:pPr>
            <a:r>
              <a:rPr lang="en-GB" sz="2400">
                <a:latin typeface="Oswald"/>
                <a:ea typeface="Oswald"/>
                <a:cs typeface="Oswald"/>
                <a:sym typeface="Oswald"/>
              </a:rPr>
              <a:t>System Architecture  (2 Tier, 3 Tier, Cloud, MVC )</a:t>
            </a:r>
            <a:endParaRPr sz="2400">
              <a:latin typeface="Oswald"/>
              <a:ea typeface="Oswald"/>
              <a:cs typeface="Oswald"/>
              <a:sym typeface="Oswald"/>
            </a:endParaRPr>
          </a:p>
        </p:txBody>
      </p:sp>
      <p:sp>
        <p:nvSpPr>
          <p:cNvPr id="331" name="Google Shape;331;p33"/>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35" name="Shape 335"/>
        <p:cNvGrpSpPr/>
        <p:nvPr/>
      </p:nvGrpSpPr>
      <p:grpSpPr>
        <a:xfrm>
          <a:off x="0" y="0"/>
          <a:ext cx="0" cy="0"/>
          <a:chOff x="0" y="0"/>
          <a:chExt cx="0" cy="0"/>
        </a:xfrm>
      </p:grpSpPr>
      <p:sp>
        <p:nvSpPr>
          <p:cNvPr id="336" name="Google Shape;336;p34"/>
          <p:cNvSpPr txBox="1"/>
          <p:nvPr>
            <p:ph type="title"/>
          </p:nvPr>
        </p:nvSpPr>
        <p:spPr>
          <a:xfrm>
            <a:off x="311700" y="4676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System Design</a:t>
            </a:r>
            <a:endParaRPr sz="3200"/>
          </a:p>
        </p:txBody>
      </p:sp>
      <p:sp>
        <p:nvSpPr>
          <p:cNvPr id="337" name="Google Shape;337;p34"/>
          <p:cNvSpPr txBox="1"/>
          <p:nvPr>
            <p:ph type="body" idx="1"/>
          </p:nvPr>
        </p:nvSpPr>
        <p:spPr>
          <a:xfrm>
            <a:off x="311700" y="1152475"/>
            <a:ext cx="7315200" cy="3657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GB" sz="2400">
                <a:solidFill>
                  <a:schemeClr val="dk1"/>
                </a:solidFill>
                <a:latin typeface="Oswald"/>
                <a:ea typeface="Oswald"/>
                <a:cs typeface="Oswald"/>
                <a:sym typeface="Oswald"/>
              </a:rPr>
              <a:t>There are various concepts when it comes to designing a system.</a:t>
            </a:r>
            <a:endParaRPr sz="2400">
              <a:solidFill>
                <a:schemeClr val="dk1"/>
              </a:solidFill>
              <a:latin typeface="Oswald"/>
              <a:ea typeface="Oswald"/>
              <a:cs typeface="Oswald"/>
              <a:sym typeface="Oswald"/>
            </a:endParaRPr>
          </a:p>
          <a:p>
            <a:pPr marL="0" lvl="0" indent="0" algn="l" rtl="0">
              <a:lnSpc>
                <a:spcPct val="100000"/>
              </a:lnSpc>
              <a:spcBef>
                <a:spcPts val="0"/>
              </a:spcBef>
              <a:spcAft>
                <a:spcPts val="0"/>
              </a:spcAft>
              <a:buNone/>
            </a:pPr>
            <a:r>
              <a:rPr lang="en-GB" sz="2400">
                <a:solidFill>
                  <a:schemeClr val="dk1"/>
                </a:solidFill>
                <a:latin typeface="Oswald"/>
                <a:ea typeface="Oswald"/>
                <a:cs typeface="Oswald"/>
                <a:sym typeface="Oswald"/>
              </a:rPr>
              <a:t>They include:</a:t>
            </a:r>
            <a:endParaRPr sz="2400">
              <a:solidFill>
                <a:schemeClr val="dk1"/>
              </a:solidFill>
              <a:latin typeface="Oswald"/>
              <a:ea typeface="Oswald"/>
              <a:cs typeface="Oswald"/>
              <a:sym typeface="Oswald"/>
            </a:endParaRPr>
          </a:p>
          <a:p>
            <a:pPr marL="0" lvl="0" indent="0" algn="l" rtl="0">
              <a:lnSpc>
                <a:spcPct val="100000"/>
              </a:lnSpc>
              <a:spcBef>
                <a:spcPts val="0"/>
              </a:spcBef>
              <a:spcAft>
                <a:spcPts val="0"/>
              </a:spcAft>
              <a:buNone/>
            </a:pPr>
            <a:endParaRPr sz="2400">
              <a:solidFill>
                <a:schemeClr val="dk1"/>
              </a:solidFill>
              <a:latin typeface="Oswald"/>
              <a:ea typeface="Oswald"/>
              <a:cs typeface="Oswald"/>
              <a:sym typeface="Oswald"/>
            </a:endParaRPr>
          </a:p>
          <a:p>
            <a:pPr marL="457200" lvl="0" indent="-381000" algn="l" rtl="0">
              <a:lnSpc>
                <a:spcPct val="100000"/>
              </a:lnSpc>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Object-Oriented Designs (e.g. UML)</a:t>
            </a:r>
            <a:endParaRPr sz="2400">
              <a:solidFill>
                <a:schemeClr val="dk1"/>
              </a:solidFill>
              <a:latin typeface="Oswald"/>
              <a:ea typeface="Oswald"/>
              <a:cs typeface="Oswald"/>
              <a:sym typeface="Oswald"/>
            </a:endParaRPr>
          </a:p>
          <a:p>
            <a:pPr marL="457200" lvl="0" indent="-381000" algn="l" rtl="0">
              <a:lnSpc>
                <a:spcPct val="100000"/>
              </a:lnSpc>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Structured Designs</a:t>
            </a:r>
            <a:endParaRPr sz="2400">
              <a:solidFill>
                <a:schemeClr val="dk1"/>
              </a:solidFill>
              <a:latin typeface="Oswald"/>
              <a:ea typeface="Oswald"/>
              <a:cs typeface="Oswald"/>
              <a:sym typeface="Oswald"/>
            </a:endParaRPr>
          </a:p>
          <a:p>
            <a:pPr marL="457200" lvl="0" indent="-381000" algn="l" rtl="0">
              <a:lnSpc>
                <a:spcPct val="100000"/>
              </a:lnSpc>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Dynamic Systems Designs</a:t>
            </a:r>
            <a:endParaRPr sz="2400">
              <a:solidFill>
                <a:schemeClr val="dk1"/>
              </a:solidFill>
              <a:latin typeface="Oswald"/>
              <a:ea typeface="Oswald"/>
              <a:cs typeface="Oswald"/>
              <a:sym typeface="Oswald"/>
            </a:endParaRPr>
          </a:p>
        </p:txBody>
      </p:sp>
      <p:sp>
        <p:nvSpPr>
          <p:cNvPr id="338" name="Google Shape;338;p34"/>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42" name="Shape 342"/>
        <p:cNvGrpSpPr/>
        <p:nvPr/>
      </p:nvGrpSpPr>
      <p:grpSpPr>
        <a:xfrm>
          <a:off x="0" y="0"/>
          <a:ext cx="0" cy="0"/>
          <a:chOff x="0" y="0"/>
          <a:chExt cx="0" cy="0"/>
        </a:xfrm>
      </p:grpSpPr>
      <p:sp>
        <p:nvSpPr>
          <p:cNvPr id="343" name="Google Shape;343;p35"/>
          <p:cNvSpPr txBox="1"/>
          <p:nvPr>
            <p:ph type="title"/>
          </p:nvPr>
        </p:nvSpPr>
        <p:spPr>
          <a:xfrm>
            <a:off x="311700" y="4676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Unified Modeling Language (UML)</a:t>
            </a:r>
            <a:endParaRPr sz="3200"/>
          </a:p>
        </p:txBody>
      </p:sp>
      <p:sp>
        <p:nvSpPr>
          <p:cNvPr id="344" name="Google Shape;344;p35"/>
          <p:cNvSpPr txBox="1"/>
          <p:nvPr>
            <p:ph type="body" idx="1"/>
          </p:nvPr>
        </p:nvSpPr>
        <p:spPr>
          <a:xfrm>
            <a:off x="311700" y="1152475"/>
            <a:ext cx="8178600" cy="3657600"/>
          </a:xfrm>
          <a:prstGeom prst="rect">
            <a:avLst/>
          </a:prstGeom>
          <a:noFill/>
          <a:ln>
            <a:noFill/>
          </a:ln>
        </p:spPr>
        <p:txBody>
          <a:bodyPr spcFirstLastPara="1" wrap="square" lIns="91425" tIns="91425" rIns="91425" bIns="91425" anchor="t" anchorCtr="0">
            <a:noAutofit/>
          </a:bodyPr>
          <a:lstStyle/>
          <a:p>
            <a:pPr marL="457200" lvl="0" indent="-368300" algn="l" rtl="0">
              <a:lnSpc>
                <a:spcPct val="115000"/>
              </a:lnSpc>
              <a:spcBef>
                <a:spcPts val="0"/>
              </a:spcBef>
              <a:spcAft>
                <a:spcPts val="0"/>
              </a:spcAft>
              <a:buSzPts val="2200"/>
              <a:buFont typeface="Oswald"/>
              <a:buChar char="●"/>
            </a:pPr>
            <a:r>
              <a:rPr lang="en-GB" sz="2200">
                <a:solidFill>
                  <a:schemeClr val="dk1"/>
                </a:solidFill>
                <a:latin typeface="Oswald"/>
                <a:ea typeface="Oswald"/>
                <a:cs typeface="Oswald"/>
                <a:sym typeface="Oswald"/>
              </a:rPr>
              <a:t>A</a:t>
            </a:r>
            <a:r>
              <a:rPr lang="en-GB" sz="2200">
                <a:latin typeface="Oswald"/>
                <a:ea typeface="Oswald"/>
                <a:cs typeface="Oswald"/>
                <a:sym typeface="Oswald"/>
              </a:rPr>
              <a:t> </a:t>
            </a:r>
            <a:r>
              <a:rPr lang="en-GB" sz="2200">
                <a:solidFill>
                  <a:srgbClr val="93C47D"/>
                </a:solidFill>
                <a:latin typeface="Oswald"/>
                <a:ea typeface="Oswald"/>
                <a:cs typeface="Oswald"/>
                <a:sym typeface="Oswald"/>
              </a:rPr>
              <a:t>general-purpose modeling language</a:t>
            </a:r>
            <a:endParaRPr sz="2200">
              <a:solidFill>
                <a:srgbClr val="93C47D"/>
              </a:solidFill>
              <a:latin typeface="Oswald"/>
              <a:ea typeface="Oswald"/>
              <a:cs typeface="Oswald"/>
              <a:sym typeface="Oswald"/>
            </a:endParaRPr>
          </a:p>
          <a:p>
            <a:pPr marL="457200" lvl="0" indent="-368300" algn="l" rtl="0">
              <a:lnSpc>
                <a:spcPct val="115000"/>
              </a:lnSpc>
              <a:spcBef>
                <a:spcPts val="0"/>
              </a:spcBef>
              <a:spcAft>
                <a:spcPts val="0"/>
              </a:spcAft>
              <a:buSzPts val="2200"/>
              <a:buFont typeface="Oswald"/>
              <a:buChar char="●"/>
            </a:pPr>
            <a:r>
              <a:rPr lang="en-GB" sz="2200">
                <a:solidFill>
                  <a:schemeClr val="dk1"/>
                </a:solidFill>
                <a:latin typeface="Oswald"/>
                <a:ea typeface="Oswald"/>
                <a:cs typeface="Oswald"/>
                <a:sym typeface="Oswald"/>
              </a:rPr>
              <a:t>A</a:t>
            </a:r>
            <a:r>
              <a:rPr lang="en-GB" sz="2200">
                <a:latin typeface="Oswald"/>
                <a:ea typeface="Oswald"/>
                <a:cs typeface="Oswald"/>
                <a:sym typeface="Oswald"/>
              </a:rPr>
              <a:t> </a:t>
            </a:r>
            <a:r>
              <a:rPr lang="en-GB" sz="2200">
                <a:solidFill>
                  <a:srgbClr val="93C47D"/>
                </a:solidFill>
                <a:latin typeface="Oswald"/>
                <a:ea typeface="Oswald"/>
                <a:cs typeface="Oswald"/>
                <a:sym typeface="Oswald"/>
              </a:rPr>
              <a:t>standard way to visualize</a:t>
            </a:r>
            <a:r>
              <a:rPr lang="en-GB" sz="2200">
                <a:latin typeface="Oswald"/>
                <a:ea typeface="Oswald"/>
                <a:cs typeface="Oswald"/>
                <a:sym typeface="Oswald"/>
              </a:rPr>
              <a:t> </a:t>
            </a:r>
            <a:r>
              <a:rPr lang="en-GB" sz="2200">
                <a:solidFill>
                  <a:schemeClr val="dk1"/>
                </a:solidFill>
                <a:latin typeface="Oswald"/>
                <a:ea typeface="Oswald"/>
                <a:cs typeface="Oswald"/>
                <a:sym typeface="Oswald"/>
              </a:rPr>
              <a:t>the way a system has been designed</a:t>
            </a:r>
            <a:endParaRPr sz="2200">
              <a:solidFill>
                <a:schemeClr val="dk1"/>
              </a:solidFill>
              <a:latin typeface="Oswald"/>
              <a:ea typeface="Oswald"/>
              <a:cs typeface="Oswald"/>
              <a:sym typeface="Oswald"/>
            </a:endParaRPr>
          </a:p>
          <a:p>
            <a:pPr marL="457200" lvl="0" indent="-368300" algn="l" rtl="0">
              <a:lnSpc>
                <a:spcPct val="115000"/>
              </a:lnSpc>
              <a:spcBef>
                <a:spcPts val="0"/>
              </a:spcBef>
              <a:spcAft>
                <a:spcPts val="0"/>
              </a:spcAft>
              <a:buSzPts val="2200"/>
              <a:buFont typeface="Oswald"/>
              <a:buChar char="●"/>
            </a:pPr>
            <a:r>
              <a:rPr lang="en-GB" sz="2200">
                <a:solidFill>
                  <a:schemeClr val="dk1"/>
                </a:solidFill>
                <a:latin typeface="Oswald"/>
                <a:ea typeface="Oswald"/>
                <a:cs typeface="Oswald"/>
                <a:sym typeface="Oswald"/>
              </a:rPr>
              <a:t>Portray the</a:t>
            </a:r>
            <a:r>
              <a:rPr lang="en-GB" sz="2200">
                <a:latin typeface="Oswald"/>
                <a:ea typeface="Oswald"/>
                <a:cs typeface="Oswald"/>
                <a:sym typeface="Oswald"/>
              </a:rPr>
              <a:t> </a:t>
            </a:r>
            <a:r>
              <a:rPr lang="en-GB" sz="2200">
                <a:solidFill>
                  <a:srgbClr val="93C47D"/>
                </a:solidFill>
                <a:latin typeface="Oswald"/>
                <a:ea typeface="Oswald"/>
                <a:cs typeface="Oswald"/>
                <a:sym typeface="Oswald"/>
              </a:rPr>
              <a:t>behavior and structure</a:t>
            </a:r>
            <a:r>
              <a:rPr lang="en-GB" sz="2200">
                <a:latin typeface="Oswald"/>
                <a:ea typeface="Oswald"/>
                <a:cs typeface="Oswald"/>
                <a:sym typeface="Oswald"/>
              </a:rPr>
              <a:t> </a:t>
            </a:r>
            <a:r>
              <a:rPr lang="en-GB" sz="2200">
                <a:solidFill>
                  <a:schemeClr val="dk1"/>
                </a:solidFill>
                <a:latin typeface="Oswald"/>
                <a:ea typeface="Oswald"/>
                <a:cs typeface="Oswald"/>
                <a:sym typeface="Oswald"/>
              </a:rPr>
              <a:t>of a system</a:t>
            </a:r>
            <a:endParaRPr sz="2200">
              <a:solidFill>
                <a:schemeClr val="dk1"/>
              </a:solidFill>
              <a:latin typeface="Oswald"/>
              <a:ea typeface="Oswald"/>
              <a:cs typeface="Oswald"/>
              <a:sym typeface="Oswald"/>
            </a:endParaRPr>
          </a:p>
          <a:p>
            <a:pPr marL="457200" lvl="0" indent="-368300" algn="l" rtl="0">
              <a:lnSpc>
                <a:spcPct val="115000"/>
              </a:lnSpc>
              <a:spcBef>
                <a:spcPts val="0"/>
              </a:spcBef>
              <a:spcAft>
                <a:spcPts val="0"/>
              </a:spcAft>
              <a:buClr>
                <a:schemeClr val="dk1"/>
              </a:buClr>
              <a:buSzPts val="2200"/>
              <a:buFont typeface="Oswald"/>
              <a:buChar char="●"/>
            </a:pPr>
            <a:r>
              <a:rPr lang="en-GB" sz="2200">
                <a:solidFill>
                  <a:schemeClr val="dk1"/>
                </a:solidFill>
                <a:latin typeface="Oswald"/>
                <a:ea typeface="Oswald"/>
                <a:cs typeface="Oswald"/>
                <a:sym typeface="Oswald"/>
              </a:rPr>
              <a:t>The Object Management Group (OMG) adopted UML as a standard in 1997. It’s been managed by OMG ever since.</a:t>
            </a:r>
            <a:endParaRPr sz="2200">
              <a:solidFill>
                <a:schemeClr val="dk1"/>
              </a:solidFill>
              <a:latin typeface="Oswald"/>
              <a:ea typeface="Oswald"/>
              <a:cs typeface="Oswald"/>
              <a:sym typeface="Oswald"/>
            </a:endParaRPr>
          </a:p>
          <a:p>
            <a:pPr marL="457200" lvl="0" indent="-368300" algn="l" rtl="0">
              <a:lnSpc>
                <a:spcPct val="115000"/>
              </a:lnSpc>
              <a:spcBef>
                <a:spcPts val="0"/>
              </a:spcBef>
              <a:spcAft>
                <a:spcPts val="0"/>
              </a:spcAft>
              <a:buClr>
                <a:schemeClr val="dk1"/>
              </a:buClr>
              <a:buSzPts val="2200"/>
              <a:buFont typeface="Oswald"/>
              <a:buChar char="●"/>
            </a:pPr>
            <a:r>
              <a:rPr lang="en-GB" sz="2200">
                <a:solidFill>
                  <a:schemeClr val="dk1"/>
                </a:solidFill>
                <a:latin typeface="Oswald"/>
                <a:ea typeface="Oswald"/>
                <a:cs typeface="Oswald"/>
                <a:sym typeface="Oswald"/>
              </a:rPr>
              <a:t>The International Organization for Standardization (ISO) published UML as an approved standard in 2005. UML has been revised over the years and is reviewed periodically. </a:t>
            </a:r>
            <a:endParaRPr sz="2200">
              <a:solidFill>
                <a:schemeClr val="dk1"/>
              </a:solidFill>
              <a:latin typeface="Oswald"/>
              <a:ea typeface="Oswald"/>
              <a:cs typeface="Oswald"/>
              <a:sym typeface="Oswald"/>
            </a:endParaRPr>
          </a:p>
        </p:txBody>
      </p:sp>
      <p:sp>
        <p:nvSpPr>
          <p:cNvPr id="345" name="Google Shape;345;p35"/>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49" name="Shape 349"/>
        <p:cNvGrpSpPr/>
        <p:nvPr/>
      </p:nvGrpSpPr>
      <p:grpSpPr>
        <a:xfrm>
          <a:off x="0" y="0"/>
          <a:ext cx="0" cy="0"/>
          <a:chOff x="0" y="0"/>
          <a:chExt cx="0" cy="0"/>
        </a:xfrm>
      </p:grpSpPr>
      <p:sp>
        <p:nvSpPr>
          <p:cNvPr id="350" name="Google Shape;350;p36"/>
          <p:cNvSpPr txBox="1"/>
          <p:nvPr>
            <p:ph type="title"/>
          </p:nvPr>
        </p:nvSpPr>
        <p:spPr>
          <a:xfrm>
            <a:off x="311700" y="4676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Why need UML?</a:t>
            </a:r>
            <a:endParaRPr sz="3200"/>
          </a:p>
        </p:txBody>
      </p:sp>
      <p:sp>
        <p:nvSpPr>
          <p:cNvPr id="351" name="Google Shape;351;p36"/>
          <p:cNvSpPr txBox="1"/>
          <p:nvPr>
            <p:ph type="body" idx="1"/>
          </p:nvPr>
        </p:nvSpPr>
        <p:spPr>
          <a:xfrm>
            <a:off x="311700" y="1152475"/>
            <a:ext cx="8178600" cy="36576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0"/>
              </a:spcBef>
              <a:spcAft>
                <a:spcPts val="0"/>
              </a:spcAft>
              <a:buNone/>
            </a:pPr>
            <a:endParaRPr sz="2200">
              <a:latin typeface="Oswald"/>
              <a:ea typeface="Oswald"/>
              <a:cs typeface="Oswald"/>
              <a:sym typeface="Oswald"/>
            </a:endParaRPr>
          </a:p>
          <a:p>
            <a:pPr marL="457200" lvl="0" indent="-368300" algn="l" rtl="0">
              <a:lnSpc>
                <a:spcPct val="115000"/>
              </a:lnSpc>
              <a:spcBef>
                <a:spcPts val="0"/>
              </a:spcBef>
              <a:spcAft>
                <a:spcPts val="0"/>
              </a:spcAft>
              <a:buSzPts val="2200"/>
              <a:buFont typeface="Oswald"/>
              <a:buChar char="●"/>
            </a:pPr>
            <a:r>
              <a:rPr lang="en-GB" sz="2200">
                <a:solidFill>
                  <a:schemeClr val="dk1"/>
                </a:solidFill>
                <a:latin typeface="Oswald"/>
                <a:ea typeface="Oswald"/>
                <a:cs typeface="Oswald"/>
                <a:sym typeface="Oswald"/>
              </a:rPr>
              <a:t>Provides a clear and concise way for </a:t>
            </a:r>
            <a:r>
              <a:rPr lang="en-GB" sz="2200">
                <a:solidFill>
                  <a:srgbClr val="93C47D"/>
                </a:solidFill>
                <a:latin typeface="Oswald"/>
                <a:ea typeface="Oswald"/>
                <a:cs typeface="Oswald"/>
                <a:sym typeface="Oswald"/>
              </a:rPr>
              <a:t>multiple teams to communicate</a:t>
            </a:r>
            <a:r>
              <a:rPr lang="en-GB" sz="2200">
                <a:latin typeface="Oswald"/>
                <a:ea typeface="Oswald"/>
                <a:cs typeface="Oswald"/>
                <a:sym typeface="Oswald"/>
              </a:rPr>
              <a:t> </a:t>
            </a:r>
            <a:r>
              <a:rPr lang="en-GB" sz="2200">
                <a:solidFill>
                  <a:schemeClr val="dk1"/>
                </a:solidFill>
                <a:latin typeface="Oswald"/>
                <a:ea typeface="Oswald"/>
                <a:cs typeface="Oswald"/>
                <a:sym typeface="Oswald"/>
              </a:rPr>
              <a:t>with each other</a:t>
            </a:r>
            <a:endParaRPr sz="2200">
              <a:solidFill>
                <a:schemeClr val="dk1"/>
              </a:solidFill>
              <a:latin typeface="Oswald"/>
              <a:ea typeface="Oswald"/>
              <a:cs typeface="Oswald"/>
              <a:sym typeface="Oswald"/>
            </a:endParaRPr>
          </a:p>
          <a:p>
            <a:pPr marL="457200" lvl="0" indent="-368300" algn="l" rtl="0">
              <a:lnSpc>
                <a:spcPct val="115000"/>
              </a:lnSpc>
              <a:spcBef>
                <a:spcPts val="0"/>
              </a:spcBef>
              <a:spcAft>
                <a:spcPts val="0"/>
              </a:spcAft>
              <a:buSzPts val="2200"/>
              <a:buFont typeface="Oswald"/>
              <a:buChar char="●"/>
            </a:pPr>
            <a:r>
              <a:rPr lang="en-GB" sz="2200">
                <a:solidFill>
                  <a:schemeClr val="dk1"/>
                </a:solidFill>
                <a:latin typeface="Oswald"/>
                <a:ea typeface="Oswald"/>
                <a:cs typeface="Oswald"/>
                <a:sym typeface="Oswald"/>
              </a:rPr>
              <a:t>Good way to allow</a:t>
            </a:r>
            <a:r>
              <a:rPr lang="en-GB" sz="2200">
                <a:latin typeface="Oswald"/>
                <a:ea typeface="Oswald"/>
                <a:cs typeface="Oswald"/>
                <a:sym typeface="Oswald"/>
              </a:rPr>
              <a:t> </a:t>
            </a:r>
            <a:r>
              <a:rPr lang="en-GB" sz="2200">
                <a:solidFill>
                  <a:srgbClr val="93C47D"/>
                </a:solidFill>
                <a:latin typeface="Oswald"/>
                <a:ea typeface="Oswald"/>
                <a:cs typeface="Oswald"/>
                <a:sym typeface="Oswald"/>
              </a:rPr>
              <a:t>non-programmers</a:t>
            </a:r>
            <a:r>
              <a:rPr lang="en-GB" sz="2200">
                <a:latin typeface="Oswald"/>
                <a:ea typeface="Oswald"/>
                <a:cs typeface="Oswald"/>
                <a:sym typeface="Oswald"/>
              </a:rPr>
              <a:t> </a:t>
            </a:r>
            <a:r>
              <a:rPr lang="en-GB" sz="2200">
                <a:solidFill>
                  <a:schemeClr val="dk1"/>
                </a:solidFill>
                <a:latin typeface="Oswald"/>
                <a:ea typeface="Oswald"/>
                <a:cs typeface="Oswald"/>
                <a:sym typeface="Oswald"/>
              </a:rPr>
              <a:t>to understand the requirements and processes</a:t>
            </a:r>
            <a:endParaRPr sz="2200">
              <a:solidFill>
                <a:schemeClr val="dk1"/>
              </a:solidFill>
              <a:latin typeface="Oswald"/>
              <a:ea typeface="Oswald"/>
              <a:cs typeface="Oswald"/>
              <a:sym typeface="Oswald"/>
            </a:endParaRPr>
          </a:p>
          <a:p>
            <a:pPr marL="457200" lvl="0" indent="-368300" algn="l" rtl="0">
              <a:lnSpc>
                <a:spcPct val="115000"/>
              </a:lnSpc>
              <a:spcBef>
                <a:spcPts val="0"/>
              </a:spcBef>
              <a:spcAft>
                <a:spcPts val="0"/>
              </a:spcAft>
              <a:buSzPts val="2200"/>
              <a:buFont typeface="Oswald"/>
              <a:buChar char="●"/>
            </a:pPr>
            <a:r>
              <a:rPr lang="en-GB" sz="2200">
                <a:solidFill>
                  <a:srgbClr val="93C47D"/>
                </a:solidFill>
                <a:latin typeface="Oswald"/>
                <a:ea typeface="Oswald"/>
                <a:cs typeface="Oswald"/>
                <a:sym typeface="Oswald"/>
              </a:rPr>
              <a:t>Saves a lot of time</a:t>
            </a:r>
            <a:r>
              <a:rPr lang="en-GB" sz="2200">
                <a:latin typeface="Oswald"/>
                <a:ea typeface="Oswald"/>
                <a:cs typeface="Oswald"/>
                <a:sym typeface="Oswald"/>
              </a:rPr>
              <a:t> </a:t>
            </a:r>
            <a:r>
              <a:rPr lang="en-GB" sz="2200">
                <a:solidFill>
                  <a:schemeClr val="dk1"/>
                </a:solidFill>
                <a:latin typeface="Oswald"/>
                <a:ea typeface="Oswald"/>
                <a:cs typeface="Oswald"/>
                <a:sym typeface="Oswald"/>
              </a:rPr>
              <a:t>if processes are visualized beforehand</a:t>
            </a:r>
            <a:endParaRPr sz="2200">
              <a:solidFill>
                <a:schemeClr val="dk1"/>
              </a:solidFill>
              <a:latin typeface="Oswald"/>
              <a:ea typeface="Oswald"/>
              <a:cs typeface="Oswald"/>
              <a:sym typeface="Oswald"/>
            </a:endParaRPr>
          </a:p>
        </p:txBody>
      </p:sp>
      <p:sp>
        <p:nvSpPr>
          <p:cNvPr id="352" name="Google Shape;352;p36"/>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56" name="Shape 356"/>
        <p:cNvGrpSpPr/>
        <p:nvPr/>
      </p:nvGrpSpPr>
      <p:grpSpPr>
        <a:xfrm>
          <a:off x="0" y="0"/>
          <a:ext cx="0" cy="0"/>
          <a:chOff x="0" y="0"/>
          <a:chExt cx="0" cy="0"/>
        </a:xfrm>
      </p:grpSpPr>
      <p:sp>
        <p:nvSpPr>
          <p:cNvPr id="357" name="Google Shape;357;p37"/>
          <p:cNvSpPr txBox="1"/>
          <p:nvPr>
            <p:ph type="title"/>
          </p:nvPr>
        </p:nvSpPr>
        <p:spPr>
          <a:xfrm>
            <a:off x="311700" y="866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UML Diagrams</a:t>
            </a:r>
            <a:endParaRPr sz="3200"/>
          </a:p>
        </p:txBody>
      </p:sp>
      <p:sp>
        <p:nvSpPr>
          <p:cNvPr id="358" name="Google Shape;358;p37"/>
          <p:cNvSpPr txBox="1"/>
          <p:nvPr>
            <p:ph type="body" idx="1"/>
          </p:nvPr>
        </p:nvSpPr>
        <p:spPr>
          <a:xfrm>
            <a:off x="311700" y="771475"/>
            <a:ext cx="8178600" cy="969900"/>
          </a:xfrm>
          <a:prstGeom prst="rect">
            <a:avLst/>
          </a:prstGeom>
          <a:noFill/>
          <a:ln>
            <a:noFill/>
          </a:ln>
        </p:spPr>
        <p:txBody>
          <a:bodyPr spcFirstLastPara="1" wrap="square" lIns="91425" tIns="91425" rIns="91425" bIns="91425" anchor="t" anchorCtr="0">
            <a:noAutofit/>
          </a:bodyPr>
          <a:lstStyle/>
          <a:p>
            <a:pPr marL="457200" lvl="0" indent="-368300" algn="l" rtl="0">
              <a:lnSpc>
                <a:spcPct val="115000"/>
              </a:lnSpc>
              <a:spcBef>
                <a:spcPts val="0"/>
              </a:spcBef>
              <a:spcAft>
                <a:spcPts val="0"/>
              </a:spcAft>
              <a:buClr>
                <a:schemeClr val="dk1"/>
              </a:buClr>
              <a:buSzPts val="2200"/>
              <a:buFont typeface="Oswald"/>
              <a:buChar char="●"/>
            </a:pPr>
            <a:r>
              <a:rPr lang="en-GB" sz="2200">
                <a:solidFill>
                  <a:schemeClr val="dk1"/>
                </a:solidFill>
                <a:latin typeface="Oswald"/>
                <a:ea typeface="Oswald"/>
                <a:cs typeface="Oswald"/>
                <a:sym typeface="Oswald"/>
              </a:rPr>
              <a:t>As of version 2.5.1, there are 14 UML Diagrams, which are grouped into 2 categories: Structural and Behavioral</a:t>
            </a:r>
            <a:endParaRPr sz="2200">
              <a:solidFill>
                <a:schemeClr val="dk1"/>
              </a:solidFill>
              <a:latin typeface="Oswald"/>
              <a:ea typeface="Oswald"/>
              <a:cs typeface="Oswald"/>
              <a:sym typeface="Oswald"/>
            </a:endParaRPr>
          </a:p>
        </p:txBody>
      </p:sp>
      <p:sp>
        <p:nvSpPr>
          <p:cNvPr id="359" name="Google Shape;359;p37"/>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360" name="Google Shape;360;p37"/>
          <p:cNvPicPr preferRelativeResize="0"/>
          <p:nvPr/>
        </p:nvPicPr>
        <p:blipFill>
          <a:blip r:embed="rId1"/>
          <a:stretch>
            <a:fillRect/>
          </a:stretch>
        </p:blipFill>
        <p:spPr>
          <a:xfrm>
            <a:off x="1371600" y="1741375"/>
            <a:ext cx="6400800" cy="32004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64" name="Shape 364"/>
        <p:cNvGrpSpPr/>
        <p:nvPr/>
      </p:nvGrpSpPr>
      <p:grpSpPr>
        <a:xfrm>
          <a:off x="0" y="0"/>
          <a:ext cx="0" cy="0"/>
          <a:chOff x="0" y="0"/>
          <a:chExt cx="0" cy="0"/>
        </a:xfrm>
      </p:grpSpPr>
      <p:sp>
        <p:nvSpPr>
          <p:cNvPr id="365" name="Google Shape;365;p38"/>
          <p:cNvSpPr txBox="1"/>
          <p:nvPr>
            <p:ph type="title"/>
          </p:nvPr>
        </p:nvSpPr>
        <p:spPr>
          <a:xfrm>
            <a:off x="311700" y="866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Diagrams for this course</a:t>
            </a:r>
            <a:endParaRPr sz="3200"/>
          </a:p>
        </p:txBody>
      </p:sp>
      <p:sp>
        <p:nvSpPr>
          <p:cNvPr id="366" name="Google Shape;366;p38"/>
          <p:cNvSpPr txBox="1"/>
          <p:nvPr>
            <p:ph type="body" idx="1"/>
          </p:nvPr>
        </p:nvSpPr>
        <p:spPr>
          <a:xfrm>
            <a:off x="311700" y="771475"/>
            <a:ext cx="4260300" cy="3909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sz="2200" b="1">
                <a:solidFill>
                  <a:schemeClr val="dk1"/>
                </a:solidFill>
                <a:latin typeface="Oswald"/>
                <a:ea typeface="Oswald"/>
                <a:cs typeface="Oswald"/>
                <a:sym typeface="Oswald"/>
              </a:rPr>
              <a:t>Object-Oriented Design Diagrams</a:t>
            </a:r>
            <a:endParaRPr sz="2200" b="1">
              <a:solidFill>
                <a:schemeClr val="dk1"/>
              </a:solidFill>
              <a:latin typeface="Oswald"/>
              <a:ea typeface="Oswald"/>
              <a:cs typeface="Oswald"/>
              <a:sym typeface="Oswald"/>
            </a:endParaRPr>
          </a:p>
          <a:p>
            <a:pPr marL="457200" lvl="0" indent="0" algn="l" rtl="0">
              <a:lnSpc>
                <a:spcPct val="115000"/>
              </a:lnSpc>
              <a:spcBef>
                <a:spcPts val="0"/>
              </a:spcBef>
              <a:spcAft>
                <a:spcPts val="0"/>
              </a:spcAft>
              <a:buNone/>
            </a:pPr>
            <a:endParaRPr sz="2200">
              <a:solidFill>
                <a:schemeClr val="dk1"/>
              </a:solidFill>
              <a:latin typeface="Oswald"/>
              <a:ea typeface="Oswald"/>
              <a:cs typeface="Oswald"/>
              <a:sym typeface="Oswald"/>
            </a:endParaRPr>
          </a:p>
          <a:p>
            <a:pPr marL="457200" lvl="0" indent="-368300" algn="l" rtl="0">
              <a:lnSpc>
                <a:spcPct val="115000"/>
              </a:lnSpc>
              <a:spcBef>
                <a:spcPts val="0"/>
              </a:spcBef>
              <a:spcAft>
                <a:spcPts val="0"/>
              </a:spcAft>
              <a:buClr>
                <a:srgbClr val="93C47D"/>
              </a:buClr>
              <a:buSzPts val="2200"/>
              <a:buFont typeface="Oswald"/>
              <a:buChar char="●"/>
            </a:pPr>
            <a:r>
              <a:rPr lang="en-GB" sz="2200">
                <a:solidFill>
                  <a:srgbClr val="93C47D"/>
                </a:solidFill>
                <a:latin typeface="Oswald"/>
                <a:ea typeface="Oswald"/>
                <a:cs typeface="Oswald"/>
                <a:sym typeface="Oswald"/>
              </a:rPr>
              <a:t>Use Case Diagram (UML)</a:t>
            </a:r>
            <a:endParaRPr sz="2200">
              <a:solidFill>
                <a:srgbClr val="93C47D"/>
              </a:solidFill>
              <a:latin typeface="Oswald"/>
              <a:ea typeface="Oswald"/>
              <a:cs typeface="Oswald"/>
              <a:sym typeface="Oswald"/>
            </a:endParaRPr>
          </a:p>
          <a:p>
            <a:pPr marL="457200" lvl="0" indent="-368300" algn="l" rtl="0">
              <a:lnSpc>
                <a:spcPct val="115000"/>
              </a:lnSpc>
              <a:spcBef>
                <a:spcPts val="0"/>
              </a:spcBef>
              <a:spcAft>
                <a:spcPts val="0"/>
              </a:spcAft>
              <a:buClr>
                <a:srgbClr val="93C47D"/>
              </a:buClr>
              <a:buSzPts val="2200"/>
              <a:buFont typeface="Oswald"/>
              <a:buChar char="●"/>
            </a:pPr>
            <a:r>
              <a:rPr lang="en-GB" sz="2200">
                <a:solidFill>
                  <a:srgbClr val="93C47D"/>
                </a:solidFill>
                <a:latin typeface="Oswald"/>
                <a:ea typeface="Oswald"/>
                <a:cs typeface="Oswald"/>
                <a:sym typeface="Oswald"/>
              </a:rPr>
              <a:t>Activity Diagram (UML)</a:t>
            </a:r>
            <a:endParaRPr sz="2200">
              <a:solidFill>
                <a:srgbClr val="93C47D"/>
              </a:solidFill>
              <a:latin typeface="Oswald"/>
              <a:ea typeface="Oswald"/>
              <a:cs typeface="Oswald"/>
              <a:sym typeface="Oswald"/>
            </a:endParaRPr>
          </a:p>
          <a:p>
            <a:pPr marL="457200" lvl="0" indent="-368300" algn="l" rtl="0">
              <a:lnSpc>
                <a:spcPct val="115000"/>
              </a:lnSpc>
              <a:spcBef>
                <a:spcPts val="0"/>
              </a:spcBef>
              <a:spcAft>
                <a:spcPts val="0"/>
              </a:spcAft>
              <a:buClr>
                <a:srgbClr val="93C47D"/>
              </a:buClr>
              <a:buSzPts val="2200"/>
              <a:buFont typeface="Oswald"/>
              <a:buChar char="●"/>
            </a:pPr>
            <a:r>
              <a:rPr lang="en-GB" sz="2200">
                <a:solidFill>
                  <a:srgbClr val="93C47D"/>
                </a:solidFill>
                <a:latin typeface="Oswald"/>
                <a:ea typeface="Oswald"/>
                <a:cs typeface="Oswald"/>
                <a:sym typeface="Oswald"/>
              </a:rPr>
              <a:t>Swimlane Diagram (BPMN)</a:t>
            </a:r>
            <a:endParaRPr sz="2200">
              <a:solidFill>
                <a:srgbClr val="93C47D"/>
              </a:solidFill>
              <a:latin typeface="Oswald"/>
              <a:ea typeface="Oswald"/>
              <a:cs typeface="Oswald"/>
              <a:sym typeface="Oswald"/>
            </a:endParaRPr>
          </a:p>
          <a:p>
            <a:pPr marL="457200" lvl="0" indent="-368300" algn="l" rtl="0">
              <a:lnSpc>
                <a:spcPct val="115000"/>
              </a:lnSpc>
              <a:spcBef>
                <a:spcPts val="0"/>
              </a:spcBef>
              <a:spcAft>
                <a:spcPts val="0"/>
              </a:spcAft>
              <a:buClr>
                <a:schemeClr val="dk1"/>
              </a:buClr>
              <a:buSzPts val="2200"/>
              <a:buFont typeface="Oswald"/>
              <a:buChar char="●"/>
            </a:pPr>
            <a:r>
              <a:rPr lang="en-GB" sz="2200">
                <a:solidFill>
                  <a:schemeClr val="dk1"/>
                </a:solidFill>
                <a:latin typeface="Oswald"/>
                <a:ea typeface="Oswald"/>
                <a:cs typeface="Oswald"/>
                <a:sym typeface="Oswald"/>
              </a:rPr>
              <a:t>Class Diagram (UML) [Evolved from CRC)</a:t>
            </a:r>
            <a:endParaRPr sz="2200">
              <a:solidFill>
                <a:schemeClr val="dk1"/>
              </a:solidFill>
              <a:latin typeface="Oswald"/>
              <a:ea typeface="Oswald"/>
              <a:cs typeface="Oswald"/>
              <a:sym typeface="Oswald"/>
            </a:endParaRPr>
          </a:p>
          <a:p>
            <a:pPr marL="457200" lvl="0" indent="-368300" algn="l" rtl="0">
              <a:lnSpc>
                <a:spcPct val="115000"/>
              </a:lnSpc>
              <a:spcBef>
                <a:spcPts val="0"/>
              </a:spcBef>
              <a:spcAft>
                <a:spcPts val="0"/>
              </a:spcAft>
              <a:buClr>
                <a:schemeClr val="dk1"/>
              </a:buClr>
              <a:buSzPts val="2200"/>
              <a:buFont typeface="Oswald"/>
              <a:buChar char="●"/>
            </a:pPr>
            <a:r>
              <a:rPr lang="en-GB" sz="2200">
                <a:solidFill>
                  <a:schemeClr val="dk1"/>
                </a:solidFill>
                <a:latin typeface="Oswald"/>
                <a:ea typeface="Oswald"/>
                <a:cs typeface="Oswald"/>
                <a:sym typeface="Oswald"/>
              </a:rPr>
              <a:t>State Diagram (UML)</a:t>
            </a:r>
            <a:endParaRPr sz="2200">
              <a:solidFill>
                <a:schemeClr val="dk1"/>
              </a:solidFill>
              <a:latin typeface="Oswald"/>
              <a:ea typeface="Oswald"/>
              <a:cs typeface="Oswald"/>
              <a:sym typeface="Oswald"/>
            </a:endParaRPr>
          </a:p>
          <a:p>
            <a:pPr marL="457200" lvl="0" indent="-368300" algn="l" rtl="0">
              <a:lnSpc>
                <a:spcPct val="115000"/>
              </a:lnSpc>
              <a:spcBef>
                <a:spcPts val="0"/>
              </a:spcBef>
              <a:spcAft>
                <a:spcPts val="0"/>
              </a:spcAft>
              <a:buClr>
                <a:schemeClr val="dk1"/>
              </a:buClr>
              <a:buSzPts val="2200"/>
              <a:buFont typeface="Oswald"/>
              <a:buChar char="●"/>
            </a:pPr>
            <a:r>
              <a:rPr lang="en-GB" sz="2200">
                <a:solidFill>
                  <a:schemeClr val="dk1"/>
                </a:solidFill>
                <a:latin typeface="Oswald"/>
                <a:ea typeface="Oswald"/>
                <a:cs typeface="Oswald"/>
                <a:sym typeface="Oswald"/>
              </a:rPr>
              <a:t>Sequence Diagram (UML)</a:t>
            </a:r>
            <a:endParaRPr sz="2200">
              <a:solidFill>
                <a:schemeClr val="dk1"/>
              </a:solidFill>
              <a:latin typeface="Oswald"/>
              <a:ea typeface="Oswald"/>
              <a:cs typeface="Oswald"/>
              <a:sym typeface="Oswald"/>
            </a:endParaRPr>
          </a:p>
          <a:p>
            <a:pPr marL="457200" lvl="0" indent="-368300" algn="l" rtl="0">
              <a:lnSpc>
                <a:spcPct val="115000"/>
              </a:lnSpc>
              <a:spcBef>
                <a:spcPts val="0"/>
              </a:spcBef>
              <a:spcAft>
                <a:spcPts val="0"/>
              </a:spcAft>
              <a:buClr>
                <a:schemeClr val="dk1"/>
              </a:buClr>
              <a:buSzPts val="2200"/>
              <a:buFont typeface="Oswald"/>
              <a:buChar char="●"/>
            </a:pPr>
            <a:r>
              <a:rPr lang="en-GB" sz="2200">
                <a:solidFill>
                  <a:schemeClr val="dk1"/>
                </a:solidFill>
                <a:latin typeface="Oswald"/>
                <a:ea typeface="Oswald"/>
                <a:cs typeface="Oswald"/>
                <a:sym typeface="Oswald"/>
              </a:rPr>
              <a:t>Deployment Diagram (UML)</a:t>
            </a:r>
            <a:endParaRPr sz="2200">
              <a:solidFill>
                <a:schemeClr val="dk1"/>
              </a:solidFill>
              <a:latin typeface="Oswald"/>
              <a:ea typeface="Oswald"/>
              <a:cs typeface="Oswald"/>
              <a:sym typeface="Oswald"/>
            </a:endParaRPr>
          </a:p>
        </p:txBody>
      </p:sp>
      <p:sp>
        <p:nvSpPr>
          <p:cNvPr id="367" name="Google Shape;367;p38"/>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
        <p:nvSpPr>
          <p:cNvPr id="368" name="Google Shape;368;p38"/>
          <p:cNvSpPr txBox="1"/>
          <p:nvPr>
            <p:ph type="body" idx="1"/>
          </p:nvPr>
        </p:nvSpPr>
        <p:spPr>
          <a:xfrm>
            <a:off x="4572000" y="771475"/>
            <a:ext cx="4260300" cy="3909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sz="2200" b="1">
                <a:solidFill>
                  <a:schemeClr val="dk1"/>
                </a:solidFill>
                <a:latin typeface="Oswald"/>
                <a:ea typeface="Oswald"/>
                <a:cs typeface="Oswald"/>
                <a:sym typeface="Oswald"/>
              </a:rPr>
              <a:t>Structured Design Diagrams</a:t>
            </a:r>
            <a:endParaRPr sz="2200" b="1">
              <a:solidFill>
                <a:schemeClr val="dk1"/>
              </a:solidFill>
              <a:latin typeface="Oswald"/>
              <a:ea typeface="Oswald"/>
              <a:cs typeface="Oswald"/>
              <a:sym typeface="Oswald"/>
            </a:endParaRPr>
          </a:p>
          <a:p>
            <a:pPr marL="457200" lvl="0" indent="0" algn="l" rtl="0">
              <a:spcBef>
                <a:spcPts val="0"/>
              </a:spcBef>
              <a:spcAft>
                <a:spcPts val="0"/>
              </a:spcAft>
              <a:buNone/>
            </a:pPr>
            <a:endParaRPr sz="2200">
              <a:solidFill>
                <a:schemeClr val="dk1"/>
              </a:solidFill>
              <a:latin typeface="Oswald"/>
              <a:ea typeface="Oswald"/>
              <a:cs typeface="Oswald"/>
              <a:sym typeface="Oswald"/>
            </a:endParaRPr>
          </a:p>
          <a:p>
            <a:pPr marL="457200" lvl="0" indent="-368300" algn="l" rtl="0">
              <a:spcBef>
                <a:spcPts val="0"/>
              </a:spcBef>
              <a:spcAft>
                <a:spcPts val="0"/>
              </a:spcAft>
              <a:buClr>
                <a:srgbClr val="93C47D"/>
              </a:buClr>
              <a:buSzPts val="2200"/>
              <a:buFont typeface="Oswald"/>
              <a:buChar char="●"/>
            </a:pPr>
            <a:r>
              <a:rPr lang="en-GB" sz="2200">
                <a:solidFill>
                  <a:srgbClr val="93C47D"/>
                </a:solidFill>
                <a:latin typeface="Oswald"/>
                <a:ea typeface="Oswald"/>
                <a:cs typeface="Oswald"/>
                <a:sym typeface="Oswald"/>
              </a:rPr>
              <a:t>Entity-Relationship Diagram</a:t>
            </a:r>
            <a:endParaRPr sz="2200">
              <a:solidFill>
                <a:srgbClr val="93C47D"/>
              </a:solidFill>
              <a:latin typeface="Oswald"/>
              <a:ea typeface="Oswald"/>
              <a:cs typeface="Oswald"/>
              <a:sym typeface="Oswald"/>
            </a:endParaRPr>
          </a:p>
          <a:p>
            <a:pPr marL="457200" lvl="0" indent="-368300" algn="l" rtl="0">
              <a:lnSpc>
                <a:spcPct val="115000"/>
              </a:lnSpc>
              <a:spcBef>
                <a:spcPts val="0"/>
              </a:spcBef>
              <a:spcAft>
                <a:spcPts val="0"/>
              </a:spcAft>
              <a:buClr>
                <a:srgbClr val="93C47D"/>
              </a:buClr>
              <a:buSzPts val="2200"/>
              <a:buFont typeface="Oswald"/>
              <a:buChar char="●"/>
            </a:pPr>
            <a:r>
              <a:rPr lang="en-GB" sz="2200">
                <a:solidFill>
                  <a:srgbClr val="93C47D"/>
                </a:solidFill>
                <a:latin typeface="Oswald"/>
                <a:ea typeface="Oswald"/>
                <a:cs typeface="Oswald"/>
                <a:sym typeface="Oswald"/>
              </a:rPr>
              <a:t>Context Diagram</a:t>
            </a:r>
            <a:endParaRPr sz="2200">
              <a:solidFill>
                <a:srgbClr val="93C47D"/>
              </a:solidFill>
              <a:latin typeface="Oswald"/>
              <a:ea typeface="Oswald"/>
              <a:cs typeface="Oswald"/>
              <a:sym typeface="Oswald"/>
            </a:endParaRPr>
          </a:p>
          <a:p>
            <a:pPr marL="457200" lvl="0" indent="-368300" algn="l" rtl="0">
              <a:lnSpc>
                <a:spcPct val="115000"/>
              </a:lnSpc>
              <a:spcBef>
                <a:spcPts val="0"/>
              </a:spcBef>
              <a:spcAft>
                <a:spcPts val="0"/>
              </a:spcAft>
              <a:buClr>
                <a:srgbClr val="93C47D"/>
              </a:buClr>
              <a:buSzPts val="2200"/>
              <a:buFont typeface="Oswald"/>
              <a:buChar char="●"/>
            </a:pPr>
            <a:r>
              <a:rPr lang="en-GB" sz="2200">
                <a:solidFill>
                  <a:srgbClr val="93C47D"/>
                </a:solidFill>
                <a:latin typeface="Oswald"/>
                <a:ea typeface="Oswald"/>
                <a:cs typeface="Oswald"/>
                <a:sym typeface="Oswald"/>
              </a:rPr>
              <a:t>Data Flow Diagram</a:t>
            </a:r>
            <a:endParaRPr sz="2200">
              <a:solidFill>
                <a:srgbClr val="93C47D"/>
              </a:solidFill>
              <a:latin typeface="Oswald"/>
              <a:ea typeface="Oswald"/>
              <a:cs typeface="Oswald"/>
              <a:sym typeface="Oswa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372" name="Shape 372"/>
        <p:cNvGrpSpPr/>
        <p:nvPr/>
      </p:nvGrpSpPr>
      <p:grpSpPr>
        <a:xfrm>
          <a:off x="0" y="0"/>
          <a:ext cx="0" cy="0"/>
          <a:chOff x="0" y="0"/>
          <a:chExt cx="0" cy="0"/>
        </a:xfrm>
      </p:grpSpPr>
      <p:sp>
        <p:nvSpPr>
          <p:cNvPr id="373" name="Google Shape;373;p39"/>
          <p:cNvSpPr txBox="1"/>
          <p:nvPr>
            <p:ph type="title"/>
          </p:nvPr>
        </p:nvSpPr>
        <p:spPr>
          <a:xfrm>
            <a:off x="311700" y="4676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Context Diagram</a:t>
            </a:r>
            <a:endParaRPr sz="3200"/>
          </a:p>
        </p:txBody>
      </p:sp>
      <p:sp>
        <p:nvSpPr>
          <p:cNvPr id="374" name="Google Shape;374;p39"/>
          <p:cNvSpPr txBox="1"/>
          <p:nvPr>
            <p:ph type="body" idx="1"/>
          </p:nvPr>
        </p:nvSpPr>
        <p:spPr>
          <a:xfrm>
            <a:off x="311700" y="1152475"/>
            <a:ext cx="8178600" cy="3657600"/>
          </a:xfrm>
          <a:prstGeom prst="rect">
            <a:avLst/>
          </a:prstGeom>
          <a:noFill/>
          <a:ln>
            <a:noFill/>
          </a:ln>
        </p:spPr>
        <p:txBody>
          <a:bodyPr spcFirstLastPara="1" wrap="square" lIns="91425" tIns="91425" rIns="91425" bIns="91425" anchor="t" anchorCtr="0">
            <a:noAutofit/>
          </a:bodyPr>
          <a:lstStyle/>
          <a:p>
            <a:pPr marL="457200" lvl="0" indent="-381000" algn="l" rtl="0">
              <a:lnSpc>
                <a:spcPct val="115000"/>
              </a:lnSpc>
              <a:spcBef>
                <a:spcPts val="0"/>
              </a:spcBef>
              <a:spcAft>
                <a:spcPts val="0"/>
              </a:spcAft>
              <a:buClr>
                <a:schemeClr val="dk1"/>
              </a:buClr>
              <a:buSzPts val="2400"/>
              <a:buFont typeface="Oswald"/>
              <a:buChar char="●"/>
            </a:pPr>
            <a:r>
              <a:rPr lang="en-GB" sz="2400">
                <a:solidFill>
                  <a:srgbClr val="93C47D"/>
                </a:solidFill>
                <a:latin typeface="Oswald"/>
                <a:ea typeface="Oswald"/>
                <a:cs typeface="Oswald"/>
                <a:sym typeface="Oswald"/>
              </a:rPr>
              <a:t>Bird’s Eye View</a:t>
            </a:r>
            <a:r>
              <a:rPr lang="en-GB" sz="2400">
                <a:solidFill>
                  <a:schemeClr val="dk1"/>
                </a:solidFill>
                <a:latin typeface="Oswald"/>
                <a:ea typeface="Oswald"/>
                <a:cs typeface="Oswald"/>
                <a:sym typeface="Oswald"/>
              </a:rPr>
              <a:t> of a System </a:t>
            </a:r>
            <a:endParaRPr sz="2400">
              <a:solidFill>
                <a:schemeClr val="dk1"/>
              </a:solidFill>
              <a:latin typeface="Oswald"/>
              <a:ea typeface="Oswald"/>
              <a:cs typeface="Oswald"/>
              <a:sym typeface="Oswald"/>
            </a:endParaRPr>
          </a:p>
          <a:p>
            <a:pPr marL="457200" lvl="0" indent="-381000" algn="l" rtl="0">
              <a:lnSpc>
                <a:spcPct val="115000"/>
              </a:lnSpc>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Contains only </a:t>
            </a:r>
            <a:r>
              <a:rPr lang="en-GB" sz="2400">
                <a:solidFill>
                  <a:srgbClr val="93C47D"/>
                </a:solidFill>
                <a:latin typeface="Oswald"/>
                <a:ea typeface="Oswald"/>
                <a:cs typeface="Oswald"/>
                <a:sym typeface="Oswald"/>
              </a:rPr>
              <a:t>one process (Process 0)</a:t>
            </a:r>
            <a:r>
              <a:rPr lang="en-GB" sz="2400">
                <a:solidFill>
                  <a:schemeClr val="dk1"/>
                </a:solidFill>
                <a:latin typeface="Oswald"/>
                <a:ea typeface="Oswald"/>
                <a:cs typeface="Oswald"/>
                <a:sym typeface="Oswald"/>
              </a:rPr>
              <a:t>, that represents the Whole System</a:t>
            </a:r>
            <a:endParaRPr sz="2400">
              <a:solidFill>
                <a:schemeClr val="dk1"/>
              </a:solidFill>
              <a:latin typeface="Oswald"/>
              <a:ea typeface="Oswald"/>
              <a:cs typeface="Oswald"/>
              <a:sym typeface="Oswald"/>
            </a:endParaRPr>
          </a:p>
          <a:p>
            <a:pPr marL="457200" lvl="0" indent="-381000" algn="l" rtl="0">
              <a:lnSpc>
                <a:spcPct val="115000"/>
              </a:lnSpc>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System or the Process Zero node is connected with the </a:t>
            </a:r>
            <a:r>
              <a:rPr lang="en-GB" sz="2400">
                <a:solidFill>
                  <a:srgbClr val="93C47D"/>
                </a:solidFill>
                <a:latin typeface="Oswald"/>
                <a:ea typeface="Oswald"/>
                <a:cs typeface="Oswald"/>
                <a:sym typeface="Oswald"/>
              </a:rPr>
              <a:t>External Entities (EE) / Stakeholders / Actors</a:t>
            </a:r>
            <a:r>
              <a:rPr lang="en-GB" sz="2400">
                <a:solidFill>
                  <a:schemeClr val="dk1"/>
                </a:solidFill>
                <a:latin typeface="Oswald"/>
                <a:ea typeface="Oswald"/>
                <a:cs typeface="Oswald"/>
                <a:sym typeface="Oswald"/>
              </a:rPr>
              <a:t> ( types of users )</a:t>
            </a:r>
            <a:endParaRPr sz="2400">
              <a:solidFill>
                <a:schemeClr val="dk1"/>
              </a:solidFill>
              <a:latin typeface="Oswald"/>
              <a:ea typeface="Oswald"/>
              <a:cs typeface="Oswald"/>
              <a:sym typeface="Oswald"/>
            </a:endParaRPr>
          </a:p>
          <a:p>
            <a:pPr marL="457200" lvl="0" indent="-381000" algn="l" rtl="0">
              <a:lnSpc>
                <a:spcPct val="115000"/>
              </a:lnSpc>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Helps identify the scope of the project early on</a:t>
            </a:r>
            <a:endParaRPr sz="2400">
              <a:solidFill>
                <a:schemeClr val="dk1"/>
              </a:solidFill>
              <a:latin typeface="Oswald"/>
              <a:ea typeface="Oswald"/>
              <a:cs typeface="Oswald"/>
              <a:sym typeface="Oswald"/>
            </a:endParaRPr>
          </a:p>
          <a:p>
            <a:pPr marL="457200" lvl="0" indent="-381000" algn="l" rtl="0">
              <a:lnSpc>
                <a:spcPct val="115000"/>
              </a:lnSpc>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Some form of Context Diagram is also known as Data Flow Diagram Level 0</a:t>
            </a:r>
            <a:endParaRPr sz="2400">
              <a:solidFill>
                <a:schemeClr val="dk1"/>
              </a:solidFill>
              <a:latin typeface="Oswald"/>
              <a:ea typeface="Oswald"/>
              <a:cs typeface="Oswald"/>
              <a:sym typeface="Oswald"/>
            </a:endParaRPr>
          </a:p>
        </p:txBody>
      </p:sp>
      <p:sp>
        <p:nvSpPr>
          <p:cNvPr id="375" name="Google Shape;375;p39"/>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379" name="Shape 379"/>
        <p:cNvGrpSpPr/>
        <p:nvPr/>
      </p:nvGrpSpPr>
      <p:grpSpPr>
        <a:xfrm>
          <a:off x="0" y="0"/>
          <a:ext cx="0" cy="0"/>
          <a:chOff x="0" y="0"/>
          <a:chExt cx="0" cy="0"/>
        </a:xfrm>
      </p:grpSpPr>
      <p:sp>
        <p:nvSpPr>
          <p:cNvPr id="380" name="Google Shape;380;p40"/>
          <p:cNvSpPr txBox="1"/>
          <p:nvPr>
            <p:ph type="title"/>
          </p:nvPr>
        </p:nvSpPr>
        <p:spPr>
          <a:xfrm>
            <a:off x="311700" y="4676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Context Diagram</a:t>
            </a:r>
            <a:endParaRPr sz="3200"/>
          </a:p>
        </p:txBody>
      </p:sp>
      <p:sp>
        <p:nvSpPr>
          <p:cNvPr id="381" name="Google Shape;381;p40"/>
          <p:cNvSpPr txBox="1"/>
          <p:nvPr>
            <p:ph type="body" idx="1"/>
          </p:nvPr>
        </p:nvSpPr>
        <p:spPr>
          <a:xfrm>
            <a:off x="311700" y="1152475"/>
            <a:ext cx="8178600" cy="3657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sz="2400">
                <a:solidFill>
                  <a:schemeClr val="dk1"/>
                </a:solidFill>
                <a:latin typeface="Oswald"/>
                <a:ea typeface="Oswald"/>
                <a:cs typeface="Oswald"/>
                <a:sym typeface="Oswald"/>
              </a:rPr>
              <a:t>Steps:</a:t>
            </a:r>
            <a:endParaRPr sz="2400">
              <a:solidFill>
                <a:schemeClr val="dk1"/>
              </a:solidFill>
              <a:latin typeface="Oswald"/>
              <a:ea typeface="Oswald"/>
              <a:cs typeface="Oswald"/>
              <a:sym typeface="Oswald"/>
            </a:endParaRPr>
          </a:p>
          <a:p>
            <a:pPr marL="457200" lvl="0" indent="-381000" algn="l" rtl="0">
              <a:spcBef>
                <a:spcPts val="1200"/>
              </a:spcBef>
              <a:spcAft>
                <a:spcPts val="0"/>
              </a:spcAft>
              <a:buClr>
                <a:schemeClr val="dk1"/>
              </a:buClr>
              <a:buSzPts val="2400"/>
              <a:buFont typeface="Oswald Light"/>
              <a:buAutoNum type="arabicPeriod"/>
            </a:pPr>
            <a:r>
              <a:rPr lang="en-GB" sz="2400">
                <a:solidFill>
                  <a:schemeClr val="dk1"/>
                </a:solidFill>
                <a:latin typeface="Oswald"/>
                <a:ea typeface="Oswald"/>
                <a:cs typeface="Oswald"/>
                <a:sym typeface="Oswald"/>
              </a:rPr>
              <a:t>Label the system/process in the centre – </a:t>
            </a:r>
            <a:r>
              <a:rPr lang="en-GB" sz="2200">
                <a:latin typeface="Oswald"/>
                <a:ea typeface="Oswald"/>
                <a:cs typeface="Oswald"/>
                <a:sym typeface="Oswald"/>
              </a:rPr>
              <a:t>name of system/process usually contains a verb</a:t>
            </a:r>
            <a:endParaRPr sz="2200">
              <a:latin typeface="Oswald"/>
              <a:ea typeface="Oswald"/>
              <a:cs typeface="Oswald"/>
              <a:sym typeface="Oswald"/>
            </a:endParaRPr>
          </a:p>
          <a:p>
            <a:pPr marL="457200" lvl="0" indent="-381000" algn="l" rtl="0">
              <a:spcBef>
                <a:spcPts val="0"/>
              </a:spcBef>
              <a:spcAft>
                <a:spcPts val="0"/>
              </a:spcAft>
              <a:buClr>
                <a:schemeClr val="dk1"/>
              </a:buClr>
              <a:buSzPts val="2400"/>
              <a:buFont typeface="Oswald Light"/>
              <a:buAutoNum type="arabicPeriod"/>
            </a:pPr>
            <a:r>
              <a:rPr lang="en-GB" sz="2400">
                <a:solidFill>
                  <a:schemeClr val="dk1"/>
                </a:solidFill>
                <a:latin typeface="Oswald"/>
                <a:ea typeface="Oswald"/>
                <a:cs typeface="Oswald"/>
                <a:sym typeface="Oswald"/>
              </a:rPr>
              <a:t>Identify entities that interact directly with the system/process – </a:t>
            </a:r>
            <a:r>
              <a:rPr lang="en-GB" sz="2200">
                <a:latin typeface="Oswald"/>
                <a:ea typeface="Oswald"/>
                <a:cs typeface="Oswald"/>
                <a:sym typeface="Oswald"/>
              </a:rPr>
              <a:t>entities are usually a noun</a:t>
            </a:r>
            <a:endParaRPr sz="2200">
              <a:latin typeface="Oswald"/>
              <a:ea typeface="Oswald"/>
              <a:cs typeface="Oswald"/>
              <a:sym typeface="Oswald"/>
            </a:endParaRPr>
          </a:p>
          <a:p>
            <a:pPr marL="457200" lvl="0" indent="-381000" algn="l" rtl="0">
              <a:spcBef>
                <a:spcPts val="0"/>
              </a:spcBef>
              <a:spcAft>
                <a:spcPts val="0"/>
              </a:spcAft>
              <a:buClr>
                <a:schemeClr val="dk1"/>
              </a:buClr>
              <a:buSzPts val="2400"/>
              <a:buFont typeface="Oswald Light"/>
              <a:buAutoNum type="arabicPeriod"/>
            </a:pPr>
            <a:r>
              <a:rPr lang="en-GB" sz="2400">
                <a:solidFill>
                  <a:schemeClr val="dk1"/>
                </a:solidFill>
                <a:latin typeface="Oswald"/>
                <a:ea typeface="Oswald"/>
                <a:cs typeface="Oswald"/>
                <a:sym typeface="Oswald"/>
              </a:rPr>
              <a:t>Group together like entities</a:t>
            </a:r>
            <a:endParaRPr sz="2400">
              <a:solidFill>
                <a:schemeClr val="dk1"/>
              </a:solidFill>
              <a:latin typeface="Oswald"/>
              <a:ea typeface="Oswald"/>
              <a:cs typeface="Oswald"/>
              <a:sym typeface="Oswald"/>
            </a:endParaRPr>
          </a:p>
          <a:p>
            <a:pPr marL="457200" lvl="0" indent="-381000" algn="l" rtl="0">
              <a:spcBef>
                <a:spcPts val="0"/>
              </a:spcBef>
              <a:spcAft>
                <a:spcPts val="0"/>
              </a:spcAft>
              <a:buClr>
                <a:schemeClr val="dk1"/>
              </a:buClr>
              <a:buSzPts val="2400"/>
              <a:buFont typeface="Oswald Light"/>
              <a:buAutoNum type="arabicPeriod"/>
            </a:pPr>
            <a:r>
              <a:rPr lang="en-GB" sz="2400">
                <a:solidFill>
                  <a:schemeClr val="dk1"/>
                </a:solidFill>
                <a:latin typeface="Oswald"/>
                <a:ea typeface="Oswald"/>
                <a:cs typeface="Oswald"/>
                <a:sym typeface="Oswald"/>
              </a:rPr>
              <a:t>Identify major flows of data between the entity and system/process</a:t>
            </a:r>
            <a:endParaRPr sz="2400">
              <a:solidFill>
                <a:srgbClr val="93C47D"/>
              </a:solidFill>
              <a:latin typeface="Oswald"/>
              <a:ea typeface="Oswald"/>
              <a:cs typeface="Oswald"/>
              <a:sym typeface="Oswald"/>
            </a:endParaRPr>
          </a:p>
        </p:txBody>
      </p:sp>
      <p:sp>
        <p:nvSpPr>
          <p:cNvPr id="382" name="Google Shape;382;p40"/>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386" name="Shape 386"/>
        <p:cNvGrpSpPr/>
        <p:nvPr/>
      </p:nvGrpSpPr>
      <p:grpSpPr>
        <a:xfrm>
          <a:off x="0" y="0"/>
          <a:ext cx="0" cy="0"/>
          <a:chOff x="0" y="0"/>
          <a:chExt cx="0" cy="0"/>
        </a:xfrm>
      </p:grpSpPr>
      <p:sp>
        <p:nvSpPr>
          <p:cNvPr id="387" name="Google Shape;387;p41"/>
          <p:cNvSpPr txBox="1"/>
          <p:nvPr>
            <p:ph type="title"/>
          </p:nvPr>
        </p:nvSpPr>
        <p:spPr>
          <a:xfrm>
            <a:off x="311700" y="4676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Context Diagram</a:t>
            </a:r>
            <a:endParaRPr sz="3200"/>
          </a:p>
        </p:txBody>
      </p:sp>
      <p:sp>
        <p:nvSpPr>
          <p:cNvPr id="388" name="Google Shape;388;p41"/>
          <p:cNvSpPr txBox="1"/>
          <p:nvPr>
            <p:ph type="body" idx="1"/>
          </p:nvPr>
        </p:nvSpPr>
        <p:spPr>
          <a:xfrm>
            <a:off x="311700" y="1152475"/>
            <a:ext cx="8178600" cy="3657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sz="2400">
                <a:solidFill>
                  <a:schemeClr val="dk1"/>
                </a:solidFill>
                <a:latin typeface="Oswald"/>
                <a:ea typeface="Oswald"/>
                <a:cs typeface="Oswald"/>
                <a:sym typeface="Oswald"/>
              </a:rPr>
              <a:t>Rules</a:t>
            </a:r>
            <a:r>
              <a:rPr lang="en-GB" sz="2400">
                <a:solidFill>
                  <a:schemeClr val="dk1"/>
                </a:solidFill>
                <a:latin typeface="Oswald"/>
                <a:ea typeface="Oswald"/>
                <a:cs typeface="Oswald"/>
                <a:sym typeface="Oswald"/>
              </a:rPr>
              <a:t>:</a:t>
            </a:r>
            <a:endParaRPr sz="2400">
              <a:solidFill>
                <a:schemeClr val="dk1"/>
              </a:solidFill>
              <a:latin typeface="Oswald"/>
              <a:ea typeface="Oswald"/>
              <a:cs typeface="Oswald"/>
              <a:sym typeface="Oswald"/>
            </a:endParaRPr>
          </a:p>
          <a:p>
            <a:pPr marL="457200" lvl="0" indent="-381000" algn="l" rtl="0">
              <a:spcBef>
                <a:spcPts val="1200"/>
              </a:spcBef>
              <a:spcAft>
                <a:spcPts val="0"/>
              </a:spcAft>
              <a:buClr>
                <a:schemeClr val="dk1"/>
              </a:buClr>
              <a:buSzPts val="2400"/>
              <a:buFont typeface="Oswald"/>
              <a:buAutoNum type="arabicPeriod"/>
            </a:pPr>
            <a:r>
              <a:rPr lang="en-GB" sz="2400">
                <a:solidFill>
                  <a:schemeClr val="dk1"/>
                </a:solidFill>
                <a:latin typeface="Oswald"/>
                <a:ea typeface="Oswald"/>
                <a:cs typeface="Oswald"/>
                <a:sym typeface="Oswald"/>
              </a:rPr>
              <a:t>Systems/Processes are shown in circles; ‘0’ is followed by the Process name; First letter of each word in capital letters</a:t>
            </a:r>
            <a:endParaRPr sz="2400">
              <a:solidFill>
                <a:schemeClr val="dk1"/>
              </a:solidFill>
              <a:latin typeface="Oswald"/>
              <a:ea typeface="Oswald"/>
              <a:cs typeface="Oswald"/>
              <a:sym typeface="Oswald"/>
            </a:endParaRPr>
          </a:p>
          <a:p>
            <a:pPr marL="457200" lvl="0" indent="-381000" algn="l" rtl="0">
              <a:spcBef>
                <a:spcPts val="0"/>
              </a:spcBef>
              <a:spcAft>
                <a:spcPts val="0"/>
              </a:spcAft>
              <a:buClr>
                <a:schemeClr val="dk1"/>
              </a:buClr>
              <a:buSzPts val="2400"/>
              <a:buFont typeface="Oswald"/>
              <a:buAutoNum type="arabicPeriod"/>
            </a:pPr>
            <a:r>
              <a:rPr lang="en-GB" sz="2400">
                <a:solidFill>
                  <a:schemeClr val="dk1"/>
                </a:solidFill>
                <a:latin typeface="Oswald"/>
                <a:ea typeface="Oswald"/>
                <a:cs typeface="Oswald"/>
                <a:sym typeface="Oswald"/>
              </a:rPr>
              <a:t>External entities are shown as rectangles; All capital letters</a:t>
            </a:r>
            <a:endParaRPr sz="2400">
              <a:solidFill>
                <a:schemeClr val="dk1"/>
              </a:solidFill>
              <a:latin typeface="Oswald"/>
              <a:ea typeface="Oswald"/>
              <a:cs typeface="Oswald"/>
              <a:sym typeface="Oswald"/>
            </a:endParaRPr>
          </a:p>
          <a:p>
            <a:pPr marL="457200" lvl="0" indent="-381000" algn="l" rtl="0">
              <a:spcBef>
                <a:spcPts val="0"/>
              </a:spcBef>
              <a:spcAft>
                <a:spcPts val="0"/>
              </a:spcAft>
              <a:buClr>
                <a:schemeClr val="dk1"/>
              </a:buClr>
              <a:buSzPts val="2400"/>
              <a:buFont typeface="Oswald"/>
              <a:buAutoNum type="arabicPeriod"/>
            </a:pPr>
            <a:r>
              <a:rPr lang="en-GB" sz="2400">
                <a:solidFill>
                  <a:schemeClr val="dk1"/>
                </a:solidFill>
                <a:latin typeface="Oswald"/>
                <a:ea typeface="Oswald"/>
                <a:cs typeface="Oswald"/>
                <a:sym typeface="Oswald"/>
              </a:rPr>
              <a:t>Data flows are shown as arrows</a:t>
            </a:r>
            <a:endParaRPr sz="2400">
              <a:solidFill>
                <a:schemeClr val="dk1"/>
              </a:solidFill>
              <a:latin typeface="Oswald"/>
              <a:ea typeface="Oswald"/>
              <a:cs typeface="Oswald"/>
              <a:sym typeface="Oswald"/>
            </a:endParaRPr>
          </a:p>
        </p:txBody>
      </p:sp>
      <p:sp>
        <p:nvSpPr>
          <p:cNvPr id="389" name="Google Shape;389;p41"/>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393" name="Shape 393"/>
        <p:cNvGrpSpPr/>
        <p:nvPr/>
      </p:nvGrpSpPr>
      <p:grpSpPr>
        <a:xfrm>
          <a:off x="0" y="0"/>
          <a:ext cx="0" cy="0"/>
          <a:chOff x="0" y="0"/>
          <a:chExt cx="0" cy="0"/>
        </a:xfrm>
      </p:grpSpPr>
      <p:sp>
        <p:nvSpPr>
          <p:cNvPr id="394" name="Google Shape;394;p42"/>
          <p:cNvSpPr txBox="1"/>
          <p:nvPr>
            <p:ph type="title"/>
          </p:nvPr>
        </p:nvSpPr>
        <p:spPr>
          <a:xfrm>
            <a:off x="311700" y="4676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Context</a:t>
            </a:r>
            <a:r>
              <a:rPr lang="en-GB" sz="3200"/>
              <a:t> Diagram - Example</a:t>
            </a:r>
            <a:endParaRPr sz="3200"/>
          </a:p>
        </p:txBody>
      </p:sp>
      <p:sp>
        <p:nvSpPr>
          <p:cNvPr id="395" name="Google Shape;395;p42"/>
          <p:cNvSpPr txBox="1"/>
          <p:nvPr>
            <p:ph type="body" idx="1"/>
          </p:nvPr>
        </p:nvSpPr>
        <p:spPr>
          <a:xfrm>
            <a:off x="311700" y="1152475"/>
            <a:ext cx="8178600" cy="3657600"/>
          </a:xfrm>
          <a:prstGeom prst="rect">
            <a:avLst/>
          </a:prstGeom>
          <a:noFill/>
          <a:ln>
            <a:noFill/>
          </a:ln>
        </p:spPr>
        <p:txBody>
          <a:bodyPr spcFirstLastPara="1" wrap="square" lIns="91425" tIns="91425" rIns="91425" bIns="91425" anchor="t" anchorCtr="0">
            <a:noAutofit/>
          </a:bodyPr>
          <a:lstStyle/>
          <a:p>
            <a:pPr marL="457200" lvl="0" indent="0" algn="just" rtl="0">
              <a:lnSpc>
                <a:spcPct val="120000"/>
              </a:lnSpc>
              <a:spcBef>
                <a:spcPts val="0"/>
              </a:spcBef>
              <a:spcAft>
                <a:spcPts val="0"/>
              </a:spcAft>
              <a:buNone/>
            </a:pPr>
            <a:r>
              <a:rPr lang="en-GB" sz="1600">
                <a:solidFill>
                  <a:schemeClr val="dk1"/>
                </a:solidFill>
                <a:latin typeface="Oswald"/>
                <a:ea typeface="Oswald"/>
                <a:cs typeface="Oswald"/>
                <a:sym typeface="Oswald"/>
              </a:rPr>
              <a:t>A Food Order system is described below:</a:t>
            </a:r>
            <a:endParaRPr sz="1600">
              <a:solidFill>
                <a:schemeClr val="dk1"/>
              </a:solidFill>
              <a:latin typeface="Oswald"/>
              <a:ea typeface="Oswald"/>
              <a:cs typeface="Oswald"/>
              <a:sym typeface="Oswald"/>
            </a:endParaRPr>
          </a:p>
          <a:p>
            <a:pPr marL="457200" lvl="0" indent="-330200" algn="just" rtl="0">
              <a:lnSpc>
                <a:spcPct val="120000"/>
              </a:lnSpc>
              <a:spcBef>
                <a:spcPts val="1050"/>
              </a:spcBef>
              <a:spcAft>
                <a:spcPts val="0"/>
              </a:spcAft>
              <a:buClr>
                <a:schemeClr val="dk1"/>
              </a:buClr>
              <a:buSzPts val="1600"/>
              <a:buFont typeface="Oswald"/>
              <a:buChar char="●"/>
            </a:pPr>
            <a:r>
              <a:rPr lang="en-GB" sz="1600">
                <a:solidFill>
                  <a:schemeClr val="dk1"/>
                </a:solidFill>
                <a:latin typeface="Oswald"/>
                <a:ea typeface="Oswald"/>
                <a:cs typeface="Oswald"/>
                <a:sym typeface="Oswald"/>
              </a:rPr>
              <a:t>A Customer can place an order in the Food Order System. As soon as the order is received it is processed and forwarded to the Kitchen. The order is stored in the Order data store and the updated Inventory details is stored in the Inventory data store. The process also delivers a Bill to the Customer.</a:t>
            </a:r>
            <a:endParaRPr sz="1600">
              <a:solidFill>
                <a:schemeClr val="dk1"/>
              </a:solidFill>
              <a:latin typeface="Oswald"/>
              <a:ea typeface="Oswald"/>
              <a:cs typeface="Oswald"/>
              <a:sym typeface="Oswald"/>
            </a:endParaRPr>
          </a:p>
          <a:p>
            <a:pPr marL="457200" lvl="0" indent="-330200" algn="just" rtl="0">
              <a:lnSpc>
                <a:spcPct val="120000"/>
              </a:lnSpc>
              <a:spcBef>
                <a:spcPts val="1050"/>
              </a:spcBef>
              <a:spcAft>
                <a:spcPts val="0"/>
              </a:spcAft>
              <a:buClr>
                <a:schemeClr val="dk1"/>
              </a:buClr>
              <a:buSzPts val="1600"/>
              <a:buFont typeface="Oswald"/>
              <a:buChar char="●"/>
            </a:pPr>
            <a:r>
              <a:rPr lang="en-GB" sz="1600">
                <a:solidFill>
                  <a:schemeClr val="dk1"/>
                </a:solidFill>
                <a:latin typeface="Oswald"/>
                <a:ea typeface="Oswald"/>
                <a:cs typeface="Oswald"/>
                <a:sym typeface="Oswald"/>
              </a:rPr>
              <a:t>A Manager can receive Reports through the Generate Reports process, which takes Inventory details and Orders as input from the Inventory and Order data store respectively. He/She can also initiate the Order Inventory process by providing Inventory order. The process forwards the Inventory order to the Supplier and stores the updated Inventory details in the Inventory data store.</a:t>
            </a:r>
            <a:endParaRPr sz="1600">
              <a:solidFill>
                <a:schemeClr val="dk1"/>
              </a:solidFill>
              <a:latin typeface="Oswald"/>
              <a:ea typeface="Oswald"/>
              <a:cs typeface="Oswald"/>
              <a:sym typeface="Oswald"/>
            </a:endParaRPr>
          </a:p>
          <a:p>
            <a:pPr marL="457200" lvl="0" indent="0" algn="just" rtl="0">
              <a:lnSpc>
                <a:spcPct val="120000"/>
              </a:lnSpc>
              <a:spcBef>
                <a:spcPts val="1050"/>
              </a:spcBef>
              <a:spcAft>
                <a:spcPts val="0"/>
              </a:spcAft>
              <a:buNone/>
            </a:pPr>
            <a:r>
              <a:rPr lang="en-GB" sz="1600">
                <a:solidFill>
                  <a:schemeClr val="dk1"/>
                </a:solidFill>
                <a:latin typeface="Oswald"/>
                <a:ea typeface="Oswald"/>
                <a:cs typeface="Oswald"/>
                <a:sym typeface="Oswald"/>
              </a:rPr>
              <a:t>Draw a Data Flow Diagram of the Food Order System</a:t>
            </a:r>
            <a:endParaRPr sz="1600">
              <a:solidFill>
                <a:schemeClr val="dk1"/>
              </a:solidFill>
              <a:latin typeface="Oswald"/>
              <a:ea typeface="Oswald"/>
              <a:cs typeface="Oswald"/>
              <a:sym typeface="Oswald"/>
            </a:endParaRPr>
          </a:p>
        </p:txBody>
      </p:sp>
      <p:sp>
        <p:nvSpPr>
          <p:cNvPr id="396" name="Google Shape;396;p42"/>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400" name="Shape 400"/>
        <p:cNvGrpSpPr/>
        <p:nvPr/>
      </p:nvGrpSpPr>
      <p:grpSpPr>
        <a:xfrm>
          <a:off x="0" y="0"/>
          <a:ext cx="0" cy="0"/>
          <a:chOff x="0" y="0"/>
          <a:chExt cx="0" cy="0"/>
        </a:xfrm>
      </p:grpSpPr>
      <p:sp>
        <p:nvSpPr>
          <p:cNvPr id="401" name="Google Shape;401;p43"/>
          <p:cNvSpPr txBox="1"/>
          <p:nvPr>
            <p:ph type="title"/>
          </p:nvPr>
        </p:nvSpPr>
        <p:spPr>
          <a:xfrm>
            <a:off x="311700" y="866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Context Diagram - Example (Food Order System)</a:t>
            </a:r>
            <a:endParaRPr sz="3200"/>
          </a:p>
        </p:txBody>
      </p:sp>
      <p:sp>
        <p:nvSpPr>
          <p:cNvPr id="402" name="Google Shape;402;p43"/>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403" name="Google Shape;403;p43"/>
          <p:cNvPicPr preferRelativeResize="0"/>
          <p:nvPr/>
        </p:nvPicPr>
        <p:blipFill>
          <a:blip r:embed="rId1"/>
          <a:stretch>
            <a:fillRect/>
          </a:stretch>
        </p:blipFill>
        <p:spPr>
          <a:xfrm>
            <a:off x="1828800" y="784975"/>
            <a:ext cx="5486400" cy="4114800"/>
          </a:xfrm>
          <a:prstGeom prst="rect">
            <a:avLst/>
          </a:prstGeom>
          <a:noFill/>
          <a:ln w="19050" cap="flat" cmpd="sng">
            <a:solidFill>
              <a:srgbClr val="00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407" name="Shape 407"/>
        <p:cNvGrpSpPr/>
        <p:nvPr/>
      </p:nvGrpSpPr>
      <p:grpSpPr>
        <a:xfrm>
          <a:off x="0" y="0"/>
          <a:ext cx="0" cy="0"/>
          <a:chOff x="0" y="0"/>
          <a:chExt cx="0" cy="0"/>
        </a:xfrm>
      </p:grpSpPr>
      <p:sp>
        <p:nvSpPr>
          <p:cNvPr id="408" name="Google Shape;408;p44"/>
          <p:cNvSpPr txBox="1"/>
          <p:nvPr>
            <p:ph type="title"/>
          </p:nvPr>
        </p:nvSpPr>
        <p:spPr>
          <a:xfrm>
            <a:off x="311700" y="866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Context Diagram - Example</a:t>
            </a:r>
            <a:endParaRPr sz="3200"/>
          </a:p>
        </p:txBody>
      </p:sp>
      <p:sp>
        <p:nvSpPr>
          <p:cNvPr id="409" name="Google Shape;409;p44"/>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
        <p:nvSpPr>
          <p:cNvPr id="410" name="Google Shape;410;p44"/>
          <p:cNvSpPr/>
          <p:nvPr/>
        </p:nvSpPr>
        <p:spPr>
          <a:xfrm>
            <a:off x="914400" y="1052825"/>
            <a:ext cx="7315200" cy="3657600"/>
          </a:xfrm>
          <a:prstGeom prst="rect">
            <a:avLst/>
          </a:prstGeom>
          <a:solidFill>
            <a:schemeClr val="accent3"/>
          </a:solidFill>
          <a:ln w="25400"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11" name="Google Shape;411;p44"/>
          <p:cNvSpPr/>
          <p:nvPr/>
        </p:nvSpPr>
        <p:spPr>
          <a:xfrm>
            <a:off x="3224413" y="2028190"/>
            <a:ext cx="2489100" cy="1707000"/>
          </a:xfrm>
          <a:prstGeom prst="ellipse">
            <a:avLst/>
          </a:prstGeom>
          <a:noFill/>
          <a:ln w="25400"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FF"/>
              </a:buClr>
              <a:buSzPts val="1400"/>
              <a:buFont typeface="Arial" panose="020B0604020202020204"/>
              <a:buNone/>
            </a:pPr>
            <a:r>
              <a:rPr lang="en-GB" sz="1400" b="0" i="0" u="none" strike="noStrike" cap="none">
                <a:solidFill>
                  <a:srgbClr val="0000FF"/>
                </a:solidFill>
                <a:latin typeface="Arial" panose="020B0604020202020204"/>
                <a:ea typeface="Arial" panose="020B0604020202020204"/>
                <a:cs typeface="Arial" panose="020B0604020202020204"/>
                <a:sym typeface="Arial" panose="020B0604020202020204"/>
              </a:rPr>
              <a:t>0</a:t>
            </a:r>
            <a:endParaRPr lang="en-GB" sz="1400" b="0" i="0" u="none" strike="noStrike" cap="none">
              <a:solidFill>
                <a:srgbClr val="0000FF"/>
              </a:solidFill>
              <a:latin typeface="Arial" panose="020B0604020202020204"/>
              <a:ea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rgbClr val="0000FF"/>
              </a:buClr>
              <a:buSzPts val="1400"/>
              <a:buFont typeface="Arial" panose="020B0604020202020204"/>
              <a:buNone/>
            </a:pPr>
            <a:r>
              <a:rPr lang="en-GB" sz="1400" b="0" i="0" u="none" strike="noStrike" cap="none">
                <a:solidFill>
                  <a:srgbClr val="0000FF"/>
                </a:solidFill>
                <a:latin typeface="Arial" panose="020B0604020202020204"/>
                <a:ea typeface="Arial" panose="020B0604020202020204"/>
                <a:cs typeface="Arial" panose="020B0604020202020204"/>
                <a:sym typeface="Arial" panose="020B0604020202020204"/>
              </a:rPr>
              <a:t>UIU Management System</a:t>
            </a:r>
            <a:endParaRPr lang="en-GB" sz="1400" b="0" i="0" u="none" strike="noStrike" cap="none">
              <a:solidFill>
                <a:srgbClr val="0000FF"/>
              </a:solidFill>
              <a:latin typeface="Arial" panose="020B0604020202020204"/>
              <a:ea typeface="Arial" panose="020B0604020202020204"/>
              <a:cs typeface="Arial" panose="020B0604020202020204"/>
              <a:sym typeface="Arial" panose="020B0604020202020204"/>
            </a:endParaRPr>
          </a:p>
        </p:txBody>
      </p:sp>
      <p:sp>
        <p:nvSpPr>
          <p:cNvPr id="412" name="Google Shape;412;p44"/>
          <p:cNvSpPr/>
          <p:nvPr/>
        </p:nvSpPr>
        <p:spPr>
          <a:xfrm>
            <a:off x="973282" y="2637790"/>
            <a:ext cx="1287600" cy="487800"/>
          </a:xfrm>
          <a:prstGeom prst="rect">
            <a:avLst/>
          </a:prstGeom>
          <a:noFill/>
          <a:ln w="25400"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FF"/>
              </a:buClr>
              <a:buSzPts val="1400"/>
              <a:buFont typeface="Arial" panose="020B0604020202020204"/>
              <a:buNone/>
            </a:pPr>
            <a:r>
              <a:rPr lang="en-GB" sz="1400" b="0" i="0" u="none" strike="noStrike" cap="none">
                <a:solidFill>
                  <a:srgbClr val="0000FF"/>
                </a:solidFill>
                <a:latin typeface="Arial" panose="020B0604020202020204"/>
                <a:ea typeface="Arial" panose="020B0604020202020204"/>
                <a:cs typeface="Arial" panose="020B0604020202020204"/>
                <a:sym typeface="Arial" panose="020B0604020202020204"/>
              </a:rPr>
              <a:t>STUDENT</a:t>
            </a:r>
            <a:endParaRPr lang="en-GB" sz="1400" b="0" i="0" u="none" strike="noStrike" cap="none">
              <a:solidFill>
                <a:srgbClr val="0000FF"/>
              </a:solidFill>
              <a:latin typeface="Arial" panose="020B0604020202020204"/>
              <a:ea typeface="Arial" panose="020B0604020202020204"/>
              <a:cs typeface="Arial" panose="020B0604020202020204"/>
              <a:sym typeface="Arial" panose="020B0604020202020204"/>
            </a:endParaRPr>
          </a:p>
        </p:txBody>
      </p:sp>
      <p:sp>
        <p:nvSpPr>
          <p:cNvPr id="413" name="Google Shape;413;p44"/>
          <p:cNvSpPr/>
          <p:nvPr/>
        </p:nvSpPr>
        <p:spPr>
          <a:xfrm>
            <a:off x="3911066" y="4141470"/>
            <a:ext cx="1373400" cy="487800"/>
          </a:xfrm>
          <a:prstGeom prst="rect">
            <a:avLst/>
          </a:prstGeom>
          <a:noFill/>
          <a:ln w="25400"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FF"/>
              </a:buClr>
              <a:buSzPts val="1400"/>
              <a:buFont typeface="Arial" panose="020B0604020202020204"/>
              <a:buNone/>
            </a:pPr>
            <a:r>
              <a:rPr lang="en-GB" sz="1400" b="0" i="0" u="none" strike="noStrike" cap="none">
                <a:solidFill>
                  <a:srgbClr val="0000FF"/>
                </a:solidFill>
                <a:latin typeface="Arial" panose="020B0604020202020204"/>
                <a:ea typeface="Arial" panose="020B0604020202020204"/>
                <a:cs typeface="Arial" panose="020B0604020202020204"/>
                <a:sym typeface="Arial" panose="020B0604020202020204"/>
              </a:rPr>
              <a:t>TEACHERS</a:t>
            </a:r>
            <a:endParaRPr lang="en-GB" sz="1400" b="0" i="0" u="none" strike="noStrike" cap="none">
              <a:solidFill>
                <a:srgbClr val="0000FF"/>
              </a:solidFill>
              <a:latin typeface="Arial" panose="020B0604020202020204"/>
              <a:ea typeface="Arial" panose="020B0604020202020204"/>
              <a:cs typeface="Arial" panose="020B0604020202020204"/>
              <a:sym typeface="Arial" panose="020B0604020202020204"/>
            </a:endParaRPr>
          </a:p>
        </p:txBody>
      </p:sp>
      <p:sp>
        <p:nvSpPr>
          <p:cNvPr id="414" name="Google Shape;414;p44"/>
          <p:cNvSpPr/>
          <p:nvPr/>
        </p:nvSpPr>
        <p:spPr>
          <a:xfrm>
            <a:off x="6419448" y="2637790"/>
            <a:ext cx="1716600" cy="487800"/>
          </a:xfrm>
          <a:prstGeom prst="rect">
            <a:avLst/>
          </a:prstGeom>
          <a:noFill/>
          <a:ln w="25400"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FF"/>
              </a:buClr>
              <a:buSzPts val="1200"/>
              <a:buFont typeface="Arial" panose="020B0604020202020204"/>
              <a:buNone/>
            </a:pPr>
            <a:r>
              <a:rPr lang="en-GB" sz="1200" b="0" i="0" u="none" strike="noStrike" cap="none">
                <a:solidFill>
                  <a:srgbClr val="0000FF"/>
                </a:solidFill>
                <a:latin typeface="Arial" panose="020B0604020202020204"/>
                <a:ea typeface="Arial" panose="020B0604020202020204"/>
                <a:cs typeface="Arial" panose="020B0604020202020204"/>
                <a:sym typeface="Arial" panose="020B0604020202020204"/>
              </a:rPr>
              <a:t>RESEARCHERS</a:t>
            </a:r>
            <a:endParaRPr lang="en-GB" sz="1200" b="0" i="0" u="none" strike="noStrike" cap="none">
              <a:solidFill>
                <a:srgbClr val="0000FF"/>
              </a:solidFill>
              <a:latin typeface="Arial" panose="020B0604020202020204"/>
              <a:ea typeface="Arial" panose="020B0604020202020204"/>
              <a:cs typeface="Arial" panose="020B0604020202020204"/>
              <a:sym typeface="Arial" panose="020B0604020202020204"/>
            </a:endParaRPr>
          </a:p>
        </p:txBody>
      </p:sp>
      <p:sp>
        <p:nvSpPr>
          <p:cNvPr id="415" name="Google Shape;415;p44"/>
          <p:cNvSpPr/>
          <p:nvPr/>
        </p:nvSpPr>
        <p:spPr>
          <a:xfrm>
            <a:off x="3567739" y="1123950"/>
            <a:ext cx="1716600" cy="569100"/>
          </a:xfrm>
          <a:prstGeom prst="rect">
            <a:avLst/>
          </a:prstGeom>
          <a:noFill/>
          <a:ln w="25400"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FF"/>
              </a:buClr>
              <a:buSzPts val="1400"/>
              <a:buFont typeface="Arial" panose="020B0604020202020204"/>
              <a:buNone/>
            </a:pPr>
            <a:r>
              <a:rPr lang="en-GB" sz="1400" b="0" i="0" u="none" strike="noStrike" cap="none">
                <a:solidFill>
                  <a:srgbClr val="0000FF"/>
                </a:solidFill>
                <a:latin typeface="Arial" panose="020B0604020202020204"/>
                <a:ea typeface="Arial" panose="020B0604020202020204"/>
                <a:cs typeface="Arial" panose="020B0604020202020204"/>
                <a:sym typeface="Arial" panose="020B0604020202020204"/>
              </a:rPr>
              <a:t>ADMIN</a:t>
            </a:r>
            <a:endParaRPr lang="en-GB" sz="1400" b="0" i="0" u="none" strike="noStrike" cap="none">
              <a:solidFill>
                <a:srgbClr val="0000FF"/>
              </a:solidFill>
              <a:latin typeface="Arial" panose="020B0604020202020204"/>
              <a:ea typeface="Arial" panose="020B0604020202020204"/>
              <a:cs typeface="Arial" panose="020B0604020202020204"/>
              <a:sym typeface="Arial" panose="020B0604020202020204"/>
            </a:endParaRPr>
          </a:p>
        </p:txBody>
      </p:sp>
      <p:cxnSp>
        <p:nvCxnSpPr>
          <p:cNvPr id="416" name="Google Shape;416;p44"/>
          <p:cNvCxnSpPr>
            <a:stCxn id="412" idx="3"/>
            <a:endCxn id="411" idx="2"/>
          </p:cNvCxnSpPr>
          <p:nvPr/>
        </p:nvCxnSpPr>
        <p:spPr>
          <a:xfrm>
            <a:off x="2260882" y="2881690"/>
            <a:ext cx="963600" cy="0"/>
          </a:xfrm>
          <a:prstGeom prst="straightConnector1">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cxnSp>
      <p:cxnSp>
        <p:nvCxnSpPr>
          <p:cNvPr id="417" name="Google Shape;417;p44"/>
          <p:cNvCxnSpPr>
            <a:stCxn id="415" idx="2"/>
            <a:endCxn id="411" idx="0"/>
          </p:cNvCxnSpPr>
          <p:nvPr/>
        </p:nvCxnSpPr>
        <p:spPr>
          <a:xfrm>
            <a:off x="4426039" y="1693050"/>
            <a:ext cx="42900" cy="335100"/>
          </a:xfrm>
          <a:prstGeom prst="straightConnector1">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cxnSp>
      <p:cxnSp>
        <p:nvCxnSpPr>
          <p:cNvPr id="418" name="Google Shape;418;p44"/>
          <p:cNvCxnSpPr>
            <a:stCxn id="411" idx="6"/>
            <a:endCxn id="414" idx="1"/>
          </p:cNvCxnSpPr>
          <p:nvPr/>
        </p:nvCxnSpPr>
        <p:spPr>
          <a:xfrm>
            <a:off x="5713513" y="2881690"/>
            <a:ext cx="705900" cy="0"/>
          </a:xfrm>
          <a:prstGeom prst="straightConnector1">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cxnSp>
      <p:cxnSp>
        <p:nvCxnSpPr>
          <p:cNvPr id="419" name="Google Shape;419;p44"/>
          <p:cNvCxnSpPr/>
          <p:nvPr/>
        </p:nvCxnSpPr>
        <p:spPr>
          <a:xfrm>
            <a:off x="4597720" y="3735070"/>
            <a:ext cx="0" cy="406500"/>
          </a:xfrm>
          <a:prstGeom prst="straightConnector1">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423" name="Shape 423"/>
        <p:cNvGrpSpPr/>
        <p:nvPr/>
      </p:nvGrpSpPr>
      <p:grpSpPr>
        <a:xfrm>
          <a:off x="0" y="0"/>
          <a:ext cx="0" cy="0"/>
          <a:chOff x="0" y="0"/>
          <a:chExt cx="0" cy="0"/>
        </a:xfrm>
      </p:grpSpPr>
      <p:sp>
        <p:nvSpPr>
          <p:cNvPr id="424" name="Google Shape;424;p45"/>
          <p:cNvSpPr txBox="1"/>
          <p:nvPr>
            <p:ph type="title"/>
          </p:nvPr>
        </p:nvSpPr>
        <p:spPr>
          <a:xfrm>
            <a:off x="311700" y="866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Context Diagram - Example</a:t>
            </a:r>
            <a:endParaRPr sz="3200"/>
          </a:p>
        </p:txBody>
      </p:sp>
      <p:sp>
        <p:nvSpPr>
          <p:cNvPr id="425" name="Google Shape;425;p45"/>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426" name="Google Shape;426;p45"/>
          <p:cNvPicPr preferRelativeResize="0"/>
          <p:nvPr/>
        </p:nvPicPr>
        <p:blipFill>
          <a:blip r:embed="rId1"/>
          <a:stretch>
            <a:fillRect/>
          </a:stretch>
        </p:blipFill>
        <p:spPr>
          <a:xfrm>
            <a:off x="914400" y="838550"/>
            <a:ext cx="7315199" cy="41148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430" name="Shape 430"/>
        <p:cNvGrpSpPr/>
        <p:nvPr/>
      </p:nvGrpSpPr>
      <p:grpSpPr>
        <a:xfrm>
          <a:off x="0" y="0"/>
          <a:ext cx="0" cy="0"/>
          <a:chOff x="0" y="0"/>
          <a:chExt cx="0" cy="0"/>
        </a:xfrm>
      </p:grpSpPr>
      <p:sp>
        <p:nvSpPr>
          <p:cNvPr id="431" name="Google Shape;431;p46"/>
          <p:cNvSpPr txBox="1"/>
          <p:nvPr>
            <p:ph type="title"/>
          </p:nvPr>
        </p:nvSpPr>
        <p:spPr>
          <a:xfrm>
            <a:off x="311700" y="4676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Data Flow</a:t>
            </a:r>
            <a:r>
              <a:rPr lang="en-GB" sz="3200"/>
              <a:t> Diagram</a:t>
            </a:r>
            <a:endParaRPr sz="3200"/>
          </a:p>
        </p:txBody>
      </p:sp>
      <p:sp>
        <p:nvSpPr>
          <p:cNvPr id="432" name="Google Shape;432;p46"/>
          <p:cNvSpPr txBox="1"/>
          <p:nvPr>
            <p:ph type="body" idx="1"/>
          </p:nvPr>
        </p:nvSpPr>
        <p:spPr>
          <a:xfrm>
            <a:off x="311700" y="1152475"/>
            <a:ext cx="8178600" cy="3657600"/>
          </a:xfrm>
          <a:prstGeom prst="rect">
            <a:avLst/>
          </a:prstGeom>
          <a:noFill/>
          <a:ln>
            <a:noFill/>
          </a:ln>
        </p:spPr>
        <p:txBody>
          <a:bodyPr spcFirstLastPara="1" wrap="square" lIns="91425" tIns="91425" rIns="91425" bIns="91425" anchor="t" anchorCtr="0">
            <a:noAutofit/>
          </a:bodyPr>
          <a:lstStyle/>
          <a:p>
            <a:pPr marL="457200" lvl="0" indent="0" algn="l" rtl="0">
              <a:lnSpc>
                <a:spcPct val="130000"/>
              </a:lnSpc>
              <a:spcBef>
                <a:spcPts val="0"/>
              </a:spcBef>
              <a:spcAft>
                <a:spcPts val="0"/>
              </a:spcAft>
              <a:buNone/>
            </a:pPr>
            <a:endParaRPr sz="2400">
              <a:solidFill>
                <a:schemeClr val="dk1"/>
              </a:solidFill>
              <a:latin typeface="Oswald"/>
              <a:ea typeface="Oswald"/>
              <a:cs typeface="Oswald"/>
              <a:sym typeface="Oswald"/>
            </a:endParaRPr>
          </a:p>
          <a:p>
            <a:pPr marL="457200" lvl="0" indent="-381000" algn="l" rtl="0">
              <a:lnSpc>
                <a:spcPct val="130000"/>
              </a:lnSpc>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Data Flow Diagram is a way of representing </a:t>
            </a:r>
            <a:r>
              <a:rPr lang="en-GB" sz="2400">
                <a:solidFill>
                  <a:srgbClr val="93C47D"/>
                </a:solidFill>
                <a:latin typeface="Oswald"/>
                <a:ea typeface="Oswald"/>
                <a:cs typeface="Oswald"/>
                <a:sym typeface="Oswald"/>
              </a:rPr>
              <a:t>flow of data between entities and data stores through a process</a:t>
            </a:r>
            <a:r>
              <a:rPr lang="en-GB" sz="2400">
                <a:solidFill>
                  <a:schemeClr val="dk1"/>
                </a:solidFill>
                <a:latin typeface="Oswald"/>
                <a:ea typeface="Oswald"/>
                <a:cs typeface="Oswald"/>
                <a:sym typeface="Oswald"/>
              </a:rPr>
              <a:t>.</a:t>
            </a:r>
            <a:endParaRPr sz="2400">
              <a:solidFill>
                <a:schemeClr val="dk1"/>
              </a:solidFill>
              <a:latin typeface="Oswald"/>
              <a:ea typeface="Oswald"/>
              <a:cs typeface="Oswald"/>
              <a:sym typeface="Oswald"/>
            </a:endParaRPr>
          </a:p>
          <a:p>
            <a:pPr marL="457200" lvl="0" indent="-381000" algn="l" rtl="0">
              <a:lnSpc>
                <a:spcPct val="130000"/>
              </a:lnSpc>
              <a:spcBef>
                <a:spcPts val="60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DFD provides information about the </a:t>
            </a:r>
            <a:r>
              <a:rPr lang="en-GB" sz="2400">
                <a:solidFill>
                  <a:srgbClr val="93C47D"/>
                </a:solidFill>
                <a:latin typeface="Oswald"/>
                <a:ea typeface="Oswald"/>
                <a:cs typeface="Oswald"/>
                <a:sym typeface="Oswald"/>
              </a:rPr>
              <a:t>outputs and inputs</a:t>
            </a:r>
            <a:r>
              <a:rPr lang="en-GB" sz="2400">
                <a:solidFill>
                  <a:schemeClr val="dk1"/>
                </a:solidFill>
                <a:latin typeface="Oswald"/>
                <a:ea typeface="Oswald"/>
                <a:cs typeface="Oswald"/>
                <a:sym typeface="Oswald"/>
              </a:rPr>
              <a:t> of each entity and the process itself.</a:t>
            </a:r>
            <a:endParaRPr sz="2400">
              <a:solidFill>
                <a:schemeClr val="dk1"/>
              </a:solidFill>
              <a:latin typeface="Oswald"/>
              <a:ea typeface="Oswald"/>
              <a:cs typeface="Oswald"/>
              <a:sym typeface="Oswald"/>
            </a:endParaRPr>
          </a:p>
          <a:p>
            <a:pPr marL="457200" lvl="0" indent="-381000" algn="l" rtl="0">
              <a:lnSpc>
                <a:spcPct val="130000"/>
              </a:lnSpc>
              <a:spcBef>
                <a:spcPts val="60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DFD has no control flow, there are no Decision rules and no Loops</a:t>
            </a:r>
            <a:endParaRPr sz="2400">
              <a:solidFill>
                <a:schemeClr val="dk1"/>
              </a:solidFill>
              <a:latin typeface="Oswald"/>
              <a:ea typeface="Oswald"/>
              <a:cs typeface="Oswald"/>
              <a:sym typeface="Oswald"/>
            </a:endParaRPr>
          </a:p>
        </p:txBody>
      </p:sp>
      <p:sp>
        <p:nvSpPr>
          <p:cNvPr id="433" name="Google Shape;433;p46"/>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437" name="Shape 437"/>
        <p:cNvGrpSpPr/>
        <p:nvPr/>
      </p:nvGrpSpPr>
      <p:grpSpPr>
        <a:xfrm>
          <a:off x="0" y="0"/>
          <a:ext cx="0" cy="0"/>
          <a:chOff x="0" y="0"/>
          <a:chExt cx="0" cy="0"/>
        </a:xfrm>
      </p:grpSpPr>
      <p:sp>
        <p:nvSpPr>
          <p:cNvPr id="438" name="Google Shape;438;p47"/>
          <p:cNvSpPr txBox="1"/>
          <p:nvPr>
            <p:ph type="title"/>
          </p:nvPr>
        </p:nvSpPr>
        <p:spPr>
          <a:xfrm>
            <a:off x="311700" y="4676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Data Flow Diagram</a:t>
            </a:r>
            <a:endParaRPr sz="3200"/>
          </a:p>
        </p:txBody>
      </p:sp>
      <p:sp>
        <p:nvSpPr>
          <p:cNvPr id="439" name="Google Shape;439;p47"/>
          <p:cNvSpPr txBox="1"/>
          <p:nvPr>
            <p:ph type="body" idx="1"/>
          </p:nvPr>
        </p:nvSpPr>
        <p:spPr>
          <a:xfrm>
            <a:off x="311700" y="1152475"/>
            <a:ext cx="8178600" cy="3657600"/>
          </a:xfrm>
          <a:prstGeom prst="rect">
            <a:avLst/>
          </a:prstGeom>
          <a:noFill/>
          <a:ln>
            <a:noFill/>
          </a:ln>
        </p:spPr>
        <p:txBody>
          <a:bodyPr spcFirstLastPara="1" wrap="square" lIns="91425" tIns="91425" rIns="91425" bIns="91425" anchor="t" anchorCtr="0">
            <a:noAutofit/>
          </a:bodyPr>
          <a:lstStyle/>
          <a:p>
            <a:pPr marL="0" lvl="0" indent="0" algn="l" rtl="0">
              <a:lnSpc>
                <a:spcPct val="130000"/>
              </a:lnSpc>
              <a:spcBef>
                <a:spcPts val="0"/>
              </a:spcBef>
              <a:spcAft>
                <a:spcPts val="0"/>
              </a:spcAft>
              <a:buNone/>
            </a:pPr>
            <a:r>
              <a:rPr lang="en-GB" sz="2400">
                <a:solidFill>
                  <a:schemeClr val="dk1"/>
                </a:solidFill>
                <a:latin typeface="Oswald"/>
                <a:ea typeface="Oswald"/>
                <a:cs typeface="Oswald"/>
                <a:sym typeface="Oswald"/>
              </a:rPr>
              <a:t>Components:</a:t>
            </a:r>
            <a:endParaRPr sz="2400">
              <a:solidFill>
                <a:schemeClr val="dk1"/>
              </a:solidFill>
              <a:latin typeface="Oswald"/>
              <a:ea typeface="Oswald"/>
              <a:cs typeface="Oswald"/>
              <a:sym typeface="Oswald"/>
            </a:endParaRPr>
          </a:p>
          <a:p>
            <a:pPr marL="457200" lvl="0" indent="-355600" algn="l" rtl="0">
              <a:lnSpc>
                <a:spcPct val="130000"/>
              </a:lnSpc>
              <a:spcBef>
                <a:spcPts val="0"/>
              </a:spcBef>
              <a:spcAft>
                <a:spcPts val="0"/>
              </a:spcAft>
              <a:buClr>
                <a:schemeClr val="dk1"/>
              </a:buClr>
              <a:buSzPts val="2000"/>
              <a:buFont typeface="Oswald"/>
              <a:buChar char="●"/>
            </a:pPr>
            <a:r>
              <a:rPr lang="en-GB" sz="2000">
                <a:solidFill>
                  <a:srgbClr val="93C47D"/>
                </a:solidFill>
                <a:latin typeface="Oswald"/>
                <a:ea typeface="Oswald"/>
                <a:cs typeface="Oswald"/>
                <a:sym typeface="Oswald"/>
              </a:rPr>
              <a:t>Process</a:t>
            </a:r>
            <a:r>
              <a:rPr lang="en-GB" sz="2000">
                <a:solidFill>
                  <a:schemeClr val="dk1"/>
                </a:solidFill>
                <a:latin typeface="Oswald"/>
                <a:ea typeface="Oswald"/>
                <a:cs typeface="Oswald"/>
                <a:sym typeface="Oswald"/>
              </a:rPr>
              <a:t>: any process that changes the data, producing an output.</a:t>
            </a:r>
            <a:endParaRPr sz="2000">
              <a:solidFill>
                <a:schemeClr val="dk1"/>
              </a:solidFill>
              <a:latin typeface="Oswald"/>
              <a:ea typeface="Oswald"/>
              <a:cs typeface="Oswald"/>
              <a:sym typeface="Oswald"/>
            </a:endParaRPr>
          </a:p>
          <a:p>
            <a:pPr marL="457200" lvl="0" indent="-355600" algn="l" rtl="0">
              <a:lnSpc>
                <a:spcPct val="130000"/>
              </a:lnSpc>
              <a:spcBef>
                <a:spcPts val="0"/>
              </a:spcBef>
              <a:spcAft>
                <a:spcPts val="0"/>
              </a:spcAft>
              <a:buClr>
                <a:schemeClr val="dk1"/>
              </a:buClr>
              <a:buSzPts val="2000"/>
              <a:buFont typeface="Arial" panose="020B0604020202020204"/>
              <a:buChar char="●"/>
            </a:pPr>
            <a:r>
              <a:rPr lang="en-GB" sz="2000">
                <a:solidFill>
                  <a:srgbClr val="93C47D"/>
                </a:solidFill>
                <a:latin typeface="Oswald"/>
                <a:ea typeface="Oswald"/>
                <a:cs typeface="Oswald"/>
                <a:sym typeface="Oswald"/>
              </a:rPr>
              <a:t>External Entity</a:t>
            </a:r>
            <a:r>
              <a:rPr lang="en-GB" sz="2000">
                <a:solidFill>
                  <a:schemeClr val="dk1"/>
                </a:solidFill>
                <a:latin typeface="Oswald"/>
                <a:ea typeface="Oswald"/>
                <a:cs typeface="Oswald"/>
                <a:sym typeface="Oswald"/>
              </a:rPr>
              <a:t>: an outside system that sends or receives data, communicating with the system being diagrammed.</a:t>
            </a:r>
            <a:endParaRPr sz="2000">
              <a:solidFill>
                <a:schemeClr val="dk1"/>
              </a:solidFill>
              <a:latin typeface="Oswald"/>
              <a:ea typeface="Oswald"/>
              <a:cs typeface="Oswald"/>
              <a:sym typeface="Oswald"/>
            </a:endParaRPr>
          </a:p>
          <a:p>
            <a:pPr marL="457200" lvl="0" indent="-355600" algn="l" rtl="0">
              <a:lnSpc>
                <a:spcPct val="130000"/>
              </a:lnSpc>
              <a:spcBef>
                <a:spcPts val="0"/>
              </a:spcBef>
              <a:spcAft>
                <a:spcPts val="0"/>
              </a:spcAft>
              <a:buClr>
                <a:schemeClr val="dk1"/>
              </a:buClr>
              <a:buSzPts val="2000"/>
              <a:buFont typeface="Arial" panose="020B0604020202020204"/>
              <a:buChar char="●"/>
            </a:pPr>
            <a:r>
              <a:rPr lang="en-GB" sz="2000">
                <a:solidFill>
                  <a:srgbClr val="93C47D"/>
                </a:solidFill>
                <a:latin typeface="Oswald"/>
                <a:ea typeface="Oswald"/>
                <a:cs typeface="Oswald"/>
                <a:sym typeface="Oswald"/>
              </a:rPr>
              <a:t>Data Store</a:t>
            </a:r>
            <a:r>
              <a:rPr lang="en-GB" sz="2000">
                <a:solidFill>
                  <a:schemeClr val="dk1"/>
                </a:solidFill>
                <a:latin typeface="Oswald"/>
                <a:ea typeface="Oswald"/>
                <a:cs typeface="Oswald"/>
                <a:sym typeface="Oswald"/>
              </a:rPr>
              <a:t>: files or repositories that hold information for later use, such as a database table or a membership form.</a:t>
            </a:r>
            <a:endParaRPr sz="2000">
              <a:solidFill>
                <a:schemeClr val="dk1"/>
              </a:solidFill>
              <a:latin typeface="Oswald"/>
              <a:ea typeface="Oswald"/>
              <a:cs typeface="Oswald"/>
              <a:sym typeface="Oswald"/>
            </a:endParaRPr>
          </a:p>
          <a:p>
            <a:pPr marL="457200" lvl="0" indent="-355600" algn="l" rtl="0">
              <a:lnSpc>
                <a:spcPct val="130000"/>
              </a:lnSpc>
              <a:spcBef>
                <a:spcPts val="0"/>
              </a:spcBef>
              <a:spcAft>
                <a:spcPts val="0"/>
              </a:spcAft>
              <a:buClr>
                <a:schemeClr val="dk1"/>
              </a:buClr>
              <a:buSzPts val="2000"/>
              <a:buFont typeface="Arial" panose="020B0604020202020204"/>
              <a:buChar char="●"/>
            </a:pPr>
            <a:r>
              <a:rPr lang="en-GB" sz="2000">
                <a:solidFill>
                  <a:srgbClr val="93C47D"/>
                </a:solidFill>
                <a:latin typeface="Oswald"/>
                <a:ea typeface="Oswald"/>
                <a:cs typeface="Oswald"/>
                <a:sym typeface="Oswald"/>
              </a:rPr>
              <a:t>Data Flow</a:t>
            </a:r>
            <a:r>
              <a:rPr lang="en-GB" sz="2000">
                <a:solidFill>
                  <a:schemeClr val="dk1"/>
                </a:solidFill>
                <a:latin typeface="Oswald"/>
                <a:ea typeface="Oswald"/>
                <a:cs typeface="Oswald"/>
                <a:sym typeface="Oswald"/>
              </a:rPr>
              <a:t>: the route that data takes between the external entities, processes and data stores.</a:t>
            </a:r>
            <a:endParaRPr sz="2000">
              <a:solidFill>
                <a:schemeClr val="dk1"/>
              </a:solidFill>
              <a:latin typeface="Oswald"/>
              <a:ea typeface="Oswald"/>
              <a:cs typeface="Oswald"/>
              <a:sym typeface="Oswald"/>
            </a:endParaRPr>
          </a:p>
        </p:txBody>
      </p:sp>
      <p:sp>
        <p:nvSpPr>
          <p:cNvPr id="440" name="Google Shape;440;p47"/>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444" name="Shape 444"/>
        <p:cNvGrpSpPr/>
        <p:nvPr/>
      </p:nvGrpSpPr>
      <p:grpSpPr>
        <a:xfrm>
          <a:off x="0" y="0"/>
          <a:ext cx="0" cy="0"/>
          <a:chOff x="0" y="0"/>
          <a:chExt cx="0" cy="0"/>
        </a:xfrm>
      </p:grpSpPr>
      <p:sp>
        <p:nvSpPr>
          <p:cNvPr id="445" name="Google Shape;445;p48"/>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446" name="Google Shape;446;p48"/>
          <p:cNvPicPr preferRelativeResize="0"/>
          <p:nvPr/>
        </p:nvPicPr>
        <p:blipFill>
          <a:blip r:embed="rId1"/>
          <a:stretch>
            <a:fillRect/>
          </a:stretch>
        </p:blipFill>
        <p:spPr>
          <a:xfrm>
            <a:off x="3629850" y="57150"/>
            <a:ext cx="5029199" cy="50292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
        <p:nvSpPr>
          <p:cNvPr id="447" name="Google Shape;447;p48"/>
          <p:cNvSpPr txBox="1"/>
          <p:nvPr>
            <p:ph type="title"/>
          </p:nvPr>
        </p:nvSpPr>
        <p:spPr>
          <a:xfrm>
            <a:off x="311700" y="467650"/>
            <a:ext cx="29967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Data Flow Diagram</a:t>
            </a:r>
            <a:endParaRPr sz="3200"/>
          </a:p>
        </p:txBody>
      </p:sp>
      <p:sp>
        <p:nvSpPr>
          <p:cNvPr id="448" name="Google Shape;448;p48"/>
          <p:cNvSpPr txBox="1"/>
          <p:nvPr>
            <p:ph type="body" idx="1"/>
          </p:nvPr>
        </p:nvSpPr>
        <p:spPr>
          <a:xfrm>
            <a:off x="311700" y="1152475"/>
            <a:ext cx="2996700" cy="3657600"/>
          </a:xfrm>
          <a:prstGeom prst="rect">
            <a:avLst/>
          </a:prstGeom>
          <a:noFill/>
          <a:ln>
            <a:noFill/>
          </a:ln>
        </p:spPr>
        <p:txBody>
          <a:bodyPr spcFirstLastPara="1" wrap="square" lIns="91425" tIns="91425" rIns="91425" bIns="91425" anchor="t" anchorCtr="0">
            <a:noAutofit/>
          </a:bodyPr>
          <a:lstStyle/>
          <a:p>
            <a:pPr marL="0" lvl="0" indent="0" algn="l" rtl="0">
              <a:lnSpc>
                <a:spcPct val="130000"/>
              </a:lnSpc>
              <a:spcBef>
                <a:spcPts val="0"/>
              </a:spcBef>
              <a:spcAft>
                <a:spcPts val="0"/>
              </a:spcAft>
              <a:buNone/>
            </a:pPr>
            <a:endParaRPr sz="2400">
              <a:solidFill>
                <a:schemeClr val="dk1"/>
              </a:solidFill>
              <a:latin typeface="Oswald"/>
              <a:ea typeface="Oswald"/>
              <a:cs typeface="Oswald"/>
              <a:sym typeface="Oswald"/>
            </a:endParaRPr>
          </a:p>
          <a:p>
            <a:pPr marL="0" lvl="0" indent="0" algn="l" rtl="0">
              <a:lnSpc>
                <a:spcPct val="130000"/>
              </a:lnSpc>
              <a:spcBef>
                <a:spcPts val="0"/>
              </a:spcBef>
              <a:spcAft>
                <a:spcPts val="0"/>
              </a:spcAft>
              <a:buNone/>
            </a:pPr>
            <a:endParaRPr sz="2400">
              <a:solidFill>
                <a:schemeClr val="dk1"/>
              </a:solidFill>
              <a:latin typeface="Oswald"/>
              <a:ea typeface="Oswald"/>
              <a:cs typeface="Oswald"/>
              <a:sym typeface="Oswald"/>
            </a:endParaRPr>
          </a:p>
          <a:p>
            <a:pPr marL="914400" lvl="0" indent="457200" algn="l" rtl="0">
              <a:lnSpc>
                <a:spcPct val="130000"/>
              </a:lnSpc>
              <a:spcBef>
                <a:spcPts val="0"/>
              </a:spcBef>
              <a:spcAft>
                <a:spcPts val="0"/>
              </a:spcAft>
              <a:buNone/>
            </a:pPr>
            <a:r>
              <a:rPr lang="en-GB" sz="3000">
                <a:solidFill>
                  <a:schemeClr val="dk1"/>
                </a:solidFill>
                <a:latin typeface="Oswald"/>
                <a:ea typeface="Oswald"/>
                <a:cs typeface="Oswald"/>
                <a:sym typeface="Oswald"/>
              </a:rPr>
              <a:t>Notation</a:t>
            </a:r>
            <a:r>
              <a:rPr lang="en-GB" sz="3000">
                <a:solidFill>
                  <a:schemeClr val="dk1"/>
                </a:solidFill>
                <a:latin typeface="Oswald"/>
                <a:ea typeface="Oswald"/>
                <a:cs typeface="Oswald"/>
                <a:sym typeface="Oswald"/>
              </a:rPr>
              <a:t>s:</a:t>
            </a:r>
            <a:endParaRPr sz="3000">
              <a:solidFill>
                <a:schemeClr val="dk1"/>
              </a:solidFill>
              <a:latin typeface="Oswald"/>
              <a:ea typeface="Oswald"/>
              <a:cs typeface="Oswald"/>
              <a:sym typeface="Oswa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452" name="Shape 452"/>
        <p:cNvGrpSpPr/>
        <p:nvPr/>
      </p:nvGrpSpPr>
      <p:grpSpPr>
        <a:xfrm>
          <a:off x="0" y="0"/>
          <a:ext cx="0" cy="0"/>
          <a:chOff x="0" y="0"/>
          <a:chExt cx="0" cy="0"/>
        </a:xfrm>
      </p:grpSpPr>
      <p:sp>
        <p:nvSpPr>
          <p:cNvPr id="453" name="Google Shape;453;p49"/>
          <p:cNvSpPr txBox="1"/>
          <p:nvPr>
            <p:ph type="title"/>
          </p:nvPr>
        </p:nvSpPr>
        <p:spPr>
          <a:xfrm>
            <a:off x="311700" y="4676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Data Flow Diagram</a:t>
            </a:r>
            <a:endParaRPr sz="3200"/>
          </a:p>
        </p:txBody>
      </p:sp>
      <p:sp>
        <p:nvSpPr>
          <p:cNvPr id="454" name="Google Shape;454;p49"/>
          <p:cNvSpPr txBox="1"/>
          <p:nvPr>
            <p:ph type="body" idx="1"/>
          </p:nvPr>
        </p:nvSpPr>
        <p:spPr>
          <a:xfrm>
            <a:off x="311700" y="1152475"/>
            <a:ext cx="8178600" cy="3922200"/>
          </a:xfrm>
          <a:prstGeom prst="rect">
            <a:avLst/>
          </a:prstGeom>
          <a:noFill/>
          <a:ln>
            <a:noFill/>
          </a:ln>
        </p:spPr>
        <p:txBody>
          <a:bodyPr spcFirstLastPara="1" wrap="square" lIns="91425" tIns="91425" rIns="91425" bIns="91425" anchor="t" anchorCtr="0">
            <a:noAutofit/>
          </a:bodyPr>
          <a:lstStyle/>
          <a:p>
            <a:pPr marL="0" lvl="0" indent="0" algn="l" rtl="0">
              <a:lnSpc>
                <a:spcPct val="130000"/>
              </a:lnSpc>
              <a:spcBef>
                <a:spcPts val="0"/>
              </a:spcBef>
              <a:spcAft>
                <a:spcPts val="0"/>
              </a:spcAft>
              <a:buNone/>
            </a:pPr>
            <a:r>
              <a:rPr lang="en-GB" sz="2400">
                <a:solidFill>
                  <a:schemeClr val="dk1"/>
                </a:solidFill>
                <a:latin typeface="Oswald"/>
                <a:ea typeface="Oswald"/>
                <a:cs typeface="Oswald"/>
                <a:sym typeface="Oswald"/>
              </a:rPr>
              <a:t>Rules &amp; Tips</a:t>
            </a:r>
            <a:r>
              <a:rPr lang="en-GB" sz="2400">
                <a:solidFill>
                  <a:schemeClr val="dk1"/>
                </a:solidFill>
                <a:latin typeface="Oswald"/>
                <a:ea typeface="Oswald"/>
                <a:cs typeface="Oswald"/>
                <a:sym typeface="Oswald"/>
              </a:rPr>
              <a:t>:</a:t>
            </a:r>
            <a:endParaRPr sz="2400">
              <a:solidFill>
                <a:schemeClr val="dk1"/>
              </a:solidFill>
              <a:latin typeface="Oswald"/>
              <a:ea typeface="Oswald"/>
              <a:cs typeface="Oswald"/>
              <a:sym typeface="Oswald"/>
            </a:endParaRPr>
          </a:p>
          <a:p>
            <a:pPr marL="457200" lvl="0" indent="-342900" algn="l" rtl="0">
              <a:lnSpc>
                <a:spcPct val="115000"/>
              </a:lnSpc>
              <a:spcBef>
                <a:spcPts val="1050"/>
              </a:spcBef>
              <a:spcAft>
                <a:spcPts val="0"/>
              </a:spcAft>
              <a:buClr>
                <a:schemeClr val="dk1"/>
              </a:buClr>
              <a:buSzPts val="1800"/>
              <a:buFont typeface="Oswald"/>
              <a:buChar char="●"/>
            </a:pPr>
            <a:r>
              <a:rPr lang="en-GB">
                <a:solidFill>
                  <a:schemeClr val="dk1"/>
                </a:solidFill>
                <a:latin typeface="Oswald"/>
                <a:ea typeface="Oswald"/>
                <a:cs typeface="Oswald"/>
                <a:sym typeface="Oswald"/>
              </a:rPr>
              <a:t>Each process and sub-process must have name and number; First letter of each word in capital letters</a:t>
            </a:r>
            <a:endParaRPr>
              <a:solidFill>
                <a:schemeClr val="dk1"/>
              </a:solidFill>
              <a:latin typeface="Oswald"/>
              <a:ea typeface="Oswald"/>
              <a:cs typeface="Oswald"/>
              <a:sym typeface="Oswald"/>
            </a:endParaRPr>
          </a:p>
          <a:p>
            <a:pPr marL="457200" lvl="0" indent="-342900" algn="l" rtl="0">
              <a:lnSpc>
                <a:spcPct val="115000"/>
              </a:lnSpc>
              <a:spcBef>
                <a:spcPts val="1050"/>
              </a:spcBef>
              <a:spcAft>
                <a:spcPts val="0"/>
              </a:spcAft>
              <a:buClr>
                <a:schemeClr val="dk1"/>
              </a:buClr>
              <a:buSzPts val="1800"/>
              <a:buFont typeface="Oswald"/>
              <a:buChar char="●"/>
            </a:pPr>
            <a:r>
              <a:rPr lang="en-GB">
                <a:solidFill>
                  <a:schemeClr val="dk1"/>
                </a:solidFill>
                <a:latin typeface="Oswald"/>
                <a:ea typeface="Oswald"/>
                <a:cs typeface="Oswald"/>
                <a:sym typeface="Oswald"/>
              </a:rPr>
              <a:t>External Entities and Data Stores are all in capital letters</a:t>
            </a:r>
            <a:endParaRPr>
              <a:solidFill>
                <a:schemeClr val="dk1"/>
              </a:solidFill>
              <a:latin typeface="Oswald"/>
              <a:ea typeface="Oswald"/>
              <a:cs typeface="Oswald"/>
              <a:sym typeface="Oswald"/>
            </a:endParaRPr>
          </a:p>
          <a:p>
            <a:pPr marL="457200" lvl="0" indent="-342900" algn="l" rtl="0">
              <a:lnSpc>
                <a:spcPct val="115000"/>
              </a:lnSpc>
              <a:spcBef>
                <a:spcPts val="0"/>
              </a:spcBef>
              <a:spcAft>
                <a:spcPts val="0"/>
              </a:spcAft>
              <a:buClr>
                <a:schemeClr val="accent3"/>
              </a:buClr>
              <a:buSzPts val="1800"/>
              <a:buFont typeface="Oswald"/>
              <a:buChar char="●"/>
            </a:pPr>
            <a:r>
              <a:rPr lang="en-GB">
                <a:latin typeface="Oswald"/>
                <a:ea typeface="Oswald"/>
                <a:cs typeface="Oswald"/>
                <a:sym typeface="Oswald"/>
              </a:rPr>
              <a:t>Each process should have at least one input and an output.</a:t>
            </a:r>
            <a:endParaRPr>
              <a:latin typeface="Oswald"/>
              <a:ea typeface="Oswald"/>
              <a:cs typeface="Oswald"/>
              <a:sym typeface="Oswald"/>
            </a:endParaRPr>
          </a:p>
          <a:p>
            <a:pPr marL="457200" lvl="0" indent="-342900" algn="l" rtl="0">
              <a:lnSpc>
                <a:spcPct val="115000"/>
              </a:lnSpc>
              <a:spcBef>
                <a:spcPts val="0"/>
              </a:spcBef>
              <a:spcAft>
                <a:spcPts val="0"/>
              </a:spcAft>
              <a:buClr>
                <a:schemeClr val="accent3"/>
              </a:buClr>
              <a:buSzPts val="1800"/>
              <a:buFont typeface="Oswald"/>
              <a:buChar char="●"/>
            </a:pPr>
            <a:r>
              <a:rPr lang="en-GB">
                <a:latin typeface="Oswald"/>
                <a:ea typeface="Oswald"/>
                <a:cs typeface="Oswald"/>
                <a:sym typeface="Oswald"/>
              </a:rPr>
              <a:t>Each data store should have at least one data flow in and one data flow out.</a:t>
            </a:r>
            <a:endParaRPr>
              <a:latin typeface="Oswald"/>
              <a:ea typeface="Oswald"/>
              <a:cs typeface="Oswald"/>
              <a:sym typeface="Oswald"/>
            </a:endParaRPr>
          </a:p>
          <a:p>
            <a:pPr marL="457200" lvl="0" indent="-342900" algn="l" rtl="0">
              <a:lnSpc>
                <a:spcPct val="115000"/>
              </a:lnSpc>
              <a:spcBef>
                <a:spcPts val="0"/>
              </a:spcBef>
              <a:spcAft>
                <a:spcPts val="0"/>
              </a:spcAft>
              <a:buClr>
                <a:schemeClr val="dk1"/>
              </a:buClr>
              <a:buSzPts val="1800"/>
              <a:buFont typeface="Oswald"/>
              <a:buChar char="●"/>
            </a:pPr>
            <a:r>
              <a:rPr lang="en-GB">
                <a:solidFill>
                  <a:schemeClr val="dk1"/>
                </a:solidFill>
                <a:latin typeface="Oswald"/>
                <a:ea typeface="Oswald"/>
                <a:cs typeface="Oswald"/>
                <a:sym typeface="Oswald"/>
              </a:rPr>
              <a:t>Data stored in a system must go through a process.</a:t>
            </a:r>
            <a:endParaRPr>
              <a:solidFill>
                <a:schemeClr val="dk1"/>
              </a:solidFill>
              <a:latin typeface="Oswald"/>
              <a:ea typeface="Oswald"/>
              <a:cs typeface="Oswald"/>
              <a:sym typeface="Oswald"/>
            </a:endParaRPr>
          </a:p>
          <a:p>
            <a:pPr marL="457200" lvl="0" indent="-342900" algn="l" rtl="0">
              <a:lnSpc>
                <a:spcPct val="115000"/>
              </a:lnSpc>
              <a:spcBef>
                <a:spcPts val="0"/>
              </a:spcBef>
              <a:spcAft>
                <a:spcPts val="0"/>
              </a:spcAft>
              <a:buClr>
                <a:schemeClr val="dk1"/>
              </a:buClr>
              <a:buSzPts val="1800"/>
              <a:buFont typeface="Oswald"/>
              <a:buChar char="●"/>
            </a:pPr>
            <a:r>
              <a:rPr lang="en-GB">
                <a:solidFill>
                  <a:schemeClr val="dk1"/>
                </a:solidFill>
                <a:latin typeface="Oswald"/>
                <a:ea typeface="Oswald"/>
                <a:cs typeface="Oswald"/>
                <a:sym typeface="Oswald"/>
              </a:rPr>
              <a:t>All processes in a DFD go to another process or a data store.</a:t>
            </a:r>
            <a:endParaRPr>
              <a:solidFill>
                <a:schemeClr val="dk1"/>
              </a:solidFill>
              <a:latin typeface="Oswald"/>
              <a:ea typeface="Oswald"/>
              <a:cs typeface="Oswald"/>
              <a:sym typeface="Oswald"/>
            </a:endParaRPr>
          </a:p>
          <a:p>
            <a:pPr marL="457200" lvl="0" indent="-342900" algn="l" rtl="0">
              <a:lnSpc>
                <a:spcPct val="115000"/>
              </a:lnSpc>
              <a:spcBef>
                <a:spcPts val="1050"/>
              </a:spcBef>
              <a:spcAft>
                <a:spcPts val="0"/>
              </a:spcAft>
              <a:buClr>
                <a:schemeClr val="dk1"/>
              </a:buClr>
              <a:buSzPts val="1800"/>
              <a:buFont typeface="Oswald"/>
              <a:buChar char="●"/>
            </a:pPr>
            <a:r>
              <a:rPr lang="en-GB">
                <a:solidFill>
                  <a:schemeClr val="dk1"/>
                </a:solidFill>
                <a:latin typeface="Oswald"/>
                <a:ea typeface="Oswald"/>
                <a:cs typeface="Oswald"/>
                <a:sym typeface="Oswald"/>
              </a:rPr>
              <a:t>No connection: DB to DB, DB to EE, EE to EE</a:t>
            </a:r>
            <a:endParaRPr>
              <a:solidFill>
                <a:schemeClr val="dk1"/>
              </a:solidFill>
              <a:latin typeface="Oswald"/>
              <a:ea typeface="Oswald"/>
              <a:cs typeface="Oswald"/>
              <a:sym typeface="Oswald"/>
            </a:endParaRPr>
          </a:p>
          <a:p>
            <a:pPr marL="457200" lvl="0" indent="-342900" algn="l" rtl="0">
              <a:lnSpc>
                <a:spcPct val="115000"/>
              </a:lnSpc>
              <a:spcBef>
                <a:spcPts val="1050"/>
              </a:spcBef>
              <a:spcAft>
                <a:spcPts val="0"/>
              </a:spcAft>
              <a:buClr>
                <a:schemeClr val="accent3"/>
              </a:buClr>
              <a:buSzPts val="1800"/>
              <a:buFont typeface="Oswald"/>
              <a:buChar char="●"/>
            </a:pPr>
            <a:r>
              <a:rPr lang="en-GB">
                <a:latin typeface="Oswald"/>
                <a:ea typeface="Oswald"/>
                <a:cs typeface="Oswald"/>
                <a:sym typeface="Oswald"/>
              </a:rPr>
              <a:t>DFD starts from Top-Left and ends at Bottom-Right</a:t>
            </a:r>
            <a:endParaRPr>
              <a:latin typeface="Oswald"/>
              <a:ea typeface="Oswald"/>
              <a:cs typeface="Oswald"/>
              <a:sym typeface="Oswald"/>
            </a:endParaRPr>
          </a:p>
        </p:txBody>
      </p:sp>
      <p:sp>
        <p:nvSpPr>
          <p:cNvPr id="455" name="Google Shape;455;p49"/>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459" name="Shape 459"/>
        <p:cNvGrpSpPr/>
        <p:nvPr/>
      </p:nvGrpSpPr>
      <p:grpSpPr>
        <a:xfrm>
          <a:off x="0" y="0"/>
          <a:ext cx="0" cy="0"/>
          <a:chOff x="0" y="0"/>
          <a:chExt cx="0" cy="0"/>
        </a:xfrm>
      </p:grpSpPr>
      <p:sp>
        <p:nvSpPr>
          <p:cNvPr id="460" name="Google Shape;460;p50"/>
          <p:cNvSpPr txBox="1"/>
          <p:nvPr>
            <p:ph type="title"/>
          </p:nvPr>
        </p:nvSpPr>
        <p:spPr>
          <a:xfrm>
            <a:off x="311700" y="866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Data Flow Diagram - Example</a:t>
            </a:r>
            <a:endParaRPr sz="3200"/>
          </a:p>
        </p:txBody>
      </p:sp>
      <p:sp>
        <p:nvSpPr>
          <p:cNvPr id="461" name="Google Shape;461;p50"/>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462" name="Google Shape;462;p50" descr="C:\Users\Dell\Desktop\fff\Untitleddfdf.png"/>
          <p:cNvPicPr preferRelativeResize="0"/>
          <p:nvPr/>
        </p:nvPicPr>
        <p:blipFill rotWithShape="1">
          <a:blip r:embed="rId1"/>
          <a:srcRect/>
          <a:stretch>
            <a:fillRect/>
          </a:stretch>
        </p:blipFill>
        <p:spPr>
          <a:xfrm>
            <a:off x="457200" y="784900"/>
            <a:ext cx="8229600" cy="41148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466" name="Shape 466"/>
        <p:cNvGrpSpPr/>
        <p:nvPr/>
      </p:nvGrpSpPr>
      <p:grpSpPr>
        <a:xfrm>
          <a:off x="0" y="0"/>
          <a:ext cx="0" cy="0"/>
          <a:chOff x="0" y="0"/>
          <a:chExt cx="0" cy="0"/>
        </a:xfrm>
      </p:grpSpPr>
      <p:sp>
        <p:nvSpPr>
          <p:cNvPr id="467" name="Google Shape;467;p51"/>
          <p:cNvSpPr txBox="1"/>
          <p:nvPr>
            <p:ph type="title"/>
          </p:nvPr>
        </p:nvSpPr>
        <p:spPr>
          <a:xfrm>
            <a:off x="311700" y="4676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Data Flow Diagram - Example</a:t>
            </a:r>
            <a:endParaRPr sz="3200"/>
          </a:p>
        </p:txBody>
      </p:sp>
      <p:sp>
        <p:nvSpPr>
          <p:cNvPr id="468" name="Google Shape;468;p51"/>
          <p:cNvSpPr txBox="1"/>
          <p:nvPr>
            <p:ph type="body" idx="1"/>
          </p:nvPr>
        </p:nvSpPr>
        <p:spPr>
          <a:xfrm>
            <a:off x="311700" y="1152475"/>
            <a:ext cx="8178600" cy="3657600"/>
          </a:xfrm>
          <a:prstGeom prst="rect">
            <a:avLst/>
          </a:prstGeom>
          <a:noFill/>
          <a:ln>
            <a:noFill/>
          </a:ln>
        </p:spPr>
        <p:txBody>
          <a:bodyPr spcFirstLastPara="1" wrap="square" lIns="91425" tIns="91425" rIns="91425" bIns="91425" anchor="t" anchorCtr="0">
            <a:noAutofit/>
          </a:bodyPr>
          <a:lstStyle/>
          <a:p>
            <a:pPr marL="457200" lvl="0" indent="0" algn="just" rtl="0">
              <a:lnSpc>
                <a:spcPct val="120000"/>
              </a:lnSpc>
              <a:spcBef>
                <a:spcPts val="0"/>
              </a:spcBef>
              <a:spcAft>
                <a:spcPts val="0"/>
              </a:spcAft>
              <a:buNone/>
            </a:pPr>
            <a:r>
              <a:rPr lang="en-GB" sz="1600">
                <a:solidFill>
                  <a:schemeClr val="dk1"/>
                </a:solidFill>
                <a:latin typeface="Oswald"/>
                <a:ea typeface="Oswald"/>
                <a:cs typeface="Oswald"/>
                <a:sym typeface="Oswald"/>
              </a:rPr>
              <a:t>A Food Order system is described below:</a:t>
            </a:r>
            <a:endParaRPr sz="1600">
              <a:solidFill>
                <a:schemeClr val="dk1"/>
              </a:solidFill>
              <a:latin typeface="Oswald"/>
              <a:ea typeface="Oswald"/>
              <a:cs typeface="Oswald"/>
              <a:sym typeface="Oswald"/>
            </a:endParaRPr>
          </a:p>
          <a:p>
            <a:pPr marL="457200" lvl="0" indent="-330200" algn="just" rtl="0">
              <a:lnSpc>
                <a:spcPct val="120000"/>
              </a:lnSpc>
              <a:spcBef>
                <a:spcPts val="1050"/>
              </a:spcBef>
              <a:spcAft>
                <a:spcPts val="0"/>
              </a:spcAft>
              <a:buClr>
                <a:schemeClr val="dk1"/>
              </a:buClr>
              <a:buSzPts val="1600"/>
              <a:buFont typeface="Oswald"/>
              <a:buChar char="●"/>
            </a:pPr>
            <a:r>
              <a:rPr lang="en-GB" sz="1600">
                <a:solidFill>
                  <a:schemeClr val="dk1"/>
                </a:solidFill>
                <a:latin typeface="Oswald"/>
                <a:ea typeface="Oswald"/>
                <a:cs typeface="Oswald"/>
                <a:sym typeface="Oswald"/>
              </a:rPr>
              <a:t>A Customer can place an order in the Food Order System. As soon as the order is received it is processed and forwarded to the Kitchen. The order is stored in the Order data store and the updated Inventory details is stored in the Inventory data store. The process also delivers a Bill to the Customer.</a:t>
            </a:r>
            <a:endParaRPr sz="1600">
              <a:solidFill>
                <a:schemeClr val="dk1"/>
              </a:solidFill>
              <a:latin typeface="Oswald"/>
              <a:ea typeface="Oswald"/>
              <a:cs typeface="Oswald"/>
              <a:sym typeface="Oswald"/>
            </a:endParaRPr>
          </a:p>
          <a:p>
            <a:pPr marL="457200" lvl="0" indent="-330200" algn="just" rtl="0">
              <a:lnSpc>
                <a:spcPct val="120000"/>
              </a:lnSpc>
              <a:spcBef>
                <a:spcPts val="1050"/>
              </a:spcBef>
              <a:spcAft>
                <a:spcPts val="0"/>
              </a:spcAft>
              <a:buClr>
                <a:schemeClr val="dk1"/>
              </a:buClr>
              <a:buSzPts val="1600"/>
              <a:buFont typeface="Oswald"/>
              <a:buChar char="●"/>
            </a:pPr>
            <a:r>
              <a:rPr lang="en-GB" sz="1600">
                <a:solidFill>
                  <a:schemeClr val="dk1"/>
                </a:solidFill>
                <a:latin typeface="Oswald"/>
                <a:ea typeface="Oswald"/>
                <a:cs typeface="Oswald"/>
                <a:sym typeface="Oswald"/>
              </a:rPr>
              <a:t>A Manager can receive Reports through the Generate Reports process, which takes Inventory details and Orders as input from the Inventory and Order data store respectively. He/She can also initiate the Order Inventory process by providing Inventory order. The process forwards the Inventory order to the Supplier and stores the updated Inventory details in the Inventory data store.</a:t>
            </a:r>
            <a:endParaRPr sz="1600">
              <a:solidFill>
                <a:schemeClr val="dk1"/>
              </a:solidFill>
              <a:latin typeface="Oswald"/>
              <a:ea typeface="Oswald"/>
              <a:cs typeface="Oswald"/>
              <a:sym typeface="Oswald"/>
            </a:endParaRPr>
          </a:p>
          <a:p>
            <a:pPr marL="457200" lvl="0" indent="0" algn="just" rtl="0">
              <a:lnSpc>
                <a:spcPct val="120000"/>
              </a:lnSpc>
              <a:spcBef>
                <a:spcPts val="1050"/>
              </a:spcBef>
              <a:spcAft>
                <a:spcPts val="0"/>
              </a:spcAft>
              <a:buNone/>
            </a:pPr>
            <a:r>
              <a:rPr lang="en-GB" sz="1600">
                <a:solidFill>
                  <a:schemeClr val="dk1"/>
                </a:solidFill>
                <a:latin typeface="Oswald"/>
                <a:ea typeface="Oswald"/>
                <a:cs typeface="Oswald"/>
                <a:sym typeface="Oswald"/>
              </a:rPr>
              <a:t>Draw a Data Flow Diagram of the Food Order System</a:t>
            </a:r>
            <a:endParaRPr sz="1600">
              <a:solidFill>
                <a:schemeClr val="dk1"/>
              </a:solidFill>
              <a:latin typeface="Oswald"/>
              <a:ea typeface="Oswald"/>
              <a:cs typeface="Oswald"/>
              <a:sym typeface="Oswald"/>
            </a:endParaRPr>
          </a:p>
        </p:txBody>
      </p:sp>
      <p:sp>
        <p:nvSpPr>
          <p:cNvPr id="469" name="Google Shape;469;p51"/>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473" name="Shape 473"/>
        <p:cNvGrpSpPr/>
        <p:nvPr/>
      </p:nvGrpSpPr>
      <p:grpSpPr>
        <a:xfrm>
          <a:off x="0" y="0"/>
          <a:ext cx="0" cy="0"/>
          <a:chOff x="0" y="0"/>
          <a:chExt cx="0" cy="0"/>
        </a:xfrm>
      </p:grpSpPr>
      <p:sp>
        <p:nvSpPr>
          <p:cNvPr id="474" name="Google Shape;474;p52"/>
          <p:cNvSpPr txBox="1"/>
          <p:nvPr>
            <p:ph type="title"/>
          </p:nvPr>
        </p:nvSpPr>
        <p:spPr>
          <a:xfrm>
            <a:off x="311700" y="866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Data Flow Diagram - Example (Food Order System)</a:t>
            </a:r>
            <a:endParaRPr sz="3200"/>
          </a:p>
        </p:txBody>
      </p:sp>
      <p:sp>
        <p:nvSpPr>
          <p:cNvPr id="475" name="Google Shape;475;p52"/>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476" name="Google Shape;476;p52"/>
          <p:cNvPicPr preferRelativeResize="0"/>
          <p:nvPr/>
        </p:nvPicPr>
        <p:blipFill rotWithShape="1">
          <a:blip r:embed="rId1"/>
          <a:srcRect/>
          <a:stretch>
            <a:fillRect/>
          </a:stretch>
        </p:blipFill>
        <p:spPr>
          <a:xfrm>
            <a:off x="914390" y="857199"/>
            <a:ext cx="7315199" cy="4114801"/>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480" name="Shape 480"/>
        <p:cNvGrpSpPr/>
        <p:nvPr/>
      </p:nvGrpSpPr>
      <p:grpSpPr>
        <a:xfrm>
          <a:off x="0" y="0"/>
          <a:ext cx="0" cy="0"/>
          <a:chOff x="0" y="0"/>
          <a:chExt cx="0" cy="0"/>
        </a:xfrm>
      </p:grpSpPr>
      <p:sp>
        <p:nvSpPr>
          <p:cNvPr id="481" name="Google Shape;481;p53"/>
          <p:cNvSpPr txBox="1"/>
          <p:nvPr>
            <p:ph type="title"/>
          </p:nvPr>
        </p:nvSpPr>
        <p:spPr>
          <a:xfrm>
            <a:off x="311700" y="866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Data Flow Diagram - Example (eLearning System)</a:t>
            </a:r>
            <a:endParaRPr sz="3200"/>
          </a:p>
        </p:txBody>
      </p:sp>
      <p:sp>
        <p:nvSpPr>
          <p:cNvPr id="482" name="Google Shape;482;p53"/>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483" name="Google Shape;483;p53"/>
          <p:cNvPicPr preferRelativeResize="0"/>
          <p:nvPr/>
        </p:nvPicPr>
        <p:blipFill rotWithShape="1">
          <a:blip r:embed="rId1"/>
          <a:srcRect/>
          <a:stretch>
            <a:fillRect/>
          </a:stretch>
        </p:blipFill>
        <p:spPr>
          <a:xfrm>
            <a:off x="457206" y="842675"/>
            <a:ext cx="8229600" cy="41148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487" name="Shape 487"/>
        <p:cNvGrpSpPr/>
        <p:nvPr/>
      </p:nvGrpSpPr>
      <p:grpSpPr>
        <a:xfrm>
          <a:off x="0" y="0"/>
          <a:ext cx="0" cy="0"/>
          <a:chOff x="0" y="0"/>
          <a:chExt cx="0" cy="0"/>
        </a:xfrm>
      </p:grpSpPr>
      <p:sp>
        <p:nvSpPr>
          <p:cNvPr id="488" name="Google Shape;488;p54"/>
          <p:cNvSpPr txBox="1"/>
          <p:nvPr>
            <p:ph type="title"/>
          </p:nvPr>
        </p:nvSpPr>
        <p:spPr>
          <a:xfrm>
            <a:off x="311700" y="866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Relationship Among DFD Levels</a:t>
            </a:r>
            <a:endParaRPr sz="3200"/>
          </a:p>
        </p:txBody>
      </p:sp>
      <p:sp>
        <p:nvSpPr>
          <p:cNvPr id="489" name="Google Shape;489;p54"/>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490" name="Google Shape;490;p54"/>
          <p:cNvPicPr preferRelativeResize="0"/>
          <p:nvPr/>
        </p:nvPicPr>
        <p:blipFill>
          <a:blip r:embed="rId1"/>
          <a:stretch>
            <a:fillRect/>
          </a:stretch>
        </p:blipFill>
        <p:spPr>
          <a:xfrm>
            <a:off x="4572000" y="956425"/>
            <a:ext cx="4114800" cy="36576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pic>
        <p:nvPicPr>
          <p:cNvPr id="491" name="Google Shape;491;p54"/>
          <p:cNvPicPr preferRelativeResize="0"/>
          <p:nvPr/>
        </p:nvPicPr>
        <p:blipFill>
          <a:blip r:embed="rId2"/>
          <a:stretch>
            <a:fillRect/>
          </a:stretch>
        </p:blipFill>
        <p:spPr>
          <a:xfrm>
            <a:off x="311700" y="956425"/>
            <a:ext cx="4114800" cy="36576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495" name="Shape 495"/>
        <p:cNvGrpSpPr/>
        <p:nvPr/>
      </p:nvGrpSpPr>
      <p:grpSpPr>
        <a:xfrm>
          <a:off x="0" y="0"/>
          <a:ext cx="0" cy="0"/>
          <a:chOff x="0" y="0"/>
          <a:chExt cx="0" cy="0"/>
        </a:xfrm>
      </p:grpSpPr>
      <p:sp>
        <p:nvSpPr>
          <p:cNvPr id="496" name="Google Shape;496;p55"/>
          <p:cNvSpPr txBox="1"/>
          <p:nvPr>
            <p:ph type="title"/>
          </p:nvPr>
        </p:nvSpPr>
        <p:spPr>
          <a:xfrm>
            <a:off x="311700" y="4676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DFD Example - Hotel Reservation System Level 0</a:t>
            </a:r>
            <a:endParaRPr sz="3200"/>
          </a:p>
        </p:txBody>
      </p:sp>
      <p:sp>
        <p:nvSpPr>
          <p:cNvPr id="497" name="Google Shape;497;p55"/>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498" name="Google Shape;498;p55"/>
          <p:cNvPicPr preferRelativeResize="0"/>
          <p:nvPr/>
        </p:nvPicPr>
        <p:blipFill>
          <a:blip r:embed="rId1"/>
          <a:stretch>
            <a:fillRect/>
          </a:stretch>
        </p:blipFill>
        <p:spPr>
          <a:xfrm>
            <a:off x="457200" y="1412178"/>
            <a:ext cx="8229601" cy="27432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502" name="Shape 502"/>
        <p:cNvGrpSpPr/>
        <p:nvPr/>
      </p:nvGrpSpPr>
      <p:grpSpPr>
        <a:xfrm>
          <a:off x="0" y="0"/>
          <a:ext cx="0" cy="0"/>
          <a:chOff x="0" y="0"/>
          <a:chExt cx="0" cy="0"/>
        </a:xfrm>
      </p:grpSpPr>
      <p:sp>
        <p:nvSpPr>
          <p:cNvPr id="503" name="Google Shape;503;p56"/>
          <p:cNvSpPr txBox="1"/>
          <p:nvPr>
            <p:ph type="title"/>
          </p:nvPr>
        </p:nvSpPr>
        <p:spPr>
          <a:xfrm>
            <a:off x="311700" y="-657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DFD Example - Hotel Reservation System Level 1</a:t>
            </a:r>
            <a:endParaRPr sz="3200"/>
          </a:p>
        </p:txBody>
      </p:sp>
      <p:sp>
        <p:nvSpPr>
          <p:cNvPr id="504" name="Google Shape;504;p56"/>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505" name="Google Shape;505;p56"/>
          <p:cNvPicPr preferRelativeResize="0"/>
          <p:nvPr/>
        </p:nvPicPr>
        <p:blipFill>
          <a:blip r:embed="rId1"/>
          <a:stretch>
            <a:fillRect/>
          </a:stretch>
        </p:blipFill>
        <p:spPr>
          <a:xfrm>
            <a:off x="1371600" y="506950"/>
            <a:ext cx="6400800" cy="45720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509" name="Shape 509"/>
        <p:cNvGrpSpPr/>
        <p:nvPr/>
      </p:nvGrpSpPr>
      <p:grpSpPr>
        <a:xfrm>
          <a:off x="0" y="0"/>
          <a:ext cx="0" cy="0"/>
          <a:chOff x="0" y="0"/>
          <a:chExt cx="0" cy="0"/>
        </a:xfrm>
      </p:grpSpPr>
      <p:sp>
        <p:nvSpPr>
          <p:cNvPr id="510" name="Google Shape;510;p57"/>
          <p:cNvSpPr txBox="1"/>
          <p:nvPr>
            <p:ph type="title"/>
          </p:nvPr>
        </p:nvSpPr>
        <p:spPr>
          <a:xfrm>
            <a:off x="311700" y="1628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DFD Example - Hotel Reservation System Level 2</a:t>
            </a:r>
            <a:endParaRPr sz="3200"/>
          </a:p>
        </p:txBody>
      </p:sp>
      <p:sp>
        <p:nvSpPr>
          <p:cNvPr id="511" name="Google Shape;511;p57"/>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512" name="Google Shape;512;p57"/>
          <p:cNvPicPr preferRelativeResize="0"/>
          <p:nvPr/>
        </p:nvPicPr>
        <p:blipFill>
          <a:blip r:embed="rId1"/>
          <a:stretch>
            <a:fillRect/>
          </a:stretch>
        </p:blipFill>
        <p:spPr>
          <a:xfrm>
            <a:off x="914400" y="901350"/>
            <a:ext cx="7315201" cy="41148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516" name="Shape 516"/>
        <p:cNvGrpSpPr/>
        <p:nvPr/>
      </p:nvGrpSpPr>
      <p:grpSpPr>
        <a:xfrm>
          <a:off x="0" y="0"/>
          <a:ext cx="0" cy="0"/>
          <a:chOff x="0" y="0"/>
          <a:chExt cx="0" cy="0"/>
        </a:xfrm>
      </p:grpSpPr>
      <p:sp>
        <p:nvSpPr>
          <p:cNvPr id="517" name="Google Shape;517;p58"/>
          <p:cNvSpPr txBox="1"/>
          <p:nvPr>
            <p:ph type="title"/>
          </p:nvPr>
        </p:nvSpPr>
        <p:spPr>
          <a:xfrm>
            <a:off x="311700" y="4676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Use Case</a:t>
            </a:r>
            <a:r>
              <a:rPr lang="en-GB" sz="3200"/>
              <a:t> Diagram</a:t>
            </a:r>
            <a:endParaRPr sz="3200"/>
          </a:p>
        </p:txBody>
      </p:sp>
      <p:sp>
        <p:nvSpPr>
          <p:cNvPr id="518" name="Google Shape;518;p58"/>
          <p:cNvSpPr txBox="1"/>
          <p:nvPr>
            <p:ph type="body" idx="1"/>
          </p:nvPr>
        </p:nvSpPr>
        <p:spPr>
          <a:xfrm>
            <a:off x="311700" y="1152475"/>
            <a:ext cx="8178600" cy="3657600"/>
          </a:xfrm>
          <a:prstGeom prst="rect">
            <a:avLst/>
          </a:prstGeom>
          <a:noFill/>
          <a:ln>
            <a:noFill/>
          </a:ln>
        </p:spPr>
        <p:txBody>
          <a:bodyPr spcFirstLastPara="1" wrap="square" lIns="91425" tIns="91425" rIns="91425" bIns="91425" anchor="t" anchorCtr="0">
            <a:noAutofit/>
          </a:bodyPr>
          <a:lstStyle/>
          <a:p>
            <a:pPr marL="457200" lvl="0" indent="-381000" algn="l" rtl="0">
              <a:lnSpc>
                <a:spcPct val="130000"/>
              </a:lnSpc>
              <a:spcBef>
                <a:spcPts val="60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R</a:t>
            </a:r>
            <a:r>
              <a:rPr lang="en-GB" sz="2400">
                <a:solidFill>
                  <a:schemeClr val="dk1"/>
                </a:solidFill>
                <a:latin typeface="Oswald"/>
                <a:ea typeface="Oswald"/>
                <a:cs typeface="Oswald"/>
                <a:sym typeface="Oswald"/>
              </a:rPr>
              <a:t>epresents the </a:t>
            </a:r>
            <a:r>
              <a:rPr lang="en-GB" sz="2400">
                <a:solidFill>
                  <a:srgbClr val="93C47D"/>
                </a:solidFill>
                <a:latin typeface="Oswald"/>
                <a:ea typeface="Oswald"/>
                <a:cs typeface="Oswald"/>
                <a:sym typeface="Oswald"/>
              </a:rPr>
              <a:t>interaction</a:t>
            </a:r>
            <a:r>
              <a:rPr lang="en-GB" sz="2400">
                <a:solidFill>
                  <a:schemeClr val="dk1"/>
                </a:solidFill>
                <a:latin typeface="Oswald"/>
                <a:ea typeface="Oswald"/>
                <a:cs typeface="Oswald"/>
                <a:sym typeface="Oswald"/>
              </a:rPr>
              <a:t> between actors (users or external entities) and a system to </a:t>
            </a:r>
            <a:r>
              <a:rPr lang="en-GB" sz="2400">
                <a:solidFill>
                  <a:srgbClr val="93C47D"/>
                </a:solidFill>
                <a:latin typeface="Oswald"/>
                <a:ea typeface="Oswald"/>
                <a:cs typeface="Oswald"/>
                <a:sym typeface="Oswald"/>
              </a:rPr>
              <a:t>accomplish specific goals</a:t>
            </a:r>
            <a:r>
              <a:rPr lang="en-GB" sz="2400">
                <a:solidFill>
                  <a:schemeClr val="dk1"/>
                </a:solidFill>
                <a:latin typeface="Oswald"/>
                <a:ea typeface="Oswald"/>
                <a:cs typeface="Oswald"/>
                <a:sym typeface="Oswald"/>
              </a:rPr>
              <a:t>.</a:t>
            </a:r>
            <a:endParaRPr sz="2400">
              <a:solidFill>
                <a:schemeClr val="dk1"/>
              </a:solidFill>
              <a:latin typeface="Oswald"/>
              <a:ea typeface="Oswald"/>
              <a:cs typeface="Oswald"/>
              <a:sym typeface="Oswald"/>
            </a:endParaRPr>
          </a:p>
          <a:p>
            <a:pPr marL="457200" lvl="0" indent="-381000" algn="l" rtl="0">
              <a:lnSpc>
                <a:spcPct val="130000"/>
              </a:lnSpc>
              <a:spcBef>
                <a:spcPts val="60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It provides a </a:t>
            </a:r>
            <a:r>
              <a:rPr lang="en-GB" sz="2400">
                <a:solidFill>
                  <a:srgbClr val="93C47D"/>
                </a:solidFill>
                <a:latin typeface="Oswald"/>
                <a:ea typeface="Oswald"/>
                <a:cs typeface="Oswald"/>
                <a:sym typeface="Oswald"/>
              </a:rPr>
              <a:t>high-level view</a:t>
            </a:r>
            <a:r>
              <a:rPr lang="en-GB" sz="2400">
                <a:solidFill>
                  <a:schemeClr val="dk1"/>
                </a:solidFill>
                <a:latin typeface="Oswald"/>
                <a:ea typeface="Oswald"/>
                <a:cs typeface="Oswald"/>
                <a:sym typeface="Oswald"/>
              </a:rPr>
              <a:t> of the system’s functionality by illustrating the various ways users can interact with it.</a:t>
            </a:r>
            <a:endParaRPr sz="2400">
              <a:solidFill>
                <a:schemeClr val="dk1"/>
              </a:solidFill>
              <a:latin typeface="Oswald"/>
              <a:ea typeface="Oswald"/>
              <a:cs typeface="Oswald"/>
              <a:sym typeface="Oswald"/>
            </a:endParaRPr>
          </a:p>
          <a:p>
            <a:pPr marL="457200" lvl="0" indent="-381000" algn="just" rtl="0">
              <a:lnSpc>
                <a:spcPct val="100000"/>
              </a:lnSpc>
              <a:spcBef>
                <a:spcPts val="600"/>
              </a:spcBef>
              <a:spcAft>
                <a:spcPts val="0"/>
              </a:spcAft>
              <a:buClr>
                <a:schemeClr val="dk1"/>
              </a:buClr>
              <a:buSzPts val="2400"/>
              <a:buFont typeface="Arial" panose="020B0604020202020204"/>
              <a:buChar char="●"/>
            </a:pPr>
            <a:r>
              <a:rPr lang="en-GB" sz="2400">
                <a:solidFill>
                  <a:schemeClr val="dk1"/>
                </a:solidFill>
                <a:latin typeface="Oswald"/>
                <a:ea typeface="Oswald"/>
                <a:cs typeface="Oswald"/>
                <a:sym typeface="Oswald"/>
              </a:rPr>
              <a:t>Emphasis on </a:t>
            </a:r>
            <a:r>
              <a:rPr lang="en-GB" sz="2400">
                <a:solidFill>
                  <a:srgbClr val="93C47D"/>
                </a:solidFill>
                <a:latin typeface="Oswald"/>
                <a:ea typeface="Oswald"/>
                <a:cs typeface="Oswald"/>
                <a:sym typeface="Oswald"/>
              </a:rPr>
              <a:t>what a system does</a:t>
            </a:r>
            <a:r>
              <a:rPr lang="en-GB" sz="2400">
                <a:solidFill>
                  <a:schemeClr val="dk1"/>
                </a:solidFill>
                <a:latin typeface="Oswald"/>
                <a:ea typeface="Oswald"/>
                <a:cs typeface="Oswald"/>
                <a:sym typeface="Oswald"/>
              </a:rPr>
              <a:t> rather than how</a:t>
            </a:r>
            <a:r>
              <a:rPr lang="en-GB" sz="2400" i="1">
                <a:solidFill>
                  <a:schemeClr val="dk1"/>
                </a:solidFill>
                <a:latin typeface="Oswald"/>
                <a:ea typeface="Oswald"/>
                <a:cs typeface="Oswald"/>
                <a:sym typeface="Oswald"/>
              </a:rPr>
              <a:t>.</a:t>
            </a:r>
            <a:endParaRPr sz="2400">
              <a:solidFill>
                <a:schemeClr val="dk1"/>
              </a:solidFill>
              <a:latin typeface="Oswald"/>
              <a:ea typeface="Oswald"/>
              <a:cs typeface="Oswald"/>
              <a:sym typeface="Oswald"/>
            </a:endParaRPr>
          </a:p>
          <a:p>
            <a:pPr marL="457200" lvl="0" indent="-381000" algn="just" rtl="0">
              <a:lnSpc>
                <a:spcPct val="90000"/>
              </a:lnSpc>
              <a:spcBef>
                <a:spcPts val="600"/>
              </a:spcBef>
              <a:spcAft>
                <a:spcPts val="0"/>
              </a:spcAft>
              <a:buClr>
                <a:schemeClr val="dk1"/>
              </a:buClr>
              <a:buSzPts val="2400"/>
              <a:buFont typeface="Arial" panose="020B0604020202020204"/>
              <a:buChar char="●"/>
            </a:pPr>
            <a:r>
              <a:rPr lang="en-GB" sz="2400">
                <a:solidFill>
                  <a:schemeClr val="dk1"/>
                </a:solidFill>
                <a:latin typeface="Oswald"/>
                <a:ea typeface="Oswald"/>
                <a:cs typeface="Oswald"/>
                <a:sym typeface="Oswald"/>
              </a:rPr>
              <a:t>Closely connected to </a:t>
            </a:r>
            <a:r>
              <a:rPr lang="en-GB" sz="2400">
                <a:solidFill>
                  <a:srgbClr val="93C47D"/>
                </a:solidFill>
                <a:latin typeface="Oswald"/>
                <a:ea typeface="Oswald"/>
                <a:cs typeface="Oswald"/>
                <a:sym typeface="Oswald"/>
              </a:rPr>
              <a:t>scenarios</a:t>
            </a:r>
            <a:r>
              <a:rPr lang="en-GB" sz="2400">
                <a:solidFill>
                  <a:schemeClr val="dk1"/>
                </a:solidFill>
                <a:latin typeface="Oswald"/>
                <a:ea typeface="Oswald"/>
                <a:cs typeface="Oswald"/>
                <a:sym typeface="Oswald"/>
              </a:rPr>
              <a:t> (a scenario is an example of what happens when someone interacts with the system)</a:t>
            </a:r>
            <a:endParaRPr sz="2400">
              <a:solidFill>
                <a:schemeClr val="dk1"/>
              </a:solidFill>
              <a:latin typeface="Oswald"/>
              <a:ea typeface="Oswald"/>
              <a:cs typeface="Oswald"/>
              <a:sym typeface="Oswald"/>
            </a:endParaRPr>
          </a:p>
          <a:p>
            <a:pPr marL="0" lvl="0" indent="0" algn="l" rtl="0">
              <a:lnSpc>
                <a:spcPct val="130000"/>
              </a:lnSpc>
              <a:spcBef>
                <a:spcPts val="600"/>
              </a:spcBef>
              <a:spcAft>
                <a:spcPts val="0"/>
              </a:spcAft>
              <a:buNone/>
            </a:pPr>
            <a:endParaRPr sz="2400">
              <a:solidFill>
                <a:schemeClr val="dk1"/>
              </a:solidFill>
              <a:latin typeface="Oswald"/>
              <a:ea typeface="Oswald"/>
              <a:cs typeface="Oswald"/>
              <a:sym typeface="Oswald"/>
            </a:endParaRPr>
          </a:p>
        </p:txBody>
      </p:sp>
      <p:sp>
        <p:nvSpPr>
          <p:cNvPr id="519" name="Google Shape;519;p58"/>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523" name="Shape 523"/>
        <p:cNvGrpSpPr/>
        <p:nvPr/>
      </p:nvGrpSpPr>
      <p:grpSpPr>
        <a:xfrm>
          <a:off x="0" y="0"/>
          <a:ext cx="0" cy="0"/>
          <a:chOff x="0" y="0"/>
          <a:chExt cx="0" cy="0"/>
        </a:xfrm>
      </p:grpSpPr>
      <p:sp>
        <p:nvSpPr>
          <p:cNvPr id="524" name="Google Shape;524;p59"/>
          <p:cNvSpPr txBox="1"/>
          <p:nvPr>
            <p:ph type="title"/>
          </p:nvPr>
        </p:nvSpPr>
        <p:spPr>
          <a:xfrm>
            <a:off x="311700" y="467650"/>
            <a:ext cx="30369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Use Case Diagram</a:t>
            </a:r>
            <a:endParaRPr sz="3200"/>
          </a:p>
        </p:txBody>
      </p:sp>
      <p:sp>
        <p:nvSpPr>
          <p:cNvPr id="525" name="Google Shape;525;p59"/>
          <p:cNvSpPr txBox="1"/>
          <p:nvPr>
            <p:ph type="body" idx="1"/>
          </p:nvPr>
        </p:nvSpPr>
        <p:spPr>
          <a:xfrm>
            <a:off x="311700" y="1152475"/>
            <a:ext cx="2769000" cy="3642900"/>
          </a:xfrm>
          <a:prstGeom prst="rect">
            <a:avLst/>
          </a:prstGeom>
          <a:noFill/>
          <a:ln>
            <a:noFill/>
          </a:ln>
        </p:spPr>
        <p:txBody>
          <a:bodyPr spcFirstLastPara="1" wrap="square" lIns="91425" tIns="91425" rIns="91425" bIns="91425" anchor="t" anchorCtr="0">
            <a:noAutofit/>
          </a:bodyPr>
          <a:lstStyle/>
          <a:p>
            <a:pPr marL="0" lvl="0" indent="0" algn="l" rtl="0">
              <a:lnSpc>
                <a:spcPct val="130000"/>
              </a:lnSpc>
              <a:spcBef>
                <a:spcPts val="600"/>
              </a:spcBef>
              <a:spcAft>
                <a:spcPts val="0"/>
              </a:spcAft>
              <a:buNone/>
            </a:pPr>
            <a:r>
              <a:rPr lang="en-GB" sz="3000">
                <a:solidFill>
                  <a:schemeClr val="dk1"/>
                </a:solidFill>
                <a:latin typeface="Oswald"/>
                <a:ea typeface="Oswald"/>
                <a:cs typeface="Oswald"/>
                <a:sym typeface="Oswald"/>
              </a:rPr>
              <a:t>Components &amp; Notations  : —</a:t>
            </a:r>
            <a:endParaRPr sz="3000">
              <a:solidFill>
                <a:schemeClr val="dk1"/>
              </a:solidFill>
              <a:latin typeface="Oswald"/>
              <a:ea typeface="Oswald"/>
              <a:cs typeface="Oswald"/>
              <a:sym typeface="Oswald"/>
            </a:endParaRPr>
          </a:p>
        </p:txBody>
      </p:sp>
      <p:sp>
        <p:nvSpPr>
          <p:cNvPr id="526" name="Google Shape;526;p59"/>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527" name="Google Shape;527;p59"/>
          <p:cNvPicPr preferRelativeResize="0"/>
          <p:nvPr/>
        </p:nvPicPr>
        <p:blipFill rotWithShape="1">
          <a:blip r:embed="rId1"/>
          <a:srcRect/>
          <a:stretch>
            <a:fillRect/>
          </a:stretch>
        </p:blipFill>
        <p:spPr>
          <a:xfrm>
            <a:off x="3348600" y="823450"/>
            <a:ext cx="4629150" cy="3971925"/>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531" name="Shape 531"/>
        <p:cNvGrpSpPr/>
        <p:nvPr/>
      </p:nvGrpSpPr>
      <p:grpSpPr>
        <a:xfrm>
          <a:off x="0" y="0"/>
          <a:ext cx="0" cy="0"/>
          <a:chOff x="0" y="0"/>
          <a:chExt cx="0" cy="0"/>
        </a:xfrm>
      </p:grpSpPr>
      <p:sp>
        <p:nvSpPr>
          <p:cNvPr id="532" name="Google Shape;532;p60"/>
          <p:cNvSpPr txBox="1"/>
          <p:nvPr>
            <p:ph type="title"/>
          </p:nvPr>
        </p:nvSpPr>
        <p:spPr>
          <a:xfrm>
            <a:off x="311700" y="467650"/>
            <a:ext cx="30369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Use Case Diagram</a:t>
            </a:r>
            <a:endParaRPr sz="3200"/>
          </a:p>
        </p:txBody>
      </p:sp>
      <p:sp>
        <p:nvSpPr>
          <p:cNvPr id="533" name="Google Shape;533;p60"/>
          <p:cNvSpPr txBox="1"/>
          <p:nvPr>
            <p:ph type="body" idx="1"/>
          </p:nvPr>
        </p:nvSpPr>
        <p:spPr>
          <a:xfrm>
            <a:off x="311700" y="1152475"/>
            <a:ext cx="4260300" cy="3642900"/>
          </a:xfrm>
          <a:prstGeom prst="rect">
            <a:avLst/>
          </a:prstGeom>
          <a:noFill/>
          <a:ln>
            <a:noFill/>
          </a:ln>
        </p:spPr>
        <p:txBody>
          <a:bodyPr spcFirstLastPara="1" wrap="square" lIns="91425" tIns="91425" rIns="91425" bIns="91425" anchor="t" anchorCtr="0">
            <a:noAutofit/>
          </a:bodyPr>
          <a:lstStyle/>
          <a:p>
            <a:pPr marL="0" lvl="0" indent="0" algn="l" rtl="0">
              <a:lnSpc>
                <a:spcPct val="130000"/>
              </a:lnSpc>
              <a:spcBef>
                <a:spcPts val="600"/>
              </a:spcBef>
              <a:spcAft>
                <a:spcPts val="0"/>
              </a:spcAft>
              <a:buNone/>
            </a:pPr>
            <a:r>
              <a:rPr lang="en-GB" sz="2400">
                <a:solidFill>
                  <a:schemeClr val="dk1"/>
                </a:solidFill>
                <a:latin typeface="Oswald"/>
                <a:ea typeface="Oswald"/>
                <a:cs typeface="Oswald"/>
                <a:sym typeface="Oswald"/>
              </a:rPr>
              <a:t>Components &amp; Notations</a:t>
            </a:r>
            <a:endParaRPr sz="2400">
              <a:solidFill>
                <a:schemeClr val="dk1"/>
              </a:solidFill>
              <a:latin typeface="Oswald"/>
              <a:ea typeface="Oswald"/>
              <a:cs typeface="Oswald"/>
              <a:sym typeface="Oswald"/>
            </a:endParaRPr>
          </a:p>
          <a:p>
            <a:pPr marL="457200" lvl="0" indent="-342900" algn="l" rtl="0">
              <a:lnSpc>
                <a:spcPct val="130000"/>
              </a:lnSpc>
              <a:spcBef>
                <a:spcPts val="600"/>
              </a:spcBef>
              <a:spcAft>
                <a:spcPts val="0"/>
              </a:spcAft>
              <a:buClr>
                <a:schemeClr val="dk1"/>
              </a:buClr>
              <a:buSzPts val="1800"/>
              <a:buFont typeface="Oswald"/>
              <a:buChar char="●"/>
            </a:pPr>
            <a:r>
              <a:rPr lang="en-GB">
                <a:solidFill>
                  <a:schemeClr val="dk1"/>
                </a:solidFill>
                <a:latin typeface="Oswald"/>
                <a:ea typeface="Oswald"/>
                <a:cs typeface="Oswald"/>
                <a:sym typeface="Oswald"/>
              </a:rPr>
              <a:t>The </a:t>
            </a:r>
            <a:r>
              <a:rPr lang="en-GB">
                <a:solidFill>
                  <a:srgbClr val="93C47D"/>
                </a:solidFill>
                <a:latin typeface="Oswald"/>
                <a:ea typeface="Oswald"/>
                <a:cs typeface="Oswald"/>
                <a:sym typeface="Oswald"/>
              </a:rPr>
              <a:t>system boundary</a:t>
            </a:r>
            <a:r>
              <a:rPr lang="en-GB">
                <a:solidFill>
                  <a:schemeClr val="dk1"/>
                </a:solidFill>
                <a:latin typeface="Oswald"/>
                <a:ea typeface="Oswald"/>
                <a:cs typeface="Oswald"/>
                <a:sym typeface="Oswald"/>
              </a:rPr>
              <a:t> is a visual representation of the scope or limits of the system you are modeling. It defines what is inside the system and what is outside.</a:t>
            </a:r>
            <a:endParaRPr>
              <a:solidFill>
                <a:schemeClr val="dk1"/>
              </a:solidFill>
              <a:latin typeface="Oswald"/>
              <a:ea typeface="Oswald"/>
              <a:cs typeface="Oswald"/>
              <a:sym typeface="Oswald"/>
            </a:endParaRPr>
          </a:p>
        </p:txBody>
      </p:sp>
      <p:sp>
        <p:nvSpPr>
          <p:cNvPr id="534" name="Google Shape;534;p60"/>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535" name="Google Shape;535;p60"/>
          <p:cNvPicPr preferRelativeResize="0"/>
          <p:nvPr/>
        </p:nvPicPr>
        <p:blipFill>
          <a:blip r:embed="rId1"/>
          <a:stretch>
            <a:fillRect/>
          </a:stretch>
        </p:blipFill>
        <p:spPr>
          <a:xfrm>
            <a:off x="5486400" y="742950"/>
            <a:ext cx="2743200" cy="36576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539" name="Shape 539"/>
        <p:cNvGrpSpPr/>
        <p:nvPr/>
      </p:nvGrpSpPr>
      <p:grpSpPr>
        <a:xfrm>
          <a:off x="0" y="0"/>
          <a:ext cx="0" cy="0"/>
          <a:chOff x="0" y="0"/>
          <a:chExt cx="0" cy="0"/>
        </a:xfrm>
      </p:grpSpPr>
      <p:sp>
        <p:nvSpPr>
          <p:cNvPr id="540" name="Google Shape;540;p61"/>
          <p:cNvSpPr txBox="1"/>
          <p:nvPr>
            <p:ph type="title"/>
          </p:nvPr>
        </p:nvSpPr>
        <p:spPr>
          <a:xfrm>
            <a:off x="311700" y="467650"/>
            <a:ext cx="30369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Use Case Diagram</a:t>
            </a:r>
            <a:endParaRPr sz="3200"/>
          </a:p>
        </p:txBody>
      </p:sp>
      <p:sp>
        <p:nvSpPr>
          <p:cNvPr id="541" name="Google Shape;541;p61"/>
          <p:cNvSpPr txBox="1"/>
          <p:nvPr>
            <p:ph type="body" idx="1"/>
          </p:nvPr>
        </p:nvSpPr>
        <p:spPr>
          <a:xfrm>
            <a:off x="311700" y="1152475"/>
            <a:ext cx="4260300" cy="3642900"/>
          </a:xfrm>
          <a:prstGeom prst="rect">
            <a:avLst/>
          </a:prstGeom>
          <a:noFill/>
          <a:ln>
            <a:noFill/>
          </a:ln>
        </p:spPr>
        <p:txBody>
          <a:bodyPr spcFirstLastPara="1" wrap="square" lIns="91425" tIns="91425" rIns="91425" bIns="91425" anchor="t" anchorCtr="0">
            <a:noAutofit/>
          </a:bodyPr>
          <a:lstStyle/>
          <a:p>
            <a:pPr marL="0" lvl="0" indent="0" algn="l" rtl="0">
              <a:lnSpc>
                <a:spcPct val="130000"/>
              </a:lnSpc>
              <a:spcBef>
                <a:spcPts val="600"/>
              </a:spcBef>
              <a:spcAft>
                <a:spcPts val="0"/>
              </a:spcAft>
              <a:buNone/>
            </a:pPr>
            <a:r>
              <a:rPr lang="en-GB" sz="2400">
                <a:solidFill>
                  <a:schemeClr val="dk1"/>
                </a:solidFill>
                <a:latin typeface="Oswald"/>
                <a:ea typeface="Oswald"/>
                <a:cs typeface="Oswald"/>
                <a:sym typeface="Oswald"/>
              </a:rPr>
              <a:t>Components &amp; Notations</a:t>
            </a:r>
            <a:endParaRPr sz="2400">
              <a:solidFill>
                <a:schemeClr val="dk1"/>
              </a:solidFill>
              <a:latin typeface="Oswald"/>
              <a:ea typeface="Oswald"/>
              <a:cs typeface="Oswald"/>
              <a:sym typeface="Oswald"/>
            </a:endParaRPr>
          </a:p>
          <a:p>
            <a:pPr marL="457200" lvl="0" indent="-342900" algn="l" rtl="0">
              <a:lnSpc>
                <a:spcPct val="130000"/>
              </a:lnSpc>
              <a:spcBef>
                <a:spcPts val="600"/>
              </a:spcBef>
              <a:spcAft>
                <a:spcPts val="0"/>
              </a:spcAft>
              <a:buClr>
                <a:schemeClr val="dk1"/>
              </a:buClr>
              <a:buSzPts val="1800"/>
              <a:buFont typeface="Oswald"/>
              <a:buChar char="●"/>
            </a:pPr>
            <a:r>
              <a:rPr lang="en-GB">
                <a:solidFill>
                  <a:srgbClr val="93C47D"/>
                </a:solidFill>
                <a:latin typeface="Oswald"/>
                <a:ea typeface="Oswald"/>
                <a:cs typeface="Oswald"/>
                <a:sym typeface="Oswald"/>
              </a:rPr>
              <a:t>Use Cases</a:t>
            </a:r>
            <a:r>
              <a:rPr lang="en-GB">
                <a:solidFill>
                  <a:schemeClr val="dk1"/>
                </a:solidFill>
                <a:latin typeface="Oswald"/>
                <a:ea typeface="Oswald"/>
                <a:cs typeface="Oswald"/>
                <a:sym typeface="Oswald"/>
              </a:rPr>
              <a:t> are like scenes in the play. They represent specific things your system can do.</a:t>
            </a:r>
            <a:endParaRPr>
              <a:solidFill>
                <a:schemeClr val="dk1"/>
              </a:solidFill>
              <a:latin typeface="Oswald"/>
              <a:ea typeface="Oswald"/>
              <a:cs typeface="Oswald"/>
              <a:sym typeface="Oswald"/>
            </a:endParaRPr>
          </a:p>
        </p:txBody>
      </p:sp>
      <p:sp>
        <p:nvSpPr>
          <p:cNvPr id="542" name="Google Shape;542;p61"/>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543" name="Google Shape;543;p61"/>
          <p:cNvPicPr preferRelativeResize="0"/>
          <p:nvPr/>
        </p:nvPicPr>
        <p:blipFill>
          <a:blip r:embed="rId1"/>
          <a:stretch>
            <a:fillRect/>
          </a:stretch>
        </p:blipFill>
        <p:spPr>
          <a:xfrm>
            <a:off x="5486400" y="742950"/>
            <a:ext cx="2743200" cy="36576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547" name="Shape 547"/>
        <p:cNvGrpSpPr/>
        <p:nvPr/>
      </p:nvGrpSpPr>
      <p:grpSpPr>
        <a:xfrm>
          <a:off x="0" y="0"/>
          <a:ext cx="0" cy="0"/>
          <a:chOff x="0" y="0"/>
          <a:chExt cx="0" cy="0"/>
        </a:xfrm>
      </p:grpSpPr>
      <p:sp>
        <p:nvSpPr>
          <p:cNvPr id="548" name="Google Shape;548;p62"/>
          <p:cNvSpPr txBox="1"/>
          <p:nvPr>
            <p:ph type="title"/>
          </p:nvPr>
        </p:nvSpPr>
        <p:spPr>
          <a:xfrm>
            <a:off x="311700" y="467650"/>
            <a:ext cx="30369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Use Case Diagram</a:t>
            </a:r>
            <a:endParaRPr sz="3200"/>
          </a:p>
        </p:txBody>
      </p:sp>
      <p:sp>
        <p:nvSpPr>
          <p:cNvPr id="549" name="Google Shape;549;p62"/>
          <p:cNvSpPr txBox="1"/>
          <p:nvPr>
            <p:ph type="body" idx="1"/>
          </p:nvPr>
        </p:nvSpPr>
        <p:spPr>
          <a:xfrm>
            <a:off x="311700" y="1152475"/>
            <a:ext cx="4260300" cy="3642900"/>
          </a:xfrm>
          <a:prstGeom prst="rect">
            <a:avLst/>
          </a:prstGeom>
          <a:noFill/>
          <a:ln>
            <a:noFill/>
          </a:ln>
        </p:spPr>
        <p:txBody>
          <a:bodyPr spcFirstLastPara="1" wrap="square" lIns="91425" tIns="91425" rIns="91425" bIns="91425" anchor="t" anchorCtr="0">
            <a:noAutofit/>
          </a:bodyPr>
          <a:lstStyle/>
          <a:p>
            <a:pPr marL="0" lvl="0" indent="0" algn="l" rtl="0">
              <a:lnSpc>
                <a:spcPct val="130000"/>
              </a:lnSpc>
              <a:spcBef>
                <a:spcPts val="600"/>
              </a:spcBef>
              <a:spcAft>
                <a:spcPts val="0"/>
              </a:spcAft>
              <a:buNone/>
            </a:pPr>
            <a:r>
              <a:rPr lang="en-GB" sz="2400">
                <a:solidFill>
                  <a:schemeClr val="dk1"/>
                </a:solidFill>
                <a:latin typeface="Oswald"/>
                <a:ea typeface="Oswald"/>
                <a:cs typeface="Oswald"/>
                <a:sym typeface="Oswald"/>
              </a:rPr>
              <a:t>Components &amp; Notations</a:t>
            </a:r>
            <a:endParaRPr sz="2400">
              <a:solidFill>
                <a:schemeClr val="dk1"/>
              </a:solidFill>
              <a:latin typeface="Oswald"/>
              <a:ea typeface="Oswald"/>
              <a:cs typeface="Oswald"/>
              <a:sym typeface="Oswald"/>
            </a:endParaRPr>
          </a:p>
          <a:p>
            <a:pPr marL="457200" lvl="0" indent="-342900" algn="l" rtl="0">
              <a:lnSpc>
                <a:spcPct val="130000"/>
              </a:lnSpc>
              <a:spcBef>
                <a:spcPts val="600"/>
              </a:spcBef>
              <a:spcAft>
                <a:spcPts val="0"/>
              </a:spcAft>
              <a:buClr>
                <a:schemeClr val="dk1"/>
              </a:buClr>
              <a:buSzPts val="1800"/>
              <a:buFont typeface="Oswald"/>
              <a:buChar char="●"/>
            </a:pPr>
            <a:r>
              <a:rPr lang="en-GB">
                <a:solidFill>
                  <a:srgbClr val="93C47D"/>
                </a:solidFill>
                <a:latin typeface="Oswald"/>
                <a:ea typeface="Oswald"/>
                <a:cs typeface="Oswald"/>
                <a:sym typeface="Oswald"/>
              </a:rPr>
              <a:t>Actors</a:t>
            </a:r>
            <a:r>
              <a:rPr lang="en-GB">
                <a:solidFill>
                  <a:schemeClr val="dk1"/>
                </a:solidFill>
                <a:latin typeface="Oswald"/>
                <a:ea typeface="Oswald"/>
                <a:cs typeface="Oswald"/>
                <a:sym typeface="Oswald"/>
              </a:rPr>
              <a:t> are external entities that interact with the system. These can include users, other systems, or hardware devices. In the context of a Use Case Diagram, actors initiate use cases and receive the outcomes.</a:t>
            </a:r>
            <a:endParaRPr>
              <a:solidFill>
                <a:schemeClr val="dk1"/>
              </a:solidFill>
              <a:latin typeface="Oswald"/>
              <a:ea typeface="Oswald"/>
              <a:cs typeface="Oswald"/>
              <a:sym typeface="Oswald"/>
            </a:endParaRPr>
          </a:p>
        </p:txBody>
      </p:sp>
      <p:sp>
        <p:nvSpPr>
          <p:cNvPr id="550" name="Google Shape;550;p62"/>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551" name="Google Shape;551;p62"/>
          <p:cNvPicPr preferRelativeResize="0"/>
          <p:nvPr/>
        </p:nvPicPr>
        <p:blipFill>
          <a:blip r:embed="rId1"/>
          <a:stretch>
            <a:fillRect/>
          </a:stretch>
        </p:blipFill>
        <p:spPr>
          <a:xfrm>
            <a:off x="5486400" y="740664"/>
            <a:ext cx="2743200" cy="36576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555" name="Shape 555"/>
        <p:cNvGrpSpPr/>
        <p:nvPr/>
      </p:nvGrpSpPr>
      <p:grpSpPr>
        <a:xfrm>
          <a:off x="0" y="0"/>
          <a:ext cx="0" cy="0"/>
          <a:chOff x="0" y="0"/>
          <a:chExt cx="0" cy="0"/>
        </a:xfrm>
      </p:grpSpPr>
      <p:sp>
        <p:nvSpPr>
          <p:cNvPr id="556" name="Google Shape;556;p63"/>
          <p:cNvSpPr txBox="1"/>
          <p:nvPr>
            <p:ph type="title"/>
          </p:nvPr>
        </p:nvSpPr>
        <p:spPr>
          <a:xfrm>
            <a:off x="311700" y="10450"/>
            <a:ext cx="30369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Use Case Diagram</a:t>
            </a:r>
            <a:endParaRPr sz="3200"/>
          </a:p>
        </p:txBody>
      </p:sp>
      <p:sp>
        <p:nvSpPr>
          <p:cNvPr id="557" name="Google Shape;557;p63"/>
          <p:cNvSpPr txBox="1"/>
          <p:nvPr>
            <p:ph type="body" idx="1"/>
          </p:nvPr>
        </p:nvSpPr>
        <p:spPr>
          <a:xfrm>
            <a:off x="311700" y="619075"/>
            <a:ext cx="8686800" cy="1512900"/>
          </a:xfrm>
          <a:prstGeom prst="rect">
            <a:avLst/>
          </a:prstGeom>
          <a:noFill/>
          <a:ln>
            <a:noFill/>
          </a:ln>
        </p:spPr>
        <p:txBody>
          <a:bodyPr spcFirstLastPara="1" wrap="square" lIns="91425" tIns="91425" rIns="91425" bIns="91425" anchor="t" anchorCtr="0">
            <a:noAutofit/>
          </a:bodyPr>
          <a:lstStyle/>
          <a:p>
            <a:pPr marL="0" lvl="0" indent="0" algn="l" rtl="0">
              <a:lnSpc>
                <a:spcPct val="130000"/>
              </a:lnSpc>
              <a:spcBef>
                <a:spcPts val="600"/>
              </a:spcBef>
              <a:spcAft>
                <a:spcPts val="0"/>
              </a:spcAft>
              <a:buNone/>
            </a:pPr>
            <a:r>
              <a:rPr lang="en-GB" sz="2400">
                <a:solidFill>
                  <a:schemeClr val="dk1"/>
                </a:solidFill>
                <a:latin typeface="Oswald"/>
                <a:ea typeface="Oswald"/>
                <a:cs typeface="Oswald"/>
                <a:sym typeface="Oswald"/>
              </a:rPr>
              <a:t>Relationships &amp; Notations</a:t>
            </a:r>
            <a:endParaRPr sz="2400">
              <a:solidFill>
                <a:schemeClr val="dk1"/>
              </a:solidFill>
              <a:latin typeface="Oswald"/>
              <a:ea typeface="Oswald"/>
              <a:cs typeface="Oswald"/>
              <a:sym typeface="Oswald"/>
            </a:endParaRPr>
          </a:p>
          <a:p>
            <a:pPr marL="171450" lvl="0" indent="-171450" algn="l" rtl="0">
              <a:lnSpc>
                <a:spcPct val="130000"/>
              </a:lnSpc>
              <a:spcBef>
                <a:spcPts val="600"/>
              </a:spcBef>
              <a:spcAft>
                <a:spcPts val="0"/>
              </a:spcAft>
              <a:buClr>
                <a:schemeClr val="dk1"/>
              </a:buClr>
              <a:buSzPts val="1800"/>
              <a:buFont typeface="Oswald"/>
              <a:buChar char="●"/>
            </a:pPr>
            <a:r>
              <a:rPr lang="en-GB">
                <a:solidFill>
                  <a:schemeClr val="dk1"/>
                </a:solidFill>
                <a:latin typeface="Oswald"/>
                <a:ea typeface="Oswald"/>
                <a:cs typeface="Oswald"/>
                <a:sym typeface="Oswald"/>
              </a:rPr>
              <a:t>The </a:t>
            </a:r>
            <a:r>
              <a:rPr lang="en-GB">
                <a:solidFill>
                  <a:srgbClr val="93C47D"/>
                </a:solidFill>
                <a:latin typeface="Oswald"/>
                <a:ea typeface="Oswald"/>
                <a:cs typeface="Oswald"/>
                <a:sym typeface="Oswald"/>
              </a:rPr>
              <a:t>Association Relationship</a:t>
            </a:r>
            <a:r>
              <a:rPr lang="en-GB">
                <a:solidFill>
                  <a:schemeClr val="dk1"/>
                </a:solidFill>
                <a:latin typeface="Oswald"/>
                <a:ea typeface="Oswald"/>
                <a:cs typeface="Oswald"/>
                <a:sym typeface="Oswald"/>
              </a:rPr>
              <a:t> represents a communication or interaction between an actor and a use case. It is depicted by a line connecting the actor to the use case.</a:t>
            </a:r>
            <a:endParaRPr>
              <a:solidFill>
                <a:schemeClr val="dk1"/>
              </a:solidFill>
              <a:latin typeface="Oswald"/>
              <a:ea typeface="Oswald"/>
              <a:cs typeface="Oswald"/>
              <a:sym typeface="Oswald"/>
            </a:endParaRPr>
          </a:p>
        </p:txBody>
      </p:sp>
      <p:sp>
        <p:nvSpPr>
          <p:cNvPr id="558" name="Google Shape;558;p63"/>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559" name="Google Shape;559;p63"/>
          <p:cNvPicPr preferRelativeResize="0"/>
          <p:nvPr/>
        </p:nvPicPr>
        <p:blipFill>
          <a:blip r:embed="rId1"/>
          <a:stretch>
            <a:fillRect/>
          </a:stretch>
        </p:blipFill>
        <p:spPr>
          <a:xfrm>
            <a:off x="914400" y="2208163"/>
            <a:ext cx="7315201" cy="27432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563" name="Shape 563"/>
        <p:cNvGrpSpPr/>
        <p:nvPr/>
      </p:nvGrpSpPr>
      <p:grpSpPr>
        <a:xfrm>
          <a:off x="0" y="0"/>
          <a:ext cx="0" cy="0"/>
          <a:chOff x="0" y="0"/>
          <a:chExt cx="0" cy="0"/>
        </a:xfrm>
      </p:grpSpPr>
      <p:sp>
        <p:nvSpPr>
          <p:cNvPr id="564" name="Google Shape;564;p64"/>
          <p:cNvSpPr txBox="1"/>
          <p:nvPr>
            <p:ph type="title"/>
          </p:nvPr>
        </p:nvSpPr>
        <p:spPr>
          <a:xfrm>
            <a:off x="311700" y="10450"/>
            <a:ext cx="30369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Use Case Diagram</a:t>
            </a:r>
            <a:endParaRPr sz="3200"/>
          </a:p>
        </p:txBody>
      </p:sp>
      <p:sp>
        <p:nvSpPr>
          <p:cNvPr id="565" name="Google Shape;565;p64"/>
          <p:cNvSpPr txBox="1"/>
          <p:nvPr>
            <p:ph type="body" idx="1"/>
          </p:nvPr>
        </p:nvSpPr>
        <p:spPr>
          <a:xfrm>
            <a:off x="311700" y="619075"/>
            <a:ext cx="8686800" cy="1512900"/>
          </a:xfrm>
          <a:prstGeom prst="rect">
            <a:avLst/>
          </a:prstGeom>
          <a:noFill/>
          <a:ln>
            <a:noFill/>
          </a:ln>
        </p:spPr>
        <p:txBody>
          <a:bodyPr spcFirstLastPara="1" wrap="square" lIns="91425" tIns="91425" rIns="91425" bIns="91425" anchor="t" anchorCtr="0">
            <a:noAutofit/>
          </a:bodyPr>
          <a:lstStyle/>
          <a:p>
            <a:pPr marL="0" lvl="0" indent="0" algn="l" rtl="0">
              <a:lnSpc>
                <a:spcPct val="130000"/>
              </a:lnSpc>
              <a:spcBef>
                <a:spcPts val="600"/>
              </a:spcBef>
              <a:spcAft>
                <a:spcPts val="0"/>
              </a:spcAft>
              <a:buNone/>
            </a:pPr>
            <a:r>
              <a:rPr lang="en-GB" sz="2400">
                <a:solidFill>
                  <a:schemeClr val="dk1"/>
                </a:solidFill>
                <a:latin typeface="Oswald"/>
                <a:ea typeface="Oswald"/>
                <a:cs typeface="Oswald"/>
                <a:sym typeface="Oswald"/>
              </a:rPr>
              <a:t>Relationships &amp; Notations</a:t>
            </a:r>
            <a:endParaRPr sz="2400">
              <a:solidFill>
                <a:schemeClr val="dk1"/>
              </a:solidFill>
              <a:latin typeface="Oswald"/>
              <a:ea typeface="Oswald"/>
              <a:cs typeface="Oswald"/>
              <a:sym typeface="Oswald"/>
            </a:endParaRPr>
          </a:p>
          <a:p>
            <a:pPr marL="171450" lvl="0" indent="-171450" algn="l" rtl="0">
              <a:lnSpc>
                <a:spcPct val="130000"/>
              </a:lnSpc>
              <a:spcBef>
                <a:spcPts val="600"/>
              </a:spcBef>
              <a:spcAft>
                <a:spcPts val="0"/>
              </a:spcAft>
              <a:buClr>
                <a:schemeClr val="dk1"/>
              </a:buClr>
              <a:buSzPts val="1800"/>
              <a:buFont typeface="Oswald"/>
              <a:buChar char="●"/>
            </a:pPr>
            <a:r>
              <a:rPr lang="en-GB">
                <a:solidFill>
                  <a:schemeClr val="dk1"/>
                </a:solidFill>
                <a:latin typeface="Oswald"/>
                <a:ea typeface="Oswald"/>
                <a:cs typeface="Oswald"/>
                <a:sym typeface="Oswald"/>
              </a:rPr>
              <a:t>The </a:t>
            </a:r>
            <a:r>
              <a:rPr lang="en-GB">
                <a:solidFill>
                  <a:srgbClr val="93C47D"/>
                </a:solidFill>
                <a:latin typeface="Oswald"/>
                <a:ea typeface="Oswald"/>
                <a:cs typeface="Oswald"/>
                <a:sym typeface="Oswald"/>
              </a:rPr>
              <a:t>Include Relationship</a:t>
            </a:r>
            <a:r>
              <a:rPr lang="en-GB">
                <a:solidFill>
                  <a:schemeClr val="dk1"/>
                </a:solidFill>
                <a:latin typeface="Oswald"/>
                <a:ea typeface="Oswald"/>
                <a:cs typeface="Oswald"/>
                <a:sym typeface="Oswald"/>
              </a:rPr>
              <a:t> indicates that a use case includes the functionality of another use case. It is denoted by a dashed arrow pointing from the including use case to the included use case. </a:t>
            </a:r>
            <a:endParaRPr>
              <a:solidFill>
                <a:schemeClr val="dk1"/>
              </a:solidFill>
              <a:latin typeface="Oswald"/>
              <a:ea typeface="Oswald"/>
              <a:cs typeface="Oswald"/>
              <a:sym typeface="Oswald"/>
            </a:endParaRPr>
          </a:p>
        </p:txBody>
      </p:sp>
      <p:sp>
        <p:nvSpPr>
          <p:cNvPr id="566" name="Google Shape;566;p64"/>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567" name="Google Shape;567;p64"/>
          <p:cNvPicPr preferRelativeResize="0"/>
          <p:nvPr/>
        </p:nvPicPr>
        <p:blipFill>
          <a:blip r:embed="rId1"/>
          <a:stretch>
            <a:fillRect/>
          </a:stretch>
        </p:blipFill>
        <p:spPr>
          <a:xfrm>
            <a:off x="914400" y="2208175"/>
            <a:ext cx="7315199" cy="27432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571" name="Shape 571"/>
        <p:cNvGrpSpPr/>
        <p:nvPr/>
      </p:nvGrpSpPr>
      <p:grpSpPr>
        <a:xfrm>
          <a:off x="0" y="0"/>
          <a:ext cx="0" cy="0"/>
          <a:chOff x="0" y="0"/>
          <a:chExt cx="0" cy="0"/>
        </a:xfrm>
      </p:grpSpPr>
      <p:sp>
        <p:nvSpPr>
          <p:cNvPr id="572" name="Google Shape;572;p65"/>
          <p:cNvSpPr txBox="1"/>
          <p:nvPr>
            <p:ph type="title"/>
          </p:nvPr>
        </p:nvSpPr>
        <p:spPr>
          <a:xfrm>
            <a:off x="311700" y="10450"/>
            <a:ext cx="30369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Use Case Diagram</a:t>
            </a:r>
            <a:endParaRPr sz="3200"/>
          </a:p>
        </p:txBody>
      </p:sp>
      <p:sp>
        <p:nvSpPr>
          <p:cNvPr id="573" name="Google Shape;573;p65"/>
          <p:cNvSpPr txBox="1"/>
          <p:nvPr>
            <p:ph type="body" idx="1"/>
          </p:nvPr>
        </p:nvSpPr>
        <p:spPr>
          <a:xfrm>
            <a:off x="311700" y="619075"/>
            <a:ext cx="8686800" cy="1512900"/>
          </a:xfrm>
          <a:prstGeom prst="rect">
            <a:avLst/>
          </a:prstGeom>
          <a:noFill/>
          <a:ln>
            <a:noFill/>
          </a:ln>
        </p:spPr>
        <p:txBody>
          <a:bodyPr spcFirstLastPara="1" wrap="square" lIns="91425" tIns="91425" rIns="91425" bIns="91425" anchor="t" anchorCtr="0">
            <a:noAutofit/>
          </a:bodyPr>
          <a:lstStyle/>
          <a:p>
            <a:pPr marL="0" lvl="0" indent="0" algn="l" rtl="0">
              <a:lnSpc>
                <a:spcPct val="130000"/>
              </a:lnSpc>
              <a:spcBef>
                <a:spcPts val="600"/>
              </a:spcBef>
              <a:spcAft>
                <a:spcPts val="0"/>
              </a:spcAft>
              <a:buNone/>
            </a:pPr>
            <a:r>
              <a:rPr lang="en-GB" sz="2400">
                <a:solidFill>
                  <a:schemeClr val="dk1"/>
                </a:solidFill>
                <a:latin typeface="Oswald"/>
                <a:ea typeface="Oswald"/>
                <a:cs typeface="Oswald"/>
                <a:sym typeface="Oswald"/>
              </a:rPr>
              <a:t>Relationships &amp; Notations</a:t>
            </a:r>
            <a:endParaRPr sz="2400">
              <a:solidFill>
                <a:schemeClr val="dk1"/>
              </a:solidFill>
              <a:latin typeface="Oswald"/>
              <a:ea typeface="Oswald"/>
              <a:cs typeface="Oswald"/>
              <a:sym typeface="Oswald"/>
            </a:endParaRPr>
          </a:p>
          <a:p>
            <a:pPr marL="171450" lvl="0" indent="-171450" algn="l" rtl="0">
              <a:lnSpc>
                <a:spcPct val="130000"/>
              </a:lnSpc>
              <a:spcBef>
                <a:spcPts val="600"/>
              </a:spcBef>
              <a:spcAft>
                <a:spcPts val="0"/>
              </a:spcAft>
              <a:buClr>
                <a:schemeClr val="dk1"/>
              </a:buClr>
              <a:buSzPts val="1800"/>
              <a:buFont typeface="Oswald"/>
              <a:buChar char="●"/>
            </a:pPr>
            <a:r>
              <a:rPr lang="en-GB">
                <a:solidFill>
                  <a:schemeClr val="dk1"/>
                </a:solidFill>
                <a:latin typeface="Oswald"/>
                <a:ea typeface="Oswald"/>
                <a:cs typeface="Oswald"/>
                <a:sym typeface="Oswald"/>
              </a:rPr>
              <a:t>The </a:t>
            </a:r>
            <a:r>
              <a:rPr lang="en-GB">
                <a:solidFill>
                  <a:srgbClr val="93C47D"/>
                </a:solidFill>
                <a:latin typeface="Oswald"/>
                <a:ea typeface="Oswald"/>
                <a:cs typeface="Oswald"/>
                <a:sym typeface="Oswald"/>
              </a:rPr>
              <a:t>Extend Relationship</a:t>
            </a:r>
            <a:r>
              <a:rPr lang="en-GB">
                <a:solidFill>
                  <a:schemeClr val="dk1"/>
                </a:solidFill>
                <a:latin typeface="Oswald"/>
                <a:ea typeface="Oswald"/>
                <a:cs typeface="Oswald"/>
                <a:sym typeface="Oswald"/>
              </a:rPr>
              <a:t> illustrates that a use case can be extended by another use case under specific conditions. It is represented by a dashed arrow with the keyword “extend.”</a:t>
            </a:r>
            <a:endParaRPr>
              <a:solidFill>
                <a:schemeClr val="dk1"/>
              </a:solidFill>
              <a:latin typeface="Oswald"/>
              <a:ea typeface="Oswald"/>
              <a:cs typeface="Oswald"/>
              <a:sym typeface="Oswald"/>
            </a:endParaRPr>
          </a:p>
        </p:txBody>
      </p:sp>
      <p:sp>
        <p:nvSpPr>
          <p:cNvPr id="574" name="Google Shape;574;p65"/>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575" name="Google Shape;575;p65"/>
          <p:cNvPicPr preferRelativeResize="0"/>
          <p:nvPr/>
        </p:nvPicPr>
        <p:blipFill>
          <a:blip r:embed="rId1"/>
          <a:stretch>
            <a:fillRect/>
          </a:stretch>
        </p:blipFill>
        <p:spPr>
          <a:xfrm>
            <a:off x="914400" y="2208175"/>
            <a:ext cx="7315200" cy="27432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579" name="Shape 579"/>
        <p:cNvGrpSpPr/>
        <p:nvPr/>
      </p:nvGrpSpPr>
      <p:grpSpPr>
        <a:xfrm>
          <a:off x="0" y="0"/>
          <a:ext cx="0" cy="0"/>
          <a:chOff x="0" y="0"/>
          <a:chExt cx="0" cy="0"/>
        </a:xfrm>
      </p:grpSpPr>
      <p:sp>
        <p:nvSpPr>
          <p:cNvPr id="580" name="Google Shape;580;p66"/>
          <p:cNvSpPr txBox="1"/>
          <p:nvPr>
            <p:ph type="title"/>
          </p:nvPr>
        </p:nvSpPr>
        <p:spPr>
          <a:xfrm>
            <a:off x="311700" y="10450"/>
            <a:ext cx="30369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Use Case Diagram</a:t>
            </a:r>
            <a:endParaRPr sz="3200"/>
          </a:p>
        </p:txBody>
      </p:sp>
      <p:sp>
        <p:nvSpPr>
          <p:cNvPr id="581" name="Google Shape;581;p66"/>
          <p:cNvSpPr txBox="1"/>
          <p:nvPr>
            <p:ph type="body" idx="1"/>
          </p:nvPr>
        </p:nvSpPr>
        <p:spPr>
          <a:xfrm>
            <a:off x="311700" y="619075"/>
            <a:ext cx="8686800" cy="1512900"/>
          </a:xfrm>
          <a:prstGeom prst="rect">
            <a:avLst/>
          </a:prstGeom>
          <a:noFill/>
          <a:ln>
            <a:noFill/>
          </a:ln>
        </p:spPr>
        <p:txBody>
          <a:bodyPr spcFirstLastPara="1" wrap="square" lIns="91425" tIns="91425" rIns="91425" bIns="91425" anchor="t" anchorCtr="0">
            <a:noAutofit/>
          </a:bodyPr>
          <a:lstStyle/>
          <a:p>
            <a:pPr marL="0" lvl="0" indent="0" algn="l" rtl="0">
              <a:lnSpc>
                <a:spcPct val="130000"/>
              </a:lnSpc>
              <a:spcBef>
                <a:spcPts val="600"/>
              </a:spcBef>
              <a:spcAft>
                <a:spcPts val="0"/>
              </a:spcAft>
              <a:buNone/>
            </a:pPr>
            <a:r>
              <a:rPr lang="en-GB" sz="2400">
                <a:solidFill>
                  <a:schemeClr val="dk1"/>
                </a:solidFill>
                <a:latin typeface="Oswald"/>
                <a:ea typeface="Oswald"/>
                <a:cs typeface="Oswald"/>
                <a:sym typeface="Oswald"/>
              </a:rPr>
              <a:t>Relationships &amp; Notations</a:t>
            </a:r>
            <a:endParaRPr sz="2400">
              <a:solidFill>
                <a:schemeClr val="dk1"/>
              </a:solidFill>
              <a:latin typeface="Oswald"/>
              <a:ea typeface="Oswald"/>
              <a:cs typeface="Oswald"/>
              <a:sym typeface="Oswald"/>
            </a:endParaRPr>
          </a:p>
          <a:p>
            <a:pPr marL="171450" lvl="0" indent="-158750" algn="l" rtl="0">
              <a:lnSpc>
                <a:spcPct val="130000"/>
              </a:lnSpc>
              <a:spcBef>
                <a:spcPts val="600"/>
              </a:spcBef>
              <a:spcAft>
                <a:spcPts val="0"/>
              </a:spcAft>
              <a:buClr>
                <a:schemeClr val="dk1"/>
              </a:buClr>
              <a:buSzPts val="1600"/>
              <a:buFont typeface="Oswald"/>
              <a:buChar char="●"/>
            </a:pPr>
            <a:r>
              <a:rPr lang="en-GB" sz="1600">
                <a:solidFill>
                  <a:schemeClr val="dk1"/>
                </a:solidFill>
                <a:latin typeface="Oswald"/>
                <a:ea typeface="Oswald"/>
                <a:cs typeface="Oswald"/>
                <a:sym typeface="Oswald"/>
              </a:rPr>
              <a:t>The </a:t>
            </a:r>
            <a:r>
              <a:rPr lang="en-GB" sz="1600">
                <a:solidFill>
                  <a:srgbClr val="93C47D"/>
                </a:solidFill>
                <a:latin typeface="Oswald"/>
                <a:ea typeface="Oswald"/>
                <a:cs typeface="Oswald"/>
                <a:sym typeface="Oswald"/>
              </a:rPr>
              <a:t>Generalization Relationship</a:t>
            </a:r>
            <a:r>
              <a:rPr lang="en-GB" sz="1600">
                <a:solidFill>
                  <a:schemeClr val="dk1"/>
                </a:solidFill>
                <a:latin typeface="Oswald"/>
                <a:ea typeface="Oswald"/>
                <a:cs typeface="Oswald"/>
                <a:sym typeface="Oswald"/>
              </a:rPr>
              <a:t> establishes an “is-a” connection between two use cases, indicating that one use case is a specialized version of another. It is represented by an arrow pointing from the specialized use case to the general use case.</a:t>
            </a:r>
            <a:endParaRPr sz="1600">
              <a:solidFill>
                <a:schemeClr val="dk1"/>
              </a:solidFill>
              <a:latin typeface="Oswald"/>
              <a:ea typeface="Oswald"/>
              <a:cs typeface="Oswald"/>
              <a:sym typeface="Oswald"/>
            </a:endParaRPr>
          </a:p>
        </p:txBody>
      </p:sp>
      <p:sp>
        <p:nvSpPr>
          <p:cNvPr id="582" name="Google Shape;582;p66"/>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583" name="Google Shape;583;p66"/>
          <p:cNvPicPr preferRelativeResize="0"/>
          <p:nvPr/>
        </p:nvPicPr>
        <p:blipFill>
          <a:blip r:embed="rId1"/>
          <a:stretch>
            <a:fillRect/>
          </a:stretch>
        </p:blipFill>
        <p:spPr>
          <a:xfrm>
            <a:off x="914400" y="2203704"/>
            <a:ext cx="7315200" cy="27432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587" name="Shape 587"/>
        <p:cNvGrpSpPr/>
        <p:nvPr/>
      </p:nvGrpSpPr>
      <p:grpSpPr>
        <a:xfrm>
          <a:off x="0" y="0"/>
          <a:ext cx="0" cy="0"/>
          <a:chOff x="0" y="0"/>
          <a:chExt cx="0" cy="0"/>
        </a:xfrm>
      </p:grpSpPr>
      <p:sp>
        <p:nvSpPr>
          <p:cNvPr id="588" name="Google Shape;588;p67"/>
          <p:cNvSpPr txBox="1"/>
          <p:nvPr>
            <p:ph type="title"/>
          </p:nvPr>
        </p:nvSpPr>
        <p:spPr>
          <a:xfrm>
            <a:off x="311700" y="10450"/>
            <a:ext cx="8178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Use Case Diagram - Example</a:t>
            </a:r>
            <a:endParaRPr sz="3200"/>
          </a:p>
        </p:txBody>
      </p:sp>
      <p:sp>
        <p:nvSpPr>
          <p:cNvPr id="589" name="Google Shape;589;p67"/>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590" name="Google Shape;590;p67"/>
          <p:cNvPicPr preferRelativeResize="0"/>
          <p:nvPr/>
        </p:nvPicPr>
        <p:blipFill rotWithShape="1">
          <a:blip r:embed="rId1"/>
          <a:srcRect/>
          <a:stretch>
            <a:fillRect/>
          </a:stretch>
        </p:blipFill>
        <p:spPr>
          <a:xfrm>
            <a:off x="1981200" y="689625"/>
            <a:ext cx="5486400" cy="43434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594" name="Shape 594"/>
        <p:cNvGrpSpPr/>
        <p:nvPr/>
      </p:nvGrpSpPr>
      <p:grpSpPr>
        <a:xfrm>
          <a:off x="0" y="0"/>
          <a:ext cx="0" cy="0"/>
          <a:chOff x="0" y="0"/>
          <a:chExt cx="0" cy="0"/>
        </a:xfrm>
      </p:grpSpPr>
      <p:sp>
        <p:nvSpPr>
          <p:cNvPr id="595" name="Google Shape;595;p68"/>
          <p:cNvSpPr txBox="1"/>
          <p:nvPr>
            <p:ph type="title"/>
          </p:nvPr>
        </p:nvSpPr>
        <p:spPr>
          <a:xfrm>
            <a:off x="311700" y="10450"/>
            <a:ext cx="8178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Use Case Diagram - Example</a:t>
            </a:r>
            <a:endParaRPr sz="3200"/>
          </a:p>
        </p:txBody>
      </p:sp>
      <p:sp>
        <p:nvSpPr>
          <p:cNvPr id="596" name="Google Shape;596;p68"/>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597" name="Google Shape;597;p68"/>
          <p:cNvPicPr preferRelativeResize="0"/>
          <p:nvPr/>
        </p:nvPicPr>
        <p:blipFill rotWithShape="1">
          <a:blip r:embed="rId1"/>
          <a:srcRect/>
          <a:stretch>
            <a:fillRect/>
          </a:stretch>
        </p:blipFill>
        <p:spPr>
          <a:xfrm>
            <a:off x="1371600" y="659353"/>
            <a:ext cx="6400801" cy="43434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601" name="Shape 601"/>
        <p:cNvGrpSpPr/>
        <p:nvPr/>
      </p:nvGrpSpPr>
      <p:grpSpPr>
        <a:xfrm>
          <a:off x="0" y="0"/>
          <a:ext cx="0" cy="0"/>
          <a:chOff x="0" y="0"/>
          <a:chExt cx="0" cy="0"/>
        </a:xfrm>
      </p:grpSpPr>
      <p:sp>
        <p:nvSpPr>
          <p:cNvPr id="602" name="Google Shape;602;p69"/>
          <p:cNvSpPr txBox="1"/>
          <p:nvPr>
            <p:ph type="title"/>
          </p:nvPr>
        </p:nvSpPr>
        <p:spPr>
          <a:xfrm>
            <a:off x="311700" y="10450"/>
            <a:ext cx="8178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Use Case Diagram - Example</a:t>
            </a:r>
            <a:endParaRPr sz="3200"/>
          </a:p>
        </p:txBody>
      </p:sp>
      <p:sp>
        <p:nvSpPr>
          <p:cNvPr id="603" name="Google Shape;603;p69"/>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604" name="Google Shape;604;p69"/>
          <p:cNvPicPr preferRelativeResize="0"/>
          <p:nvPr/>
        </p:nvPicPr>
        <p:blipFill rotWithShape="1">
          <a:blip r:embed="rId1"/>
          <a:srcRect/>
          <a:stretch>
            <a:fillRect/>
          </a:stretch>
        </p:blipFill>
        <p:spPr>
          <a:xfrm>
            <a:off x="743392" y="731197"/>
            <a:ext cx="7315200" cy="4343401"/>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608" name="Shape 608"/>
        <p:cNvGrpSpPr/>
        <p:nvPr/>
      </p:nvGrpSpPr>
      <p:grpSpPr>
        <a:xfrm>
          <a:off x="0" y="0"/>
          <a:ext cx="0" cy="0"/>
          <a:chOff x="0" y="0"/>
          <a:chExt cx="0" cy="0"/>
        </a:xfrm>
      </p:grpSpPr>
      <p:sp>
        <p:nvSpPr>
          <p:cNvPr id="609" name="Google Shape;609;p70"/>
          <p:cNvSpPr txBox="1"/>
          <p:nvPr>
            <p:ph type="title"/>
          </p:nvPr>
        </p:nvSpPr>
        <p:spPr>
          <a:xfrm>
            <a:off x="311700" y="10450"/>
            <a:ext cx="8178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Use Case Diagram - Example</a:t>
            </a:r>
            <a:endParaRPr sz="3200"/>
          </a:p>
        </p:txBody>
      </p:sp>
      <p:sp>
        <p:nvSpPr>
          <p:cNvPr id="610" name="Google Shape;610;p70"/>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611" name="Google Shape;611;p70"/>
          <p:cNvPicPr preferRelativeResize="0"/>
          <p:nvPr/>
        </p:nvPicPr>
        <p:blipFill>
          <a:blip r:embed="rId1"/>
          <a:stretch>
            <a:fillRect/>
          </a:stretch>
        </p:blipFill>
        <p:spPr>
          <a:xfrm>
            <a:off x="457200" y="785675"/>
            <a:ext cx="8229600" cy="41148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615" name="Shape 615"/>
        <p:cNvGrpSpPr/>
        <p:nvPr/>
      </p:nvGrpSpPr>
      <p:grpSpPr>
        <a:xfrm>
          <a:off x="0" y="0"/>
          <a:ext cx="0" cy="0"/>
          <a:chOff x="0" y="0"/>
          <a:chExt cx="0" cy="0"/>
        </a:xfrm>
      </p:grpSpPr>
      <p:sp>
        <p:nvSpPr>
          <p:cNvPr id="616" name="Google Shape;616;p71"/>
          <p:cNvSpPr txBox="1"/>
          <p:nvPr>
            <p:ph type="title"/>
          </p:nvPr>
        </p:nvSpPr>
        <p:spPr>
          <a:xfrm>
            <a:off x="311700" y="3152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Use Case Descriptive Forms</a:t>
            </a:r>
            <a:endParaRPr sz="3200"/>
          </a:p>
        </p:txBody>
      </p:sp>
      <p:sp>
        <p:nvSpPr>
          <p:cNvPr id="617" name="Google Shape;617;p71"/>
          <p:cNvSpPr txBox="1"/>
          <p:nvPr>
            <p:ph type="body" idx="1"/>
          </p:nvPr>
        </p:nvSpPr>
        <p:spPr>
          <a:xfrm>
            <a:off x="311700" y="1000075"/>
            <a:ext cx="8178600" cy="3922200"/>
          </a:xfrm>
          <a:prstGeom prst="rect">
            <a:avLst/>
          </a:prstGeom>
          <a:noFill/>
          <a:ln>
            <a:noFill/>
          </a:ln>
        </p:spPr>
        <p:txBody>
          <a:bodyPr spcFirstLastPara="1" wrap="square" lIns="91425" tIns="91425" rIns="91425" bIns="91425" anchor="t" anchorCtr="0">
            <a:noAutofit/>
          </a:bodyPr>
          <a:lstStyle/>
          <a:p>
            <a:pPr marL="0" lvl="0" indent="0" algn="just" rtl="0">
              <a:lnSpc>
                <a:spcPct val="90000"/>
              </a:lnSpc>
              <a:spcBef>
                <a:spcPts val="600"/>
              </a:spcBef>
              <a:spcAft>
                <a:spcPts val="0"/>
              </a:spcAft>
              <a:buNone/>
            </a:pPr>
            <a:r>
              <a:rPr lang="en-GB" sz="2400">
                <a:solidFill>
                  <a:schemeClr val="dk1"/>
                </a:solidFill>
                <a:latin typeface="Oswald"/>
                <a:ea typeface="Oswald"/>
                <a:cs typeface="Oswald"/>
                <a:sym typeface="Oswald"/>
              </a:rPr>
              <a:t>A Use Case Descriptive Form is used to describe a single Use Case. Thus, EVERY Use Case should have its Descriptive Form.</a:t>
            </a:r>
            <a:endParaRPr sz="2400">
              <a:solidFill>
                <a:schemeClr val="dk1"/>
              </a:solidFill>
              <a:latin typeface="Oswald"/>
              <a:ea typeface="Oswald"/>
              <a:cs typeface="Oswald"/>
              <a:sym typeface="Oswald"/>
            </a:endParaRPr>
          </a:p>
          <a:p>
            <a:pPr marL="0" lvl="0" indent="0" algn="just" rtl="0">
              <a:lnSpc>
                <a:spcPct val="90000"/>
              </a:lnSpc>
              <a:spcBef>
                <a:spcPts val="600"/>
              </a:spcBef>
              <a:spcAft>
                <a:spcPts val="0"/>
              </a:spcAft>
              <a:buNone/>
            </a:pPr>
            <a:r>
              <a:rPr lang="en-GB" sz="2400">
                <a:solidFill>
                  <a:schemeClr val="dk1"/>
                </a:solidFill>
                <a:latin typeface="Oswald"/>
                <a:ea typeface="Oswald"/>
                <a:cs typeface="Oswald"/>
                <a:sym typeface="Oswald"/>
              </a:rPr>
              <a:t>Components:</a:t>
            </a:r>
            <a:endParaRPr sz="2400">
              <a:solidFill>
                <a:schemeClr val="dk1"/>
              </a:solidFill>
              <a:latin typeface="Oswald"/>
              <a:ea typeface="Oswald"/>
              <a:cs typeface="Oswald"/>
              <a:sym typeface="Oswald"/>
            </a:endParaRPr>
          </a:p>
          <a:p>
            <a:pPr marL="419735" lvl="0" indent="-366395" algn="l" rtl="0">
              <a:lnSpc>
                <a:spcPct val="100000"/>
              </a:lnSpc>
              <a:spcBef>
                <a:spcPts val="0"/>
              </a:spcBef>
              <a:spcAft>
                <a:spcPts val="0"/>
              </a:spcAft>
              <a:buClr>
                <a:schemeClr val="dk1"/>
              </a:buClr>
              <a:buSzPts val="1800"/>
              <a:buFont typeface="Oswald"/>
              <a:buAutoNum type="arabicPeriod"/>
            </a:pPr>
            <a:r>
              <a:rPr lang="en-GB">
                <a:solidFill>
                  <a:schemeClr val="dk1"/>
                </a:solidFill>
                <a:latin typeface="Oswald"/>
                <a:ea typeface="Oswald"/>
                <a:cs typeface="Oswald"/>
                <a:sym typeface="Oswald"/>
              </a:rPr>
              <a:t>Use case number and name</a:t>
            </a:r>
            <a:endParaRPr>
              <a:solidFill>
                <a:schemeClr val="dk1"/>
              </a:solidFill>
              <a:latin typeface="Oswald"/>
              <a:ea typeface="Oswald"/>
              <a:cs typeface="Oswald"/>
              <a:sym typeface="Oswald"/>
            </a:endParaRPr>
          </a:p>
          <a:p>
            <a:pPr marL="419735" lvl="0" indent="-366395" algn="l" rtl="0">
              <a:lnSpc>
                <a:spcPct val="100000"/>
              </a:lnSpc>
              <a:spcBef>
                <a:spcPts val="0"/>
              </a:spcBef>
              <a:spcAft>
                <a:spcPts val="0"/>
              </a:spcAft>
              <a:buClr>
                <a:schemeClr val="dk1"/>
              </a:buClr>
              <a:buSzPts val="1800"/>
              <a:buFont typeface="Oswald"/>
              <a:buAutoNum type="arabicPeriod"/>
            </a:pPr>
            <a:r>
              <a:rPr lang="en-GB">
                <a:solidFill>
                  <a:schemeClr val="dk1"/>
                </a:solidFill>
                <a:latin typeface="Oswald"/>
                <a:ea typeface="Oswald"/>
                <a:cs typeface="Oswald"/>
                <a:sym typeface="Oswald"/>
              </a:rPr>
              <a:t>Description</a:t>
            </a:r>
            <a:endParaRPr>
              <a:solidFill>
                <a:schemeClr val="dk1"/>
              </a:solidFill>
              <a:latin typeface="Oswald"/>
              <a:ea typeface="Oswald"/>
              <a:cs typeface="Oswald"/>
              <a:sym typeface="Oswald"/>
            </a:endParaRPr>
          </a:p>
          <a:p>
            <a:pPr marL="419735" lvl="0" indent="-366395" algn="l" rtl="0">
              <a:lnSpc>
                <a:spcPct val="100000"/>
              </a:lnSpc>
              <a:spcBef>
                <a:spcPts val="600"/>
              </a:spcBef>
              <a:spcAft>
                <a:spcPts val="0"/>
              </a:spcAft>
              <a:buClr>
                <a:schemeClr val="dk1"/>
              </a:buClr>
              <a:buSzPts val="1800"/>
              <a:buFont typeface="Oswald"/>
              <a:buAutoNum type="arabicPeriod"/>
            </a:pPr>
            <a:r>
              <a:rPr lang="en-GB">
                <a:solidFill>
                  <a:schemeClr val="dk1"/>
                </a:solidFill>
                <a:latin typeface="Oswald"/>
                <a:ea typeface="Oswald"/>
                <a:cs typeface="Oswald"/>
                <a:sym typeface="Oswald"/>
              </a:rPr>
              <a:t>Stakeholders and Interests</a:t>
            </a:r>
            <a:endParaRPr>
              <a:solidFill>
                <a:schemeClr val="dk1"/>
              </a:solidFill>
              <a:latin typeface="Oswald"/>
              <a:ea typeface="Oswald"/>
              <a:cs typeface="Oswald"/>
              <a:sym typeface="Oswald"/>
            </a:endParaRPr>
          </a:p>
          <a:p>
            <a:pPr marL="419735" lvl="0" indent="-366395" algn="l" rtl="0">
              <a:lnSpc>
                <a:spcPct val="100000"/>
              </a:lnSpc>
              <a:spcBef>
                <a:spcPts val="600"/>
              </a:spcBef>
              <a:spcAft>
                <a:spcPts val="0"/>
              </a:spcAft>
              <a:buClr>
                <a:schemeClr val="dk1"/>
              </a:buClr>
              <a:buSzPts val="1800"/>
              <a:buFont typeface="Oswald"/>
              <a:buAutoNum type="arabicPeriod"/>
            </a:pPr>
            <a:r>
              <a:rPr lang="en-GB">
                <a:solidFill>
                  <a:schemeClr val="dk1"/>
                </a:solidFill>
                <a:latin typeface="Oswald"/>
                <a:ea typeface="Oswald"/>
                <a:cs typeface="Oswald"/>
                <a:sym typeface="Oswald"/>
              </a:rPr>
              <a:t>Primary Actor</a:t>
            </a:r>
            <a:endParaRPr>
              <a:solidFill>
                <a:schemeClr val="dk1"/>
              </a:solidFill>
              <a:latin typeface="Oswald"/>
              <a:ea typeface="Oswald"/>
              <a:cs typeface="Oswald"/>
              <a:sym typeface="Oswald"/>
            </a:endParaRPr>
          </a:p>
          <a:p>
            <a:pPr marL="419735" lvl="0" indent="-366395" algn="l" rtl="0">
              <a:lnSpc>
                <a:spcPct val="100000"/>
              </a:lnSpc>
              <a:spcBef>
                <a:spcPts val="600"/>
              </a:spcBef>
              <a:spcAft>
                <a:spcPts val="0"/>
              </a:spcAft>
              <a:buClr>
                <a:schemeClr val="dk1"/>
              </a:buClr>
              <a:buSzPts val="1800"/>
              <a:buFont typeface="Oswald"/>
              <a:buAutoNum type="arabicPeriod"/>
            </a:pPr>
            <a:r>
              <a:rPr lang="en-GB">
                <a:solidFill>
                  <a:schemeClr val="dk1"/>
                </a:solidFill>
                <a:latin typeface="Oswald"/>
                <a:ea typeface="Oswald"/>
                <a:cs typeface="Oswald"/>
                <a:sym typeface="Oswald"/>
              </a:rPr>
              <a:t>Pre-conditions</a:t>
            </a:r>
            <a:endParaRPr>
              <a:solidFill>
                <a:schemeClr val="dk1"/>
              </a:solidFill>
              <a:latin typeface="Oswald"/>
              <a:ea typeface="Oswald"/>
              <a:cs typeface="Oswald"/>
              <a:sym typeface="Oswald"/>
            </a:endParaRPr>
          </a:p>
          <a:p>
            <a:pPr marL="419735" lvl="0" indent="-366395" algn="l" rtl="0">
              <a:lnSpc>
                <a:spcPct val="100000"/>
              </a:lnSpc>
              <a:spcBef>
                <a:spcPts val="600"/>
              </a:spcBef>
              <a:spcAft>
                <a:spcPts val="0"/>
              </a:spcAft>
              <a:buClr>
                <a:schemeClr val="dk1"/>
              </a:buClr>
              <a:buSzPts val="1800"/>
              <a:buFont typeface="Oswald"/>
              <a:buAutoNum type="arabicPeriod"/>
            </a:pPr>
            <a:r>
              <a:rPr lang="en-GB">
                <a:solidFill>
                  <a:schemeClr val="dk1"/>
                </a:solidFill>
                <a:latin typeface="Oswald"/>
                <a:ea typeface="Oswald"/>
                <a:cs typeface="Oswald"/>
                <a:sym typeface="Oswald"/>
              </a:rPr>
              <a:t>Success Scenario</a:t>
            </a:r>
            <a:endParaRPr>
              <a:solidFill>
                <a:schemeClr val="dk1"/>
              </a:solidFill>
              <a:latin typeface="Oswald"/>
              <a:ea typeface="Oswald"/>
              <a:cs typeface="Oswald"/>
              <a:sym typeface="Oswald"/>
            </a:endParaRPr>
          </a:p>
          <a:p>
            <a:pPr marL="419735" lvl="0" indent="-366395" algn="l" rtl="0">
              <a:lnSpc>
                <a:spcPct val="100000"/>
              </a:lnSpc>
              <a:spcBef>
                <a:spcPts val="600"/>
              </a:spcBef>
              <a:spcAft>
                <a:spcPts val="0"/>
              </a:spcAft>
              <a:buClr>
                <a:schemeClr val="dk1"/>
              </a:buClr>
              <a:buSzPts val="1800"/>
              <a:buFont typeface="Oswald"/>
              <a:buAutoNum type="arabicPeriod"/>
            </a:pPr>
            <a:r>
              <a:rPr lang="en-GB">
                <a:solidFill>
                  <a:schemeClr val="dk1"/>
                </a:solidFill>
                <a:latin typeface="Oswald"/>
                <a:ea typeface="Oswald"/>
                <a:cs typeface="Oswald"/>
                <a:sym typeface="Oswald"/>
              </a:rPr>
              <a:t>Alternative Scenario </a:t>
            </a:r>
            <a:endParaRPr>
              <a:solidFill>
                <a:schemeClr val="dk1"/>
              </a:solidFill>
              <a:latin typeface="Oswald"/>
              <a:ea typeface="Oswald"/>
              <a:cs typeface="Oswald"/>
              <a:sym typeface="Oswald"/>
            </a:endParaRPr>
          </a:p>
          <a:p>
            <a:pPr marL="419735" lvl="0" indent="-366395" algn="l" rtl="0">
              <a:lnSpc>
                <a:spcPct val="100000"/>
              </a:lnSpc>
              <a:spcBef>
                <a:spcPts val="600"/>
              </a:spcBef>
              <a:spcAft>
                <a:spcPts val="0"/>
              </a:spcAft>
              <a:buClr>
                <a:schemeClr val="dk1"/>
              </a:buClr>
              <a:buSzPts val="1800"/>
              <a:buFont typeface="Oswald"/>
              <a:buAutoNum type="arabicPeriod"/>
            </a:pPr>
            <a:r>
              <a:rPr lang="en-GB">
                <a:solidFill>
                  <a:schemeClr val="dk1"/>
                </a:solidFill>
                <a:latin typeface="Oswald"/>
                <a:ea typeface="Oswald"/>
                <a:cs typeface="Oswald"/>
                <a:sym typeface="Oswald"/>
              </a:rPr>
              <a:t>Post-conditions</a:t>
            </a:r>
            <a:endParaRPr>
              <a:solidFill>
                <a:schemeClr val="dk1"/>
              </a:solidFill>
              <a:latin typeface="Oswald"/>
              <a:ea typeface="Oswald"/>
              <a:cs typeface="Oswald"/>
              <a:sym typeface="Oswald"/>
            </a:endParaRPr>
          </a:p>
          <a:p>
            <a:pPr marL="0" lvl="0" indent="0" algn="l" rtl="0">
              <a:lnSpc>
                <a:spcPct val="130000"/>
              </a:lnSpc>
              <a:spcBef>
                <a:spcPts val="600"/>
              </a:spcBef>
              <a:spcAft>
                <a:spcPts val="0"/>
              </a:spcAft>
              <a:buNone/>
            </a:pPr>
            <a:endParaRPr sz="2400">
              <a:solidFill>
                <a:schemeClr val="dk1"/>
              </a:solidFill>
              <a:latin typeface="Oswald"/>
              <a:ea typeface="Oswald"/>
              <a:cs typeface="Oswald"/>
              <a:sym typeface="Oswald"/>
            </a:endParaRPr>
          </a:p>
        </p:txBody>
      </p:sp>
      <p:sp>
        <p:nvSpPr>
          <p:cNvPr id="618" name="Google Shape;618;p71"/>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622" name="Shape 622"/>
        <p:cNvGrpSpPr/>
        <p:nvPr/>
      </p:nvGrpSpPr>
      <p:grpSpPr>
        <a:xfrm>
          <a:off x="0" y="0"/>
          <a:ext cx="0" cy="0"/>
          <a:chOff x="0" y="0"/>
          <a:chExt cx="0" cy="0"/>
        </a:xfrm>
      </p:grpSpPr>
      <p:sp>
        <p:nvSpPr>
          <p:cNvPr id="623" name="Google Shape;623;p72"/>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graphicFrame>
        <p:nvGraphicFramePr>
          <p:cNvPr id="624" name="Google Shape;624;p72"/>
          <p:cNvGraphicFramePr/>
          <p:nvPr/>
        </p:nvGraphicFramePr>
        <p:xfrm>
          <a:off x="952500" y="224938"/>
          <a:ext cx="7239000" cy="3000000"/>
        </p:xfrm>
        <a:graphic>
          <a:graphicData uri="http://schemas.openxmlformats.org/drawingml/2006/table">
            <a:tbl>
              <a:tblPr>
                <a:noFill/>
                <a:tableStyleId>{B59BA99F-3408-4885-A42A-742625648A24}</a:tableStyleId>
              </a:tblPr>
              <a:tblGrid>
                <a:gridCol w="3619500"/>
                <a:gridCol w="3619500"/>
              </a:tblGrid>
              <a:tr h="381000">
                <a:tc>
                  <a:txBody>
                    <a:bodyPr/>
                    <a:lstStyle/>
                    <a:p>
                      <a:pPr marL="0" lvl="0" indent="0" algn="l" rtl="0">
                        <a:spcBef>
                          <a:spcPts val="0"/>
                        </a:spcBef>
                        <a:spcAft>
                          <a:spcPts val="0"/>
                        </a:spcAft>
                        <a:buNone/>
                      </a:pPr>
                      <a:r>
                        <a:rPr lang="en-GB" sz="1600">
                          <a:solidFill>
                            <a:schemeClr val="dk1"/>
                          </a:solidFill>
                          <a:latin typeface="Oswald Light"/>
                          <a:ea typeface="Oswald Light"/>
                          <a:cs typeface="Oswald Light"/>
                          <a:sym typeface="Oswald Light"/>
                        </a:rPr>
                        <a:t>Description</a:t>
                      </a:r>
                      <a:endParaRPr sz="1600">
                        <a:solidFill>
                          <a:schemeClr val="dk1"/>
                        </a:solidFill>
                        <a:latin typeface="Oswald Light"/>
                        <a:ea typeface="Oswald Light"/>
                        <a:cs typeface="Oswald Light"/>
                        <a:sym typeface="Oswald Light"/>
                      </a:endParaRPr>
                    </a:p>
                  </a:txBody>
                  <a:tcPr marL="91425" marR="91425" marT="91425" marB="91425">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GB" sz="1600">
                          <a:solidFill>
                            <a:schemeClr val="dk1"/>
                          </a:solidFill>
                          <a:latin typeface="Oswald Light"/>
                          <a:ea typeface="Oswald Light"/>
                          <a:cs typeface="Oswald Light"/>
                          <a:sym typeface="Oswald Light"/>
                        </a:rPr>
                        <a:t>Brief description that states the purpose of the use case in a couple of sentences</a:t>
                      </a:r>
                      <a:endParaRPr sz="1600">
                        <a:solidFill>
                          <a:schemeClr val="dk1"/>
                        </a:solidFill>
                        <a:latin typeface="Oswald Light"/>
                        <a:ea typeface="Oswald Light"/>
                        <a:cs typeface="Oswald Light"/>
                        <a:sym typeface="Oswald Light"/>
                      </a:endParaRPr>
                    </a:p>
                  </a:txBody>
                  <a:tcPr marL="91425" marR="91425" marT="91425" marB="91425">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r>
              <a:tr h="381000">
                <a:tc>
                  <a:txBody>
                    <a:bodyPr/>
                    <a:lstStyle/>
                    <a:p>
                      <a:pPr marL="0" lvl="0" indent="0" algn="l" rtl="0">
                        <a:spcBef>
                          <a:spcPts val="0"/>
                        </a:spcBef>
                        <a:spcAft>
                          <a:spcPts val="0"/>
                        </a:spcAft>
                        <a:buNone/>
                      </a:pPr>
                      <a:r>
                        <a:rPr lang="en-GB" sz="1600">
                          <a:solidFill>
                            <a:schemeClr val="dk1"/>
                          </a:solidFill>
                          <a:latin typeface="Oswald Light"/>
                          <a:ea typeface="Oswald Light"/>
                          <a:cs typeface="Oswald Light"/>
                          <a:sym typeface="Oswald Light"/>
                        </a:rPr>
                        <a:t>Actors</a:t>
                      </a:r>
                      <a:endParaRPr sz="1600">
                        <a:solidFill>
                          <a:schemeClr val="dk1"/>
                        </a:solidFill>
                        <a:latin typeface="Oswald Light"/>
                        <a:ea typeface="Oswald Light"/>
                        <a:cs typeface="Oswald Light"/>
                        <a:sym typeface="Oswald Light"/>
                      </a:endParaRPr>
                    </a:p>
                  </a:txBody>
                  <a:tcPr marL="91425" marR="91425" marT="91425" marB="91425">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GB" sz="1600">
                          <a:solidFill>
                            <a:schemeClr val="dk1"/>
                          </a:solidFill>
                          <a:latin typeface="Oswald Light"/>
                          <a:ea typeface="Oswald Light"/>
                          <a:cs typeface="Oswald Light"/>
                          <a:sym typeface="Oswald Light"/>
                        </a:rPr>
                        <a:t>Which actors interact with the use case</a:t>
                      </a:r>
                      <a:endParaRPr sz="1600">
                        <a:solidFill>
                          <a:schemeClr val="dk1"/>
                        </a:solidFill>
                        <a:latin typeface="Oswald Light"/>
                        <a:ea typeface="Oswald Light"/>
                        <a:cs typeface="Oswald Light"/>
                        <a:sym typeface="Oswald Light"/>
                      </a:endParaRPr>
                    </a:p>
                  </a:txBody>
                  <a:tcPr marL="91425" marR="91425" marT="91425" marB="91425">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r>
              <a:tr h="381000">
                <a:tc>
                  <a:txBody>
                    <a:bodyPr/>
                    <a:lstStyle/>
                    <a:p>
                      <a:pPr marL="0" lvl="0" indent="0" algn="l" rtl="0">
                        <a:spcBef>
                          <a:spcPts val="0"/>
                        </a:spcBef>
                        <a:spcAft>
                          <a:spcPts val="0"/>
                        </a:spcAft>
                        <a:buNone/>
                      </a:pPr>
                      <a:r>
                        <a:rPr lang="en-GB" sz="1600">
                          <a:solidFill>
                            <a:schemeClr val="dk1"/>
                          </a:solidFill>
                          <a:latin typeface="Oswald Light"/>
                          <a:ea typeface="Oswald Light"/>
                          <a:cs typeface="Oswald Light"/>
                          <a:sym typeface="Oswald Light"/>
                        </a:rPr>
                        <a:t>Primary </a:t>
                      </a:r>
                      <a:r>
                        <a:rPr lang="en-GB" sz="1600">
                          <a:solidFill>
                            <a:schemeClr val="dk1"/>
                          </a:solidFill>
                          <a:latin typeface="Oswald Light"/>
                          <a:ea typeface="Oswald Light"/>
                          <a:cs typeface="Oswald Light"/>
                          <a:sym typeface="Oswald Light"/>
                        </a:rPr>
                        <a:t>Actor</a:t>
                      </a:r>
                      <a:endParaRPr sz="1600">
                        <a:solidFill>
                          <a:schemeClr val="dk1"/>
                        </a:solidFill>
                        <a:latin typeface="Oswald Light"/>
                        <a:ea typeface="Oswald Light"/>
                        <a:cs typeface="Oswald Light"/>
                        <a:sym typeface="Oswald Light"/>
                      </a:endParaRPr>
                    </a:p>
                  </a:txBody>
                  <a:tcPr marL="91425" marR="91425" marT="91425" marB="91425">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GB" sz="1600">
                          <a:solidFill>
                            <a:schemeClr val="dk1"/>
                          </a:solidFill>
                          <a:latin typeface="Oswald Light"/>
                          <a:ea typeface="Oswald Light"/>
                          <a:cs typeface="Oswald Light"/>
                          <a:sym typeface="Oswald Light"/>
                        </a:rPr>
                        <a:t>For which actor the use case is the most significant</a:t>
                      </a:r>
                      <a:endParaRPr sz="1600">
                        <a:solidFill>
                          <a:schemeClr val="dk1"/>
                        </a:solidFill>
                        <a:latin typeface="Oswald Light"/>
                        <a:ea typeface="Oswald Light"/>
                        <a:cs typeface="Oswald Light"/>
                        <a:sym typeface="Oswald Light"/>
                      </a:endParaRPr>
                    </a:p>
                  </a:txBody>
                  <a:tcPr marL="91425" marR="91425" marT="91425" marB="91425">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r>
              <a:tr h="381000">
                <a:tc>
                  <a:txBody>
                    <a:bodyPr/>
                    <a:lstStyle/>
                    <a:p>
                      <a:pPr marL="0" lvl="0" indent="0" algn="l" rtl="0">
                        <a:spcBef>
                          <a:spcPts val="0"/>
                        </a:spcBef>
                        <a:spcAft>
                          <a:spcPts val="0"/>
                        </a:spcAft>
                        <a:buNone/>
                      </a:pPr>
                      <a:r>
                        <a:rPr lang="en-GB" sz="1600">
                          <a:solidFill>
                            <a:schemeClr val="dk1"/>
                          </a:solidFill>
                          <a:latin typeface="Oswald Light"/>
                          <a:ea typeface="Oswald Light"/>
                          <a:cs typeface="Oswald Light"/>
                          <a:sym typeface="Oswald Light"/>
                        </a:rPr>
                        <a:t>Pre-conditions</a:t>
                      </a:r>
                      <a:endParaRPr sz="1600">
                        <a:solidFill>
                          <a:schemeClr val="dk1"/>
                        </a:solidFill>
                        <a:latin typeface="Oswald Light"/>
                        <a:ea typeface="Oswald Light"/>
                        <a:cs typeface="Oswald Light"/>
                        <a:sym typeface="Oswald Light"/>
                      </a:endParaRPr>
                    </a:p>
                  </a:txBody>
                  <a:tcPr marL="91425" marR="91425" marT="91425" marB="91425">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GB" sz="1600">
                          <a:solidFill>
                            <a:schemeClr val="dk1"/>
                          </a:solidFill>
                          <a:latin typeface="Oswald Light"/>
                          <a:ea typeface="Oswald Light"/>
                          <a:cs typeface="Oswald Light"/>
                          <a:sym typeface="Oswald Light"/>
                        </a:rPr>
                        <a:t>What has to occur before the use case starts</a:t>
                      </a:r>
                      <a:endParaRPr sz="1600">
                        <a:solidFill>
                          <a:schemeClr val="dk1"/>
                        </a:solidFill>
                        <a:latin typeface="Oswald Light"/>
                        <a:ea typeface="Oswald Light"/>
                        <a:cs typeface="Oswald Light"/>
                        <a:sym typeface="Oswald Light"/>
                      </a:endParaRPr>
                    </a:p>
                  </a:txBody>
                  <a:tcPr marL="91425" marR="91425" marT="91425" marB="91425">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r>
              <a:tr h="381000">
                <a:tc>
                  <a:txBody>
                    <a:bodyPr/>
                    <a:lstStyle/>
                    <a:p>
                      <a:pPr marL="0" lvl="0" indent="0" algn="l" rtl="0">
                        <a:spcBef>
                          <a:spcPts val="0"/>
                        </a:spcBef>
                        <a:spcAft>
                          <a:spcPts val="0"/>
                        </a:spcAft>
                        <a:buNone/>
                      </a:pPr>
                      <a:r>
                        <a:rPr lang="en-GB" sz="1600">
                          <a:solidFill>
                            <a:schemeClr val="dk1"/>
                          </a:solidFill>
                          <a:latin typeface="Oswald Light"/>
                          <a:ea typeface="Oswald Light"/>
                          <a:cs typeface="Oswald Light"/>
                          <a:sym typeface="Oswald Light"/>
                        </a:rPr>
                        <a:t>Main Flow of Events / Success Scenario</a:t>
                      </a:r>
                      <a:endParaRPr sz="1600">
                        <a:solidFill>
                          <a:schemeClr val="dk1"/>
                        </a:solidFill>
                        <a:latin typeface="Oswald Light"/>
                        <a:ea typeface="Oswald Light"/>
                        <a:cs typeface="Oswald Light"/>
                        <a:sym typeface="Oswald Light"/>
                      </a:endParaRPr>
                    </a:p>
                  </a:txBody>
                  <a:tcPr marL="91425" marR="91425" marT="91425" marB="91425">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GB" sz="1600">
                          <a:solidFill>
                            <a:schemeClr val="dk1"/>
                          </a:solidFill>
                          <a:latin typeface="Oswald Light"/>
                          <a:ea typeface="Oswald Light"/>
                          <a:cs typeface="Oswald Light"/>
                          <a:sym typeface="Oswald Light"/>
                        </a:rPr>
                        <a:t>The normal sequence of events</a:t>
                      </a:r>
                      <a:endParaRPr sz="1600">
                        <a:solidFill>
                          <a:schemeClr val="dk1"/>
                        </a:solidFill>
                        <a:latin typeface="Oswald Light"/>
                        <a:ea typeface="Oswald Light"/>
                        <a:cs typeface="Oswald Light"/>
                        <a:sym typeface="Oswald Light"/>
                      </a:endParaRPr>
                    </a:p>
                    <a:p>
                      <a:pPr marL="0" lvl="0" indent="0" algn="l" rtl="0">
                        <a:spcBef>
                          <a:spcPts val="0"/>
                        </a:spcBef>
                        <a:spcAft>
                          <a:spcPts val="0"/>
                        </a:spcAft>
                        <a:buNone/>
                      </a:pPr>
                      <a:r>
                        <a:rPr lang="en-GB" sz="1600">
                          <a:solidFill>
                            <a:schemeClr val="dk1"/>
                          </a:solidFill>
                          <a:latin typeface="Oswald Light"/>
                          <a:ea typeface="Oswald Light"/>
                          <a:cs typeface="Oswald Light"/>
                          <a:sym typeface="Oswald Light"/>
                        </a:rPr>
                        <a:t>When everything goes smoothly - No complications</a:t>
                      </a:r>
                      <a:endParaRPr sz="1600">
                        <a:solidFill>
                          <a:schemeClr val="dk1"/>
                        </a:solidFill>
                        <a:latin typeface="Oswald Light"/>
                        <a:ea typeface="Oswald Light"/>
                        <a:cs typeface="Oswald Light"/>
                        <a:sym typeface="Oswald Light"/>
                      </a:endParaRPr>
                    </a:p>
                    <a:p>
                      <a:pPr marL="0" lvl="0" indent="0" algn="l" rtl="0">
                        <a:spcBef>
                          <a:spcPts val="0"/>
                        </a:spcBef>
                        <a:spcAft>
                          <a:spcPts val="0"/>
                        </a:spcAft>
                        <a:buNone/>
                      </a:pPr>
                      <a:r>
                        <a:rPr lang="en-GB" sz="1600">
                          <a:solidFill>
                            <a:schemeClr val="dk1"/>
                          </a:solidFill>
                          <a:latin typeface="Oswald Light"/>
                          <a:ea typeface="Oswald Light"/>
                          <a:cs typeface="Oswald Light"/>
                          <a:sym typeface="Oswald Light"/>
                        </a:rPr>
                        <a:t>Written as a list in normal language.</a:t>
                      </a:r>
                      <a:endParaRPr sz="1600">
                        <a:solidFill>
                          <a:schemeClr val="dk1"/>
                        </a:solidFill>
                        <a:latin typeface="Oswald Light"/>
                        <a:ea typeface="Oswald Light"/>
                        <a:cs typeface="Oswald Light"/>
                        <a:sym typeface="Oswald Light"/>
                      </a:endParaRPr>
                    </a:p>
                  </a:txBody>
                  <a:tcPr marL="91425" marR="91425" marT="91425" marB="91425">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r>
              <a:tr h="381000">
                <a:tc>
                  <a:txBody>
                    <a:bodyPr/>
                    <a:lstStyle/>
                    <a:p>
                      <a:pPr marL="0" lvl="0" indent="0" algn="l" rtl="0">
                        <a:spcBef>
                          <a:spcPts val="0"/>
                        </a:spcBef>
                        <a:spcAft>
                          <a:spcPts val="0"/>
                        </a:spcAft>
                        <a:buNone/>
                      </a:pPr>
                      <a:r>
                        <a:rPr lang="en-GB" sz="1600">
                          <a:solidFill>
                            <a:schemeClr val="dk1"/>
                          </a:solidFill>
                          <a:latin typeface="Oswald Light"/>
                          <a:ea typeface="Oswald Light"/>
                          <a:cs typeface="Oswald Light"/>
                          <a:sym typeface="Oswald Light"/>
                        </a:rPr>
                        <a:t>Alternative Flow of Events</a:t>
                      </a:r>
                      <a:endParaRPr sz="1600">
                        <a:solidFill>
                          <a:schemeClr val="dk1"/>
                        </a:solidFill>
                        <a:latin typeface="Oswald Light"/>
                        <a:ea typeface="Oswald Light"/>
                        <a:cs typeface="Oswald Light"/>
                        <a:sym typeface="Oswald Light"/>
                      </a:endParaRPr>
                    </a:p>
                  </a:txBody>
                  <a:tcPr marL="91425" marR="91425" marT="91425" marB="91425">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GB" sz="1600">
                          <a:solidFill>
                            <a:schemeClr val="dk1"/>
                          </a:solidFill>
                          <a:latin typeface="Oswald Light"/>
                          <a:ea typeface="Oswald Light"/>
                          <a:cs typeface="Oswald Light"/>
                          <a:sym typeface="Oswald Light"/>
                        </a:rPr>
                        <a:t>Exceptions to the normal flow. These are alternative paths to deal with errors. different circumstances, etc.</a:t>
                      </a:r>
                      <a:endParaRPr sz="1600">
                        <a:solidFill>
                          <a:schemeClr val="dk1"/>
                        </a:solidFill>
                        <a:latin typeface="Oswald Light"/>
                        <a:ea typeface="Oswald Light"/>
                        <a:cs typeface="Oswald Light"/>
                        <a:sym typeface="Oswald Light"/>
                      </a:endParaRPr>
                    </a:p>
                  </a:txBody>
                  <a:tcPr marL="91425" marR="91425" marT="91425" marB="91425">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r>
              <a:tr h="381000">
                <a:tc>
                  <a:txBody>
                    <a:bodyPr/>
                    <a:lstStyle/>
                    <a:p>
                      <a:pPr marL="0" lvl="0" indent="0" algn="l" rtl="0">
                        <a:spcBef>
                          <a:spcPts val="0"/>
                        </a:spcBef>
                        <a:spcAft>
                          <a:spcPts val="0"/>
                        </a:spcAft>
                        <a:buNone/>
                      </a:pPr>
                      <a:r>
                        <a:rPr lang="en-GB" sz="1600">
                          <a:solidFill>
                            <a:schemeClr val="dk1"/>
                          </a:solidFill>
                          <a:latin typeface="Oswald Light"/>
                          <a:ea typeface="Oswald Light"/>
                          <a:cs typeface="Oswald Light"/>
                          <a:sym typeface="Oswald Light"/>
                        </a:rPr>
                        <a:t>Post-conditions</a:t>
                      </a:r>
                      <a:endParaRPr sz="1600">
                        <a:solidFill>
                          <a:schemeClr val="dk1"/>
                        </a:solidFill>
                        <a:latin typeface="Oswald Light"/>
                        <a:ea typeface="Oswald Light"/>
                        <a:cs typeface="Oswald Light"/>
                        <a:sym typeface="Oswald Light"/>
                      </a:endParaRPr>
                    </a:p>
                  </a:txBody>
                  <a:tcPr marL="91425" marR="91425" marT="91425" marB="91425">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GB" sz="1600">
                          <a:solidFill>
                            <a:schemeClr val="dk1"/>
                          </a:solidFill>
                          <a:latin typeface="Oswald Light"/>
                          <a:ea typeface="Oswald Light"/>
                          <a:cs typeface="Oswald Light"/>
                          <a:sym typeface="Oswald Light"/>
                        </a:rPr>
                        <a:t>What occurs after the use case ends</a:t>
                      </a:r>
                      <a:endParaRPr sz="1600">
                        <a:solidFill>
                          <a:schemeClr val="dk1"/>
                        </a:solidFill>
                        <a:latin typeface="Oswald Light"/>
                        <a:ea typeface="Oswald Light"/>
                        <a:cs typeface="Oswald Light"/>
                        <a:sym typeface="Oswald Light"/>
                      </a:endParaRPr>
                    </a:p>
                  </a:txBody>
                  <a:tcPr marL="91425" marR="91425" marT="91425" marB="91425">
                    <a:lnL w="2857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628" name="Shape 628"/>
        <p:cNvGrpSpPr/>
        <p:nvPr/>
      </p:nvGrpSpPr>
      <p:grpSpPr>
        <a:xfrm>
          <a:off x="0" y="0"/>
          <a:ext cx="0" cy="0"/>
          <a:chOff x="0" y="0"/>
          <a:chExt cx="0" cy="0"/>
        </a:xfrm>
      </p:grpSpPr>
      <p:sp>
        <p:nvSpPr>
          <p:cNvPr id="629" name="Google Shape;629;p73"/>
          <p:cNvSpPr txBox="1"/>
          <p:nvPr>
            <p:ph type="title"/>
          </p:nvPr>
        </p:nvSpPr>
        <p:spPr>
          <a:xfrm>
            <a:off x="311700" y="3152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Use Case Descriptive Form - Example</a:t>
            </a:r>
            <a:endParaRPr sz="3200"/>
          </a:p>
        </p:txBody>
      </p:sp>
      <p:sp>
        <p:nvSpPr>
          <p:cNvPr id="630" name="Google Shape;630;p73"/>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
        <p:nvSpPr>
          <p:cNvPr id="631" name="Google Shape;631;p73"/>
          <p:cNvSpPr/>
          <p:nvPr/>
        </p:nvSpPr>
        <p:spPr>
          <a:xfrm>
            <a:off x="2880614" y="1730408"/>
            <a:ext cx="3047400" cy="2690100"/>
          </a:xfrm>
          <a:prstGeom prst="rect">
            <a:avLst/>
          </a:prstGeom>
          <a:solidFill>
            <a:srgbClr val="FFFFFF"/>
          </a:solidFill>
          <a:ln w="25400"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632" name="Google Shape;632;p73"/>
          <p:cNvSpPr/>
          <p:nvPr/>
        </p:nvSpPr>
        <p:spPr>
          <a:xfrm>
            <a:off x="866645" y="1696305"/>
            <a:ext cx="327600" cy="280500"/>
          </a:xfrm>
          <a:prstGeom prst="ellipse">
            <a:avLst/>
          </a:prstGeom>
          <a:no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800"/>
              <a:buFont typeface="Times New Roman" panose="02020603050405020304"/>
              <a:buNone/>
            </a:pPr>
            <a:endParaRPr sz="18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633" name="Google Shape;633;p73"/>
          <p:cNvCxnSpPr/>
          <p:nvPr/>
        </p:nvCxnSpPr>
        <p:spPr>
          <a:xfrm>
            <a:off x="1030418" y="1976701"/>
            <a:ext cx="0" cy="420600"/>
          </a:xfrm>
          <a:prstGeom prst="straightConnector1">
            <a:avLst/>
          </a:prstGeom>
          <a:noFill/>
          <a:ln w="38100" cap="flat" cmpd="sng">
            <a:solidFill>
              <a:schemeClr val="dk1"/>
            </a:solidFill>
            <a:prstDash val="solid"/>
            <a:round/>
            <a:headEnd type="none" w="med" len="med"/>
            <a:tailEnd type="none" w="med" len="med"/>
          </a:ln>
          <a:effectLst>
            <a:outerShdw blurRad="57150" dist="19050" dir="5400000" algn="bl" rotWithShape="0">
              <a:srgbClr val="000000">
                <a:alpha val="50000"/>
              </a:srgbClr>
            </a:outerShdw>
          </a:effectLst>
        </p:spPr>
      </p:cxnSp>
      <p:cxnSp>
        <p:nvCxnSpPr>
          <p:cNvPr id="634" name="Google Shape;634;p73"/>
          <p:cNvCxnSpPr/>
          <p:nvPr/>
        </p:nvCxnSpPr>
        <p:spPr>
          <a:xfrm>
            <a:off x="1030418" y="2397294"/>
            <a:ext cx="163800" cy="210600"/>
          </a:xfrm>
          <a:prstGeom prst="straightConnector1">
            <a:avLst/>
          </a:prstGeom>
          <a:noFill/>
          <a:ln w="38100" cap="flat" cmpd="sng">
            <a:solidFill>
              <a:schemeClr val="dk1"/>
            </a:solidFill>
            <a:prstDash val="solid"/>
            <a:round/>
            <a:headEnd type="none" w="med" len="med"/>
            <a:tailEnd type="none" w="med" len="med"/>
          </a:ln>
          <a:effectLst>
            <a:outerShdw blurRad="57150" dist="19050" dir="5400000" algn="bl" rotWithShape="0">
              <a:srgbClr val="000000">
                <a:alpha val="50000"/>
              </a:srgbClr>
            </a:outerShdw>
          </a:effectLst>
        </p:spPr>
      </p:cxnSp>
      <p:cxnSp>
        <p:nvCxnSpPr>
          <p:cNvPr id="635" name="Google Shape;635;p73"/>
          <p:cNvCxnSpPr/>
          <p:nvPr/>
        </p:nvCxnSpPr>
        <p:spPr>
          <a:xfrm flipH="1">
            <a:off x="866618" y="2397294"/>
            <a:ext cx="163800" cy="210600"/>
          </a:xfrm>
          <a:prstGeom prst="straightConnector1">
            <a:avLst/>
          </a:prstGeom>
          <a:noFill/>
          <a:ln w="38100" cap="flat" cmpd="sng">
            <a:solidFill>
              <a:schemeClr val="dk1"/>
            </a:solidFill>
            <a:prstDash val="solid"/>
            <a:round/>
            <a:headEnd type="none" w="med" len="med"/>
            <a:tailEnd type="none" w="med" len="med"/>
          </a:ln>
          <a:effectLst>
            <a:outerShdw blurRad="57150" dist="19050" dir="5400000" algn="bl" rotWithShape="0">
              <a:srgbClr val="000000">
                <a:alpha val="50000"/>
              </a:srgbClr>
            </a:outerShdw>
          </a:effectLst>
        </p:spPr>
      </p:cxnSp>
      <p:sp>
        <p:nvSpPr>
          <p:cNvPr id="636" name="Google Shape;636;p73"/>
          <p:cNvSpPr/>
          <p:nvPr/>
        </p:nvSpPr>
        <p:spPr>
          <a:xfrm>
            <a:off x="7581344" y="1677357"/>
            <a:ext cx="327600" cy="280500"/>
          </a:xfrm>
          <a:prstGeom prst="ellipse">
            <a:avLst/>
          </a:prstGeom>
          <a:no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800"/>
              <a:buFont typeface="Times New Roman" panose="02020603050405020304"/>
              <a:buNone/>
            </a:pPr>
            <a:endParaRPr sz="18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637" name="Google Shape;637;p73"/>
          <p:cNvCxnSpPr/>
          <p:nvPr/>
        </p:nvCxnSpPr>
        <p:spPr>
          <a:xfrm>
            <a:off x="7745117" y="1957752"/>
            <a:ext cx="0" cy="420600"/>
          </a:xfrm>
          <a:prstGeom prst="straightConnector1">
            <a:avLst/>
          </a:prstGeom>
          <a:noFill/>
          <a:ln w="38100" cap="flat" cmpd="sng">
            <a:solidFill>
              <a:schemeClr val="dk1"/>
            </a:solidFill>
            <a:prstDash val="solid"/>
            <a:round/>
            <a:headEnd type="none" w="med" len="med"/>
            <a:tailEnd type="none" w="med" len="med"/>
          </a:ln>
          <a:effectLst>
            <a:outerShdw blurRad="57150" dist="19050" dir="5400000" algn="bl" rotWithShape="0">
              <a:srgbClr val="000000">
                <a:alpha val="50000"/>
              </a:srgbClr>
            </a:outerShdw>
          </a:effectLst>
        </p:spPr>
      </p:cxnSp>
      <p:cxnSp>
        <p:nvCxnSpPr>
          <p:cNvPr id="638" name="Google Shape;638;p73"/>
          <p:cNvCxnSpPr/>
          <p:nvPr/>
        </p:nvCxnSpPr>
        <p:spPr>
          <a:xfrm>
            <a:off x="7745117" y="2378346"/>
            <a:ext cx="163800" cy="210600"/>
          </a:xfrm>
          <a:prstGeom prst="straightConnector1">
            <a:avLst/>
          </a:prstGeom>
          <a:noFill/>
          <a:ln w="38100" cap="flat" cmpd="sng">
            <a:solidFill>
              <a:schemeClr val="dk1"/>
            </a:solidFill>
            <a:prstDash val="solid"/>
            <a:round/>
            <a:headEnd type="none" w="med" len="med"/>
            <a:tailEnd type="none" w="med" len="med"/>
          </a:ln>
          <a:effectLst>
            <a:outerShdw blurRad="57150" dist="19050" dir="5400000" algn="bl" rotWithShape="0">
              <a:srgbClr val="000000">
                <a:alpha val="50000"/>
              </a:srgbClr>
            </a:outerShdw>
          </a:effectLst>
        </p:spPr>
      </p:cxnSp>
      <p:cxnSp>
        <p:nvCxnSpPr>
          <p:cNvPr id="639" name="Google Shape;639;p73"/>
          <p:cNvCxnSpPr/>
          <p:nvPr/>
        </p:nvCxnSpPr>
        <p:spPr>
          <a:xfrm flipH="1">
            <a:off x="7581317" y="2378346"/>
            <a:ext cx="163800" cy="210600"/>
          </a:xfrm>
          <a:prstGeom prst="straightConnector1">
            <a:avLst/>
          </a:prstGeom>
          <a:noFill/>
          <a:ln w="38100" cap="flat" cmpd="sng">
            <a:solidFill>
              <a:schemeClr val="dk1"/>
            </a:solidFill>
            <a:prstDash val="solid"/>
            <a:round/>
            <a:headEnd type="none" w="med" len="med"/>
            <a:tailEnd type="none" w="med" len="med"/>
          </a:ln>
          <a:effectLst>
            <a:outerShdw blurRad="57150" dist="19050" dir="5400000" algn="bl" rotWithShape="0">
              <a:srgbClr val="000000">
                <a:alpha val="50000"/>
              </a:srgbClr>
            </a:outerShdw>
          </a:effectLst>
        </p:spPr>
      </p:cxnSp>
      <p:sp>
        <p:nvSpPr>
          <p:cNvPr id="640" name="Google Shape;640;p73"/>
          <p:cNvSpPr/>
          <p:nvPr/>
        </p:nvSpPr>
        <p:spPr>
          <a:xfrm>
            <a:off x="3159469" y="2577274"/>
            <a:ext cx="2456700" cy="1051500"/>
          </a:xfrm>
          <a:prstGeom prst="ellipse">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800"/>
              <a:buFont typeface="Times New Roman" panose="02020603050405020304"/>
              <a:buNone/>
            </a:pPr>
            <a:endParaRPr sz="18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41" name="Google Shape;641;p73"/>
          <p:cNvSpPr txBox="1"/>
          <p:nvPr/>
        </p:nvSpPr>
        <p:spPr>
          <a:xfrm>
            <a:off x="3462671" y="2892719"/>
            <a:ext cx="1883400" cy="4245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800"/>
              <a:buFont typeface="Times New Roman" panose="02020603050405020304"/>
              <a:buNone/>
            </a:pPr>
            <a:r>
              <a:rPr lang="en-GB" sz="1800" i="0" u="none" strike="noStrike" cap="none">
                <a:solidFill>
                  <a:srgbClr val="000000"/>
                </a:solidFill>
                <a:latin typeface="Oswald"/>
                <a:ea typeface="Oswald"/>
                <a:cs typeface="Oswald"/>
                <a:sym typeface="Oswald"/>
              </a:rPr>
              <a:t>Sell Item</a:t>
            </a:r>
            <a:endParaRPr>
              <a:latin typeface="Oswald"/>
              <a:ea typeface="Oswald"/>
              <a:cs typeface="Oswald"/>
              <a:sym typeface="Oswald"/>
            </a:endParaRPr>
          </a:p>
        </p:txBody>
      </p:sp>
      <p:cxnSp>
        <p:nvCxnSpPr>
          <p:cNvPr id="642" name="Google Shape;642;p73"/>
          <p:cNvCxnSpPr/>
          <p:nvPr/>
        </p:nvCxnSpPr>
        <p:spPr>
          <a:xfrm>
            <a:off x="1194192" y="2226780"/>
            <a:ext cx="1965300" cy="771300"/>
          </a:xfrm>
          <a:prstGeom prst="straightConnector1">
            <a:avLst/>
          </a:prstGeom>
          <a:noFill/>
          <a:ln w="38100" cap="flat" cmpd="sng">
            <a:solidFill>
              <a:schemeClr val="dk1"/>
            </a:solidFill>
            <a:prstDash val="solid"/>
            <a:round/>
            <a:headEnd type="none" w="med" len="med"/>
            <a:tailEnd type="none" w="med" len="med"/>
          </a:ln>
          <a:effectLst>
            <a:outerShdw blurRad="57150" dist="19050" dir="5400000" algn="bl" rotWithShape="0">
              <a:srgbClr val="000000">
                <a:alpha val="50000"/>
              </a:srgbClr>
            </a:outerShdw>
          </a:effectLst>
        </p:spPr>
      </p:cxnSp>
      <p:cxnSp>
        <p:nvCxnSpPr>
          <p:cNvPr id="643" name="Google Shape;643;p73"/>
          <p:cNvCxnSpPr/>
          <p:nvPr/>
        </p:nvCxnSpPr>
        <p:spPr>
          <a:xfrm rot="10800000" flipH="1">
            <a:off x="5616066" y="2226766"/>
            <a:ext cx="1883400" cy="841200"/>
          </a:xfrm>
          <a:prstGeom prst="straightConnector1">
            <a:avLst/>
          </a:prstGeom>
          <a:noFill/>
          <a:ln w="38100" cap="flat" cmpd="sng">
            <a:solidFill>
              <a:schemeClr val="dk1"/>
            </a:solidFill>
            <a:prstDash val="solid"/>
            <a:round/>
            <a:headEnd type="none" w="med" len="med"/>
            <a:tailEnd type="none" w="med" len="med"/>
          </a:ln>
          <a:effectLst>
            <a:outerShdw blurRad="57150" dist="19050" dir="5400000" algn="bl" rotWithShape="0">
              <a:srgbClr val="000000">
                <a:alpha val="50000"/>
              </a:srgbClr>
            </a:outerShdw>
          </a:effectLst>
        </p:spPr>
      </p:cxnSp>
      <p:sp>
        <p:nvSpPr>
          <p:cNvPr id="644" name="Google Shape;644;p73"/>
          <p:cNvSpPr txBox="1"/>
          <p:nvPr/>
        </p:nvSpPr>
        <p:spPr>
          <a:xfrm>
            <a:off x="457213" y="3028184"/>
            <a:ext cx="1228200" cy="424500"/>
          </a:xfrm>
          <a:prstGeom prst="rect">
            <a:avLst/>
          </a:prstGeom>
          <a:no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800"/>
              <a:buFont typeface="Times New Roman" panose="02020603050405020304"/>
              <a:buNone/>
            </a:pPr>
            <a:r>
              <a:rPr lang="en-GB" sz="1800" i="0" u="none" strike="noStrike" cap="none">
                <a:solidFill>
                  <a:schemeClr val="dk1"/>
                </a:solidFill>
                <a:latin typeface="Oswald"/>
                <a:ea typeface="Oswald"/>
                <a:cs typeface="Oswald"/>
                <a:sym typeface="Oswald"/>
              </a:rPr>
              <a:t>Cashier</a:t>
            </a:r>
            <a:endParaRPr>
              <a:solidFill>
                <a:schemeClr val="dk1"/>
              </a:solidFill>
              <a:latin typeface="Oswald"/>
              <a:ea typeface="Oswald"/>
              <a:cs typeface="Oswald"/>
              <a:sym typeface="Oswald"/>
            </a:endParaRPr>
          </a:p>
        </p:txBody>
      </p:sp>
      <p:sp>
        <p:nvSpPr>
          <p:cNvPr id="645" name="Google Shape;645;p73"/>
          <p:cNvSpPr txBox="1"/>
          <p:nvPr/>
        </p:nvSpPr>
        <p:spPr>
          <a:xfrm>
            <a:off x="6967195" y="2682423"/>
            <a:ext cx="1719600" cy="424500"/>
          </a:xfrm>
          <a:prstGeom prst="rect">
            <a:avLst/>
          </a:prstGeom>
          <a:noFill/>
          <a:ln w="38100"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800"/>
              <a:buFont typeface="Times New Roman" panose="02020603050405020304"/>
              <a:buNone/>
            </a:pPr>
            <a:r>
              <a:rPr lang="en-GB" sz="1800" i="0" u="none" strike="noStrike" cap="none">
                <a:solidFill>
                  <a:schemeClr val="dk1"/>
                </a:solidFill>
                <a:latin typeface="Oswald"/>
                <a:ea typeface="Oswald"/>
                <a:cs typeface="Oswald"/>
                <a:sym typeface="Oswald"/>
              </a:rPr>
              <a:t>Customer</a:t>
            </a:r>
            <a:endParaRPr>
              <a:solidFill>
                <a:schemeClr val="dk1"/>
              </a:solidFill>
              <a:latin typeface="Oswald"/>
              <a:ea typeface="Oswald"/>
              <a:cs typeface="Oswald"/>
              <a:sym typeface="Oswald"/>
            </a:endParaRPr>
          </a:p>
        </p:txBody>
      </p:sp>
      <p:cxnSp>
        <p:nvCxnSpPr>
          <p:cNvPr id="646" name="Google Shape;646;p73"/>
          <p:cNvCxnSpPr/>
          <p:nvPr/>
        </p:nvCxnSpPr>
        <p:spPr>
          <a:xfrm>
            <a:off x="784759" y="1976701"/>
            <a:ext cx="491400" cy="0"/>
          </a:xfrm>
          <a:prstGeom prst="straightConnector1">
            <a:avLst/>
          </a:prstGeom>
          <a:noFill/>
          <a:ln w="38100" cap="flat" cmpd="sng">
            <a:solidFill>
              <a:schemeClr val="dk1"/>
            </a:solidFill>
            <a:prstDash val="solid"/>
            <a:round/>
            <a:headEnd type="none" w="med" len="med"/>
            <a:tailEnd type="none" w="med" len="med"/>
          </a:ln>
          <a:effectLst>
            <a:outerShdw blurRad="57150" dist="19050" dir="5400000" algn="bl" rotWithShape="0">
              <a:srgbClr val="000000">
                <a:alpha val="50000"/>
              </a:srgbClr>
            </a:outerShdw>
          </a:effectLst>
        </p:spPr>
      </p:cxnSp>
      <p:cxnSp>
        <p:nvCxnSpPr>
          <p:cNvPr id="647" name="Google Shape;647;p73"/>
          <p:cNvCxnSpPr/>
          <p:nvPr/>
        </p:nvCxnSpPr>
        <p:spPr>
          <a:xfrm>
            <a:off x="7499457" y="1957752"/>
            <a:ext cx="491400" cy="0"/>
          </a:xfrm>
          <a:prstGeom prst="straightConnector1">
            <a:avLst/>
          </a:prstGeom>
          <a:noFill/>
          <a:ln w="38100" cap="flat" cmpd="sng">
            <a:solidFill>
              <a:schemeClr val="dk1"/>
            </a:solidFill>
            <a:prstDash val="solid"/>
            <a:round/>
            <a:headEnd type="none" w="med" len="med"/>
            <a:tailEnd type="none" w="med" len="med"/>
          </a:ln>
          <a:effectLst>
            <a:outerShdw blurRad="57150" dist="19050" dir="5400000" algn="bl" rotWithShape="0">
              <a:srgbClr val="000000">
                <a:alpha val="50000"/>
              </a:srgbClr>
            </a:outerShdw>
          </a:effectLst>
        </p:spPr>
      </p:cxn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651" name="Shape 651"/>
        <p:cNvGrpSpPr/>
        <p:nvPr/>
      </p:nvGrpSpPr>
      <p:grpSpPr>
        <a:xfrm>
          <a:off x="0" y="0"/>
          <a:ext cx="0" cy="0"/>
          <a:chOff x="0" y="0"/>
          <a:chExt cx="0" cy="0"/>
        </a:xfrm>
      </p:grpSpPr>
      <p:sp>
        <p:nvSpPr>
          <p:cNvPr id="652" name="Google Shape;652;p74"/>
          <p:cNvSpPr txBox="1"/>
          <p:nvPr>
            <p:ph type="title"/>
          </p:nvPr>
        </p:nvSpPr>
        <p:spPr>
          <a:xfrm>
            <a:off x="311700" y="315250"/>
            <a:ext cx="85206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2800"/>
              <a:buFont typeface="Arial" panose="020B0604020202020204"/>
              <a:buNone/>
            </a:pPr>
            <a:r>
              <a:rPr lang="en-GB" sz="2800"/>
              <a:t>UC 01: Sell Item – Descriptive Form</a:t>
            </a:r>
            <a:endParaRPr sz="3200"/>
          </a:p>
        </p:txBody>
      </p:sp>
      <p:sp>
        <p:nvSpPr>
          <p:cNvPr id="653" name="Google Shape;653;p74"/>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
        <p:nvSpPr>
          <p:cNvPr id="654" name="Google Shape;654;p74"/>
          <p:cNvSpPr txBox="1"/>
          <p:nvPr/>
        </p:nvSpPr>
        <p:spPr>
          <a:xfrm>
            <a:off x="310896" y="887950"/>
            <a:ext cx="8522100" cy="42021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GB" sz="1800">
                <a:solidFill>
                  <a:srgbClr val="93C47D"/>
                </a:solidFill>
                <a:latin typeface="Oswald"/>
                <a:ea typeface="Oswald"/>
                <a:cs typeface="Oswald"/>
                <a:sym typeface="Oswald"/>
              </a:rPr>
              <a:t>Description</a:t>
            </a:r>
            <a:r>
              <a:rPr lang="en-GB" sz="1800">
                <a:solidFill>
                  <a:schemeClr val="dk1"/>
                </a:solidFill>
                <a:latin typeface="Oswald"/>
                <a:ea typeface="Oswald"/>
                <a:cs typeface="Oswald"/>
                <a:sym typeface="Oswald"/>
              </a:rPr>
              <a:t> : Customer pays the cashier in exchange for an item.</a:t>
            </a:r>
            <a:endParaRPr sz="1800">
              <a:solidFill>
                <a:schemeClr val="dk1"/>
              </a:solidFill>
              <a:latin typeface="Oswald"/>
              <a:ea typeface="Oswald"/>
              <a:cs typeface="Oswald"/>
              <a:sym typeface="Oswald"/>
            </a:endParaRPr>
          </a:p>
          <a:p>
            <a:pPr marL="0" lvl="0" indent="0" algn="just" rtl="0">
              <a:spcBef>
                <a:spcPts val="600"/>
              </a:spcBef>
              <a:spcAft>
                <a:spcPts val="0"/>
              </a:spcAft>
              <a:buNone/>
            </a:pPr>
            <a:endParaRPr sz="1800">
              <a:solidFill>
                <a:schemeClr val="dk1"/>
              </a:solidFill>
              <a:latin typeface="Oswald"/>
              <a:ea typeface="Oswald"/>
              <a:cs typeface="Oswald"/>
              <a:sym typeface="Oswald"/>
            </a:endParaRPr>
          </a:p>
          <a:p>
            <a:pPr marL="0" lvl="0" indent="0" algn="just" rtl="0">
              <a:spcBef>
                <a:spcPts val="600"/>
              </a:spcBef>
              <a:spcAft>
                <a:spcPts val="0"/>
              </a:spcAft>
              <a:buNone/>
            </a:pPr>
            <a:r>
              <a:rPr lang="en-GB" sz="1800">
                <a:solidFill>
                  <a:srgbClr val="93C47D"/>
                </a:solidFill>
                <a:latin typeface="Oswald"/>
                <a:ea typeface="Oswald"/>
                <a:cs typeface="Oswald"/>
                <a:sym typeface="Oswald"/>
              </a:rPr>
              <a:t>Stakeholders and Interests</a:t>
            </a:r>
            <a:r>
              <a:rPr lang="en-GB" sz="1800">
                <a:solidFill>
                  <a:schemeClr val="dk1"/>
                </a:solidFill>
                <a:latin typeface="Oswald"/>
                <a:ea typeface="Oswald"/>
                <a:cs typeface="Oswald"/>
                <a:sym typeface="Oswald"/>
              </a:rPr>
              <a:t> :</a:t>
            </a:r>
            <a:endParaRPr sz="1800">
              <a:solidFill>
                <a:schemeClr val="dk1"/>
              </a:solidFill>
              <a:latin typeface="Oswald"/>
              <a:ea typeface="Oswald"/>
              <a:cs typeface="Oswald"/>
              <a:sym typeface="Oswald"/>
            </a:endParaRPr>
          </a:p>
          <a:p>
            <a:pPr marL="394970" lvl="0" indent="0" algn="just" rtl="0">
              <a:spcBef>
                <a:spcPts val="600"/>
              </a:spcBef>
              <a:spcAft>
                <a:spcPts val="0"/>
              </a:spcAft>
              <a:buNone/>
            </a:pPr>
            <a:r>
              <a:rPr lang="en-GB" sz="1800">
                <a:solidFill>
                  <a:schemeClr val="dk1"/>
                </a:solidFill>
                <a:latin typeface="Oswald"/>
                <a:ea typeface="Oswald"/>
                <a:cs typeface="Oswald"/>
                <a:sym typeface="Oswald"/>
              </a:rPr>
              <a:t>Cashier : Wants accurate, fast entry and no payment errors.</a:t>
            </a:r>
            <a:endParaRPr sz="1800">
              <a:solidFill>
                <a:schemeClr val="dk1"/>
              </a:solidFill>
              <a:latin typeface="Oswald"/>
              <a:ea typeface="Oswald"/>
              <a:cs typeface="Oswald"/>
              <a:sym typeface="Oswald"/>
            </a:endParaRPr>
          </a:p>
          <a:p>
            <a:pPr marL="394970" lvl="0" indent="0" algn="just" rtl="0">
              <a:spcBef>
                <a:spcPts val="600"/>
              </a:spcBef>
              <a:spcAft>
                <a:spcPts val="0"/>
              </a:spcAft>
              <a:buNone/>
            </a:pPr>
            <a:r>
              <a:rPr lang="en-GB" sz="1800">
                <a:solidFill>
                  <a:schemeClr val="dk1"/>
                </a:solidFill>
                <a:latin typeface="Oswald"/>
                <a:ea typeface="Oswald"/>
                <a:cs typeface="Oswald"/>
                <a:sym typeface="Oswald"/>
              </a:rPr>
              <a:t>Customer : Wants purchase and fast service with minimal effort. Wants receipt if future return of product is necessary.</a:t>
            </a:r>
            <a:endParaRPr sz="1800">
              <a:solidFill>
                <a:schemeClr val="dk1"/>
              </a:solidFill>
              <a:latin typeface="Oswald"/>
              <a:ea typeface="Oswald"/>
              <a:cs typeface="Oswald"/>
              <a:sym typeface="Oswald"/>
            </a:endParaRPr>
          </a:p>
          <a:p>
            <a:pPr marL="394970" lvl="0" indent="0" algn="just" rtl="0">
              <a:spcBef>
                <a:spcPts val="600"/>
              </a:spcBef>
              <a:spcAft>
                <a:spcPts val="0"/>
              </a:spcAft>
              <a:buNone/>
            </a:pPr>
            <a:r>
              <a:rPr lang="en-GB" sz="1800">
                <a:solidFill>
                  <a:schemeClr val="dk1"/>
                </a:solidFill>
                <a:latin typeface="Oswald"/>
                <a:ea typeface="Oswald"/>
                <a:cs typeface="Oswald"/>
                <a:sym typeface="Oswald"/>
              </a:rPr>
              <a:t>Company (owner) : Wants to accurately record transactions and satisfy customer interests.</a:t>
            </a:r>
            <a:endParaRPr sz="1800">
              <a:solidFill>
                <a:schemeClr val="dk1"/>
              </a:solidFill>
              <a:latin typeface="Oswald"/>
              <a:ea typeface="Oswald"/>
              <a:cs typeface="Oswald"/>
              <a:sym typeface="Oswald"/>
            </a:endParaRPr>
          </a:p>
          <a:p>
            <a:pPr marL="394970" lvl="0" indent="0" algn="just" rtl="0">
              <a:spcBef>
                <a:spcPts val="600"/>
              </a:spcBef>
              <a:spcAft>
                <a:spcPts val="0"/>
              </a:spcAft>
              <a:buNone/>
            </a:pPr>
            <a:r>
              <a:rPr lang="en-GB" sz="1800">
                <a:solidFill>
                  <a:schemeClr val="dk1"/>
                </a:solidFill>
                <a:latin typeface="Oswald"/>
                <a:ea typeface="Oswald"/>
                <a:cs typeface="Oswald"/>
                <a:sym typeface="Oswald"/>
              </a:rPr>
              <a:t>Government Tax Agencies : Want to collect tax from every sale.</a:t>
            </a:r>
            <a:endParaRPr sz="1800">
              <a:solidFill>
                <a:schemeClr val="dk1"/>
              </a:solidFill>
              <a:latin typeface="Oswald"/>
              <a:ea typeface="Oswald"/>
              <a:cs typeface="Oswald"/>
              <a:sym typeface="Oswald"/>
            </a:endParaRPr>
          </a:p>
          <a:p>
            <a:pPr marL="394970" lvl="0" indent="0" algn="just" rtl="0">
              <a:spcBef>
                <a:spcPts val="600"/>
              </a:spcBef>
              <a:spcAft>
                <a:spcPts val="0"/>
              </a:spcAft>
              <a:buNone/>
            </a:pPr>
            <a:endParaRPr sz="1800">
              <a:solidFill>
                <a:schemeClr val="dk1"/>
              </a:solidFill>
              <a:latin typeface="Oswald"/>
              <a:ea typeface="Oswald"/>
              <a:cs typeface="Oswald"/>
              <a:sym typeface="Oswald"/>
            </a:endParaRPr>
          </a:p>
          <a:p>
            <a:pPr marL="0" lvl="0" indent="0" algn="just" rtl="0">
              <a:spcBef>
                <a:spcPts val="0"/>
              </a:spcBef>
              <a:spcAft>
                <a:spcPts val="0"/>
              </a:spcAft>
              <a:buNone/>
            </a:pPr>
            <a:r>
              <a:rPr lang="en-GB" sz="1800">
                <a:solidFill>
                  <a:srgbClr val="93C47D"/>
                </a:solidFill>
                <a:latin typeface="Oswald"/>
                <a:ea typeface="Oswald"/>
                <a:cs typeface="Oswald"/>
                <a:sym typeface="Oswald"/>
              </a:rPr>
              <a:t>Primary Actor</a:t>
            </a:r>
            <a:r>
              <a:rPr lang="en-GB" sz="1800">
                <a:solidFill>
                  <a:schemeClr val="dk1"/>
                </a:solidFill>
                <a:latin typeface="Oswald"/>
                <a:ea typeface="Oswald"/>
                <a:cs typeface="Oswald"/>
                <a:sym typeface="Oswald"/>
              </a:rPr>
              <a:t> : Cashier</a:t>
            </a:r>
            <a:endParaRPr sz="1800">
              <a:solidFill>
                <a:schemeClr val="dk1"/>
              </a:solidFill>
              <a:latin typeface="Oswald"/>
              <a:ea typeface="Oswald"/>
              <a:cs typeface="Oswald"/>
              <a:sym typeface="Oswald"/>
            </a:endParaRPr>
          </a:p>
          <a:p>
            <a:pPr marL="0" lvl="0" indent="0" algn="just" rtl="0">
              <a:spcBef>
                <a:spcPts val="600"/>
              </a:spcBef>
              <a:spcAft>
                <a:spcPts val="0"/>
              </a:spcAft>
              <a:buNone/>
            </a:pPr>
            <a:endParaRPr sz="1800">
              <a:solidFill>
                <a:schemeClr val="dk1"/>
              </a:solidFill>
              <a:latin typeface="Oswald"/>
              <a:ea typeface="Oswald"/>
              <a:cs typeface="Oswald"/>
              <a:sym typeface="Oswald"/>
            </a:endParaRPr>
          </a:p>
          <a:p>
            <a:pPr marL="0" lvl="0" indent="0" algn="just" rtl="0">
              <a:spcBef>
                <a:spcPts val="600"/>
              </a:spcBef>
              <a:spcAft>
                <a:spcPts val="0"/>
              </a:spcAft>
              <a:buNone/>
            </a:pPr>
            <a:r>
              <a:rPr lang="en-GB" sz="1800">
                <a:solidFill>
                  <a:srgbClr val="93C47D"/>
                </a:solidFill>
                <a:latin typeface="Oswald"/>
                <a:ea typeface="Oswald"/>
                <a:cs typeface="Oswald"/>
                <a:sym typeface="Oswald"/>
              </a:rPr>
              <a:t>Pre-conditions </a:t>
            </a:r>
            <a:r>
              <a:rPr lang="en-GB" sz="1800">
                <a:solidFill>
                  <a:schemeClr val="dk1"/>
                </a:solidFill>
                <a:latin typeface="Oswald"/>
                <a:ea typeface="Oswald"/>
                <a:cs typeface="Oswald"/>
                <a:sym typeface="Oswald"/>
              </a:rPr>
              <a:t>: Cashier is identified and authenticated.  </a:t>
            </a:r>
            <a:endParaRPr sz="1800">
              <a:solidFill>
                <a:schemeClr val="dk1"/>
              </a:solidFill>
              <a:latin typeface="Oswald"/>
              <a:ea typeface="Oswald"/>
              <a:cs typeface="Oswald"/>
              <a:sym typeface="Oswa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658" name="Shape 658"/>
        <p:cNvGrpSpPr/>
        <p:nvPr/>
      </p:nvGrpSpPr>
      <p:grpSpPr>
        <a:xfrm>
          <a:off x="0" y="0"/>
          <a:ext cx="0" cy="0"/>
          <a:chOff x="0" y="0"/>
          <a:chExt cx="0" cy="0"/>
        </a:xfrm>
      </p:grpSpPr>
      <p:sp>
        <p:nvSpPr>
          <p:cNvPr id="659" name="Google Shape;659;p75"/>
          <p:cNvSpPr txBox="1"/>
          <p:nvPr>
            <p:ph type="title"/>
          </p:nvPr>
        </p:nvSpPr>
        <p:spPr>
          <a:xfrm>
            <a:off x="311700" y="315250"/>
            <a:ext cx="85206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2800"/>
              <a:buFont typeface="Arial" panose="020B0604020202020204"/>
              <a:buNone/>
            </a:pPr>
            <a:r>
              <a:rPr lang="en-GB" sz="2800"/>
              <a:t>UC 01: Sell Item – Descriptive Form</a:t>
            </a:r>
            <a:endParaRPr sz="3200"/>
          </a:p>
        </p:txBody>
      </p:sp>
      <p:sp>
        <p:nvSpPr>
          <p:cNvPr id="660" name="Google Shape;660;p75"/>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
        <p:nvSpPr>
          <p:cNvPr id="661" name="Google Shape;661;p75"/>
          <p:cNvSpPr txBox="1"/>
          <p:nvPr/>
        </p:nvSpPr>
        <p:spPr>
          <a:xfrm>
            <a:off x="310896" y="887950"/>
            <a:ext cx="8522100" cy="38634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Clr>
                <a:srgbClr val="000000"/>
              </a:buClr>
              <a:buSzPts val="2400"/>
              <a:buFont typeface="Arial" panose="020B0604020202020204"/>
              <a:buNone/>
            </a:pPr>
            <a:r>
              <a:rPr lang="en-GB" sz="1800">
                <a:solidFill>
                  <a:srgbClr val="93C47D"/>
                </a:solidFill>
                <a:latin typeface="Oswald"/>
                <a:ea typeface="Oswald"/>
                <a:cs typeface="Oswald"/>
                <a:sym typeface="Oswald"/>
              </a:rPr>
              <a:t>Success Scenario</a:t>
            </a:r>
            <a:r>
              <a:rPr lang="en-GB" sz="1800">
                <a:solidFill>
                  <a:schemeClr val="dk1"/>
                </a:solidFill>
                <a:latin typeface="Oswald"/>
                <a:ea typeface="Oswald"/>
                <a:cs typeface="Oswald"/>
                <a:sym typeface="Oswald"/>
              </a:rPr>
              <a:t> :</a:t>
            </a:r>
            <a:endParaRPr sz="1800">
              <a:solidFill>
                <a:schemeClr val="dk1"/>
              </a:solidFill>
              <a:latin typeface="Oswald"/>
              <a:ea typeface="Oswald"/>
              <a:cs typeface="Oswald"/>
              <a:sym typeface="Oswald"/>
            </a:endParaRPr>
          </a:p>
          <a:p>
            <a:pPr marL="342900" lvl="0" indent="0" algn="just" rtl="0">
              <a:spcBef>
                <a:spcPts val="600"/>
              </a:spcBef>
              <a:spcAft>
                <a:spcPts val="0"/>
              </a:spcAft>
              <a:buClr>
                <a:srgbClr val="000000"/>
              </a:buClr>
              <a:buSzPts val="2400"/>
              <a:buFont typeface="Arial" panose="020B0604020202020204"/>
              <a:buNone/>
            </a:pPr>
            <a:r>
              <a:rPr lang="en-GB" sz="1800">
                <a:solidFill>
                  <a:schemeClr val="dk1"/>
                </a:solidFill>
                <a:latin typeface="Oswald"/>
                <a:ea typeface="Oswald"/>
                <a:cs typeface="Oswald"/>
                <a:sym typeface="Oswald"/>
              </a:rPr>
              <a:t>1. Customer arrives at counter with goods to purchase.</a:t>
            </a:r>
            <a:endParaRPr sz="1800">
              <a:solidFill>
                <a:schemeClr val="dk1"/>
              </a:solidFill>
              <a:latin typeface="Oswald"/>
              <a:ea typeface="Oswald"/>
              <a:cs typeface="Oswald"/>
              <a:sym typeface="Oswald"/>
            </a:endParaRPr>
          </a:p>
          <a:p>
            <a:pPr marL="342900" lvl="0" indent="0" algn="just" rtl="0">
              <a:spcBef>
                <a:spcPts val="600"/>
              </a:spcBef>
              <a:spcAft>
                <a:spcPts val="0"/>
              </a:spcAft>
              <a:buClr>
                <a:srgbClr val="000000"/>
              </a:buClr>
              <a:buSzPts val="2400"/>
              <a:buFont typeface="Arial" panose="020B0604020202020204"/>
              <a:buNone/>
            </a:pPr>
            <a:r>
              <a:rPr lang="en-GB" sz="1800">
                <a:solidFill>
                  <a:schemeClr val="dk1"/>
                </a:solidFill>
                <a:latin typeface="Oswald"/>
                <a:ea typeface="Oswald"/>
                <a:cs typeface="Oswald"/>
                <a:sym typeface="Oswald"/>
              </a:rPr>
              <a:t>2. Cashier starts a new sale.</a:t>
            </a:r>
            <a:endParaRPr sz="1800">
              <a:solidFill>
                <a:schemeClr val="dk1"/>
              </a:solidFill>
              <a:latin typeface="Oswald"/>
              <a:ea typeface="Oswald"/>
              <a:cs typeface="Oswald"/>
              <a:sym typeface="Oswald"/>
            </a:endParaRPr>
          </a:p>
          <a:p>
            <a:pPr marL="342900" lvl="0" indent="0" algn="just" rtl="0">
              <a:spcBef>
                <a:spcPts val="600"/>
              </a:spcBef>
              <a:spcAft>
                <a:spcPts val="0"/>
              </a:spcAft>
              <a:buClr>
                <a:srgbClr val="000000"/>
              </a:buClr>
              <a:buSzPts val="2400"/>
              <a:buFont typeface="Arial" panose="020B0604020202020204"/>
              <a:buNone/>
            </a:pPr>
            <a:r>
              <a:rPr lang="en-GB" sz="1800">
                <a:solidFill>
                  <a:schemeClr val="dk1"/>
                </a:solidFill>
                <a:latin typeface="Oswald"/>
                <a:ea typeface="Oswald"/>
                <a:cs typeface="Oswald"/>
                <a:sym typeface="Oswald"/>
              </a:rPr>
              <a:t>3. Cashier enters item identifier.</a:t>
            </a:r>
            <a:endParaRPr sz="1800">
              <a:solidFill>
                <a:schemeClr val="dk1"/>
              </a:solidFill>
              <a:latin typeface="Oswald"/>
              <a:ea typeface="Oswald"/>
              <a:cs typeface="Oswald"/>
              <a:sym typeface="Oswald"/>
            </a:endParaRPr>
          </a:p>
          <a:p>
            <a:pPr marL="342900" lvl="0" indent="0" algn="just" rtl="0">
              <a:spcBef>
                <a:spcPts val="600"/>
              </a:spcBef>
              <a:spcAft>
                <a:spcPts val="0"/>
              </a:spcAft>
              <a:buClr>
                <a:srgbClr val="000000"/>
              </a:buClr>
              <a:buSzPts val="2400"/>
              <a:buFont typeface="Arial" panose="020B0604020202020204"/>
              <a:buNone/>
            </a:pPr>
            <a:r>
              <a:rPr lang="en-GB" sz="1800">
                <a:solidFill>
                  <a:schemeClr val="dk1"/>
                </a:solidFill>
                <a:latin typeface="Oswald"/>
                <a:ea typeface="Oswald"/>
                <a:cs typeface="Oswald"/>
                <a:sym typeface="Oswald"/>
              </a:rPr>
              <a:t>4. System records sale item and presents item description, price and running total</a:t>
            </a:r>
            <a:endParaRPr sz="1800">
              <a:solidFill>
                <a:schemeClr val="dk1"/>
              </a:solidFill>
              <a:latin typeface="Oswald"/>
              <a:ea typeface="Oswald"/>
              <a:cs typeface="Oswald"/>
              <a:sym typeface="Oswald"/>
            </a:endParaRPr>
          </a:p>
          <a:p>
            <a:pPr marL="0" lvl="0" indent="0" algn="just" rtl="0">
              <a:spcBef>
                <a:spcPts val="600"/>
              </a:spcBef>
              <a:spcAft>
                <a:spcPts val="0"/>
              </a:spcAft>
              <a:buNone/>
            </a:pPr>
            <a:r>
              <a:rPr lang="en-GB" sz="1800" i="1">
                <a:solidFill>
                  <a:schemeClr val="dk1"/>
                </a:solidFill>
                <a:latin typeface="Oswald"/>
                <a:ea typeface="Oswald"/>
                <a:cs typeface="Oswald"/>
                <a:sym typeface="Oswald"/>
              </a:rPr>
              <a:t>Cashier repeats steps 3-4 until indicated done</a:t>
            </a:r>
            <a:endParaRPr sz="1800">
              <a:solidFill>
                <a:schemeClr val="dk1"/>
              </a:solidFill>
              <a:latin typeface="Oswald"/>
              <a:ea typeface="Oswald"/>
              <a:cs typeface="Oswald"/>
              <a:sym typeface="Oswald"/>
            </a:endParaRPr>
          </a:p>
          <a:p>
            <a:pPr marL="342900" lvl="0" indent="0" algn="just" rtl="0">
              <a:lnSpc>
                <a:spcPct val="90000"/>
              </a:lnSpc>
              <a:spcBef>
                <a:spcPts val="600"/>
              </a:spcBef>
              <a:spcAft>
                <a:spcPts val="0"/>
              </a:spcAft>
              <a:buClr>
                <a:srgbClr val="000000"/>
              </a:buClr>
              <a:buSzPts val="2100"/>
              <a:buFont typeface="Arial" panose="020B0604020202020204"/>
              <a:buNone/>
            </a:pPr>
            <a:r>
              <a:rPr lang="en-GB" sz="1800">
                <a:solidFill>
                  <a:schemeClr val="dk1"/>
                </a:solidFill>
                <a:latin typeface="Oswald"/>
                <a:ea typeface="Oswald"/>
                <a:cs typeface="Oswald"/>
                <a:sym typeface="Oswald"/>
              </a:rPr>
              <a:t>5. System presents total with tax calculated.</a:t>
            </a:r>
            <a:endParaRPr sz="1800">
              <a:solidFill>
                <a:schemeClr val="dk1"/>
              </a:solidFill>
              <a:latin typeface="Oswald"/>
              <a:ea typeface="Oswald"/>
              <a:cs typeface="Oswald"/>
              <a:sym typeface="Oswald"/>
            </a:endParaRPr>
          </a:p>
          <a:p>
            <a:pPr marL="342900" lvl="0" indent="0" algn="just" rtl="0">
              <a:lnSpc>
                <a:spcPct val="90000"/>
              </a:lnSpc>
              <a:spcBef>
                <a:spcPts val="600"/>
              </a:spcBef>
              <a:spcAft>
                <a:spcPts val="0"/>
              </a:spcAft>
              <a:buClr>
                <a:srgbClr val="000000"/>
              </a:buClr>
              <a:buSzPts val="2100"/>
              <a:buFont typeface="Arial" panose="020B0604020202020204"/>
              <a:buNone/>
            </a:pPr>
            <a:r>
              <a:rPr lang="en-GB" sz="1800">
                <a:solidFill>
                  <a:schemeClr val="dk1"/>
                </a:solidFill>
                <a:latin typeface="Oswald"/>
                <a:ea typeface="Oswald"/>
                <a:cs typeface="Oswald"/>
                <a:sym typeface="Oswald"/>
              </a:rPr>
              <a:t>6. Cashier tells customer the total and asks for payment.</a:t>
            </a:r>
            <a:endParaRPr sz="1800">
              <a:solidFill>
                <a:schemeClr val="dk1"/>
              </a:solidFill>
              <a:latin typeface="Oswald"/>
              <a:ea typeface="Oswald"/>
              <a:cs typeface="Oswald"/>
              <a:sym typeface="Oswald"/>
            </a:endParaRPr>
          </a:p>
          <a:p>
            <a:pPr marL="342900" lvl="0" indent="0" algn="just" rtl="0">
              <a:lnSpc>
                <a:spcPct val="90000"/>
              </a:lnSpc>
              <a:spcBef>
                <a:spcPts val="600"/>
              </a:spcBef>
              <a:spcAft>
                <a:spcPts val="0"/>
              </a:spcAft>
              <a:buClr>
                <a:srgbClr val="000000"/>
              </a:buClr>
              <a:buSzPts val="2100"/>
              <a:buFont typeface="Arial" panose="020B0604020202020204"/>
              <a:buNone/>
            </a:pPr>
            <a:r>
              <a:rPr lang="en-GB" sz="1800">
                <a:solidFill>
                  <a:schemeClr val="dk1"/>
                </a:solidFill>
                <a:latin typeface="Oswald"/>
                <a:ea typeface="Oswald"/>
                <a:cs typeface="Oswald"/>
                <a:sym typeface="Oswald"/>
              </a:rPr>
              <a:t>7. Customer pays and system handles payment.</a:t>
            </a:r>
            <a:endParaRPr sz="1800">
              <a:solidFill>
                <a:schemeClr val="dk1"/>
              </a:solidFill>
              <a:latin typeface="Oswald"/>
              <a:ea typeface="Oswald"/>
              <a:cs typeface="Oswald"/>
              <a:sym typeface="Oswald"/>
            </a:endParaRPr>
          </a:p>
          <a:p>
            <a:pPr marL="342900" lvl="0" indent="0" algn="just" rtl="0">
              <a:lnSpc>
                <a:spcPct val="90000"/>
              </a:lnSpc>
              <a:spcBef>
                <a:spcPts val="600"/>
              </a:spcBef>
              <a:spcAft>
                <a:spcPts val="0"/>
              </a:spcAft>
              <a:buClr>
                <a:srgbClr val="000000"/>
              </a:buClr>
              <a:buSzPts val="2100"/>
              <a:buFont typeface="Arial" panose="020B0604020202020204"/>
              <a:buNone/>
            </a:pPr>
            <a:r>
              <a:rPr lang="en-GB" sz="1800">
                <a:solidFill>
                  <a:schemeClr val="dk1"/>
                </a:solidFill>
                <a:latin typeface="Oswald"/>
                <a:ea typeface="Oswald"/>
                <a:cs typeface="Oswald"/>
                <a:sym typeface="Oswald"/>
              </a:rPr>
              <a:t>8. System presents receipt.</a:t>
            </a:r>
            <a:endParaRPr sz="1800">
              <a:solidFill>
                <a:schemeClr val="dk1"/>
              </a:solidFill>
              <a:latin typeface="Oswald"/>
              <a:ea typeface="Oswald"/>
              <a:cs typeface="Oswald"/>
              <a:sym typeface="Oswald"/>
            </a:endParaRPr>
          </a:p>
          <a:p>
            <a:pPr marL="342900" lvl="0" indent="0" algn="just" rtl="0">
              <a:lnSpc>
                <a:spcPct val="90000"/>
              </a:lnSpc>
              <a:spcBef>
                <a:spcPts val="600"/>
              </a:spcBef>
              <a:spcAft>
                <a:spcPts val="0"/>
              </a:spcAft>
              <a:buNone/>
            </a:pPr>
            <a:r>
              <a:rPr lang="en-GB" sz="1800">
                <a:solidFill>
                  <a:schemeClr val="dk1"/>
                </a:solidFill>
                <a:latin typeface="Oswald"/>
                <a:ea typeface="Oswald"/>
                <a:cs typeface="Oswald"/>
                <a:sym typeface="Oswald"/>
              </a:rPr>
              <a:t>9. Customer leaves with receipt and goods.</a:t>
            </a:r>
            <a:endParaRPr sz="1800">
              <a:solidFill>
                <a:schemeClr val="dk1"/>
              </a:solidFill>
              <a:latin typeface="Oswald"/>
              <a:ea typeface="Oswald"/>
              <a:cs typeface="Oswald"/>
              <a:sym typeface="Oswa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665" name="Shape 665"/>
        <p:cNvGrpSpPr/>
        <p:nvPr/>
      </p:nvGrpSpPr>
      <p:grpSpPr>
        <a:xfrm>
          <a:off x="0" y="0"/>
          <a:ext cx="0" cy="0"/>
          <a:chOff x="0" y="0"/>
          <a:chExt cx="0" cy="0"/>
        </a:xfrm>
      </p:grpSpPr>
      <p:sp>
        <p:nvSpPr>
          <p:cNvPr id="666" name="Google Shape;666;p76"/>
          <p:cNvSpPr txBox="1"/>
          <p:nvPr>
            <p:ph type="title"/>
          </p:nvPr>
        </p:nvSpPr>
        <p:spPr>
          <a:xfrm>
            <a:off x="311700" y="315250"/>
            <a:ext cx="85206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2800"/>
              <a:buFont typeface="Arial" panose="020B0604020202020204"/>
              <a:buNone/>
            </a:pPr>
            <a:r>
              <a:rPr lang="en-GB" sz="2800"/>
              <a:t>UC 01: Sell Item – Descriptive Form</a:t>
            </a:r>
            <a:endParaRPr sz="3200"/>
          </a:p>
        </p:txBody>
      </p:sp>
      <p:sp>
        <p:nvSpPr>
          <p:cNvPr id="667" name="Google Shape;667;p76"/>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
        <p:nvSpPr>
          <p:cNvPr id="668" name="Google Shape;668;p76"/>
          <p:cNvSpPr txBox="1"/>
          <p:nvPr/>
        </p:nvSpPr>
        <p:spPr>
          <a:xfrm>
            <a:off x="310896" y="887950"/>
            <a:ext cx="8522100" cy="4155900"/>
          </a:xfrm>
          <a:prstGeom prst="rect">
            <a:avLst/>
          </a:prstGeom>
          <a:noFill/>
          <a:ln>
            <a:noFill/>
          </a:ln>
        </p:spPr>
        <p:txBody>
          <a:bodyPr spcFirstLastPara="1" wrap="square" lIns="91425" tIns="91425" rIns="91425" bIns="91425" anchor="t" anchorCtr="0">
            <a:spAutoFit/>
          </a:bodyPr>
          <a:lstStyle/>
          <a:p>
            <a:pPr marL="34290" lvl="0" indent="0" algn="just" rtl="0">
              <a:spcBef>
                <a:spcPts val="0"/>
              </a:spcBef>
              <a:spcAft>
                <a:spcPts val="0"/>
              </a:spcAft>
              <a:buClr>
                <a:srgbClr val="000000"/>
              </a:buClr>
              <a:buSzPts val="2400"/>
              <a:buFont typeface="Arial" panose="020B0604020202020204"/>
              <a:buNone/>
            </a:pPr>
            <a:r>
              <a:rPr lang="en-GB" sz="1800">
                <a:solidFill>
                  <a:srgbClr val="93C47D"/>
                </a:solidFill>
                <a:latin typeface="Oswald"/>
                <a:ea typeface="Oswald"/>
                <a:cs typeface="Oswald"/>
                <a:sym typeface="Oswald"/>
              </a:rPr>
              <a:t>Alternative Scenario</a:t>
            </a:r>
            <a:r>
              <a:rPr lang="en-GB" sz="1800">
                <a:solidFill>
                  <a:schemeClr val="dk1"/>
                </a:solidFill>
                <a:latin typeface="Oswald"/>
                <a:ea typeface="Oswald"/>
                <a:cs typeface="Oswald"/>
                <a:sym typeface="Oswald"/>
              </a:rPr>
              <a:t> :</a:t>
            </a:r>
            <a:endParaRPr sz="1800">
              <a:solidFill>
                <a:schemeClr val="dk1"/>
              </a:solidFill>
              <a:latin typeface="Oswald"/>
              <a:ea typeface="Oswald"/>
              <a:cs typeface="Oswald"/>
              <a:sym typeface="Oswald"/>
            </a:endParaRPr>
          </a:p>
          <a:p>
            <a:pPr marL="34290" lvl="0" indent="0" algn="just" rtl="0">
              <a:spcBef>
                <a:spcPts val="600"/>
              </a:spcBef>
              <a:spcAft>
                <a:spcPts val="0"/>
              </a:spcAft>
              <a:buClr>
                <a:srgbClr val="000000"/>
              </a:buClr>
              <a:buSzPts val="2400"/>
              <a:buFont typeface="Arial" panose="020B0604020202020204"/>
              <a:buNone/>
            </a:pPr>
            <a:r>
              <a:rPr lang="en-GB" sz="1800">
                <a:solidFill>
                  <a:schemeClr val="dk1"/>
                </a:solidFill>
                <a:latin typeface="Oswald"/>
                <a:ea typeface="Oswald"/>
                <a:cs typeface="Oswald"/>
                <a:sym typeface="Oswald"/>
              </a:rPr>
              <a:t>*a  At any time, System can fail:</a:t>
            </a:r>
            <a:endParaRPr sz="1800">
              <a:solidFill>
                <a:schemeClr val="dk1"/>
              </a:solidFill>
              <a:latin typeface="Oswald"/>
              <a:ea typeface="Oswald"/>
              <a:cs typeface="Oswald"/>
              <a:sym typeface="Oswald"/>
            </a:endParaRPr>
          </a:p>
          <a:p>
            <a:pPr marL="0" lvl="1" indent="463550" algn="just" rtl="0">
              <a:spcBef>
                <a:spcPts val="480"/>
              </a:spcBef>
              <a:spcAft>
                <a:spcPts val="0"/>
              </a:spcAft>
              <a:buClr>
                <a:srgbClr val="000000"/>
              </a:buClr>
              <a:buSzPts val="1800"/>
              <a:buFont typeface="Arial" panose="020B0604020202020204"/>
              <a:buNone/>
            </a:pPr>
            <a:r>
              <a:rPr lang="en-GB" sz="1800">
                <a:solidFill>
                  <a:schemeClr val="dk1"/>
                </a:solidFill>
                <a:latin typeface="Oswald"/>
                <a:ea typeface="Oswald"/>
                <a:cs typeface="Oswald"/>
                <a:sym typeface="Oswald"/>
              </a:rPr>
              <a:t>1. Cashier restarts System, logs in and request recovery of prior state.</a:t>
            </a:r>
            <a:endParaRPr sz="1800">
              <a:solidFill>
                <a:schemeClr val="dk1"/>
              </a:solidFill>
              <a:latin typeface="Oswald"/>
              <a:ea typeface="Oswald"/>
              <a:cs typeface="Oswald"/>
              <a:sym typeface="Oswald"/>
            </a:endParaRPr>
          </a:p>
          <a:p>
            <a:pPr marL="0" lvl="1" indent="463550" algn="just" rtl="0">
              <a:spcBef>
                <a:spcPts val="480"/>
              </a:spcBef>
              <a:spcAft>
                <a:spcPts val="0"/>
              </a:spcAft>
              <a:buClr>
                <a:srgbClr val="000000"/>
              </a:buClr>
              <a:buSzPts val="1800"/>
              <a:buFont typeface="Arial" panose="020B0604020202020204"/>
              <a:buNone/>
            </a:pPr>
            <a:r>
              <a:rPr lang="en-GB" sz="1800">
                <a:solidFill>
                  <a:schemeClr val="dk1"/>
                </a:solidFill>
                <a:latin typeface="Oswald"/>
                <a:ea typeface="Oswald"/>
                <a:cs typeface="Oswald"/>
                <a:sym typeface="Oswald"/>
              </a:rPr>
              <a:t>2. System re-constructs prior state.</a:t>
            </a:r>
            <a:endParaRPr sz="1800">
              <a:solidFill>
                <a:schemeClr val="dk1"/>
              </a:solidFill>
              <a:latin typeface="Oswald"/>
              <a:ea typeface="Oswald"/>
              <a:cs typeface="Oswald"/>
              <a:sym typeface="Oswald"/>
            </a:endParaRPr>
          </a:p>
          <a:p>
            <a:pPr marL="34290" lvl="0" indent="0" algn="just" rtl="0">
              <a:spcBef>
                <a:spcPts val="600"/>
              </a:spcBef>
              <a:spcAft>
                <a:spcPts val="0"/>
              </a:spcAft>
              <a:buClr>
                <a:srgbClr val="000000"/>
              </a:buClr>
              <a:buSzPts val="2400"/>
              <a:buFont typeface="Arial" panose="020B0604020202020204"/>
              <a:buNone/>
            </a:pPr>
            <a:r>
              <a:rPr lang="en-GB" sz="1800">
                <a:solidFill>
                  <a:schemeClr val="dk1"/>
                </a:solidFill>
                <a:latin typeface="Oswald"/>
                <a:ea typeface="Oswald"/>
                <a:cs typeface="Oswald"/>
                <a:sym typeface="Oswald"/>
              </a:rPr>
              <a:t>3. Invalid identifier (scanner does not work):</a:t>
            </a:r>
            <a:endParaRPr sz="1800">
              <a:solidFill>
                <a:schemeClr val="dk1"/>
              </a:solidFill>
              <a:latin typeface="Oswald"/>
              <a:ea typeface="Oswald"/>
              <a:cs typeface="Oswald"/>
              <a:sym typeface="Oswald"/>
            </a:endParaRPr>
          </a:p>
          <a:p>
            <a:pPr marL="0" lvl="1" indent="463550" algn="just" rtl="0">
              <a:spcBef>
                <a:spcPts val="480"/>
              </a:spcBef>
              <a:spcAft>
                <a:spcPts val="0"/>
              </a:spcAft>
              <a:buClr>
                <a:srgbClr val="D89F39"/>
              </a:buClr>
              <a:buSzPts val="1800"/>
              <a:buFont typeface="Arial" panose="020B0604020202020204"/>
              <a:buNone/>
            </a:pPr>
            <a:r>
              <a:rPr lang="en-GB" sz="1800">
                <a:solidFill>
                  <a:schemeClr val="dk1"/>
                </a:solidFill>
                <a:latin typeface="Oswald"/>
                <a:ea typeface="Oswald"/>
                <a:cs typeface="Oswald"/>
                <a:sym typeface="Oswald"/>
              </a:rPr>
              <a:t>1. Signals system error and rejects entry.	</a:t>
            </a:r>
            <a:endParaRPr sz="1800">
              <a:solidFill>
                <a:schemeClr val="dk1"/>
              </a:solidFill>
              <a:latin typeface="Oswald"/>
              <a:ea typeface="Oswald"/>
              <a:cs typeface="Oswald"/>
              <a:sym typeface="Oswald"/>
            </a:endParaRPr>
          </a:p>
          <a:p>
            <a:pPr marL="0" lvl="1" indent="463550" algn="just" rtl="0">
              <a:spcBef>
                <a:spcPts val="480"/>
              </a:spcBef>
              <a:spcAft>
                <a:spcPts val="0"/>
              </a:spcAft>
              <a:buNone/>
            </a:pPr>
            <a:r>
              <a:rPr lang="en-GB" sz="1800">
                <a:solidFill>
                  <a:schemeClr val="dk1"/>
                </a:solidFill>
                <a:latin typeface="Oswald"/>
                <a:ea typeface="Oswald"/>
                <a:cs typeface="Oswald"/>
                <a:sym typeface="Oswald"/>
              </a:rPr>
              <a:t>2. Manual Entry given</a:t>
            </a:r>
            <a:endParaRPr sz="1800">
              <a:solidFill>
                <a:schemeClr val="dk1"/>
              </a:solidFill>
              <a:latin typeface="Oswald"/>
              <a:ea typeface="Oswald"/>
              <a:cs typeface="Oswald"/>
              <a:sym typeface="Oswald"/>
            </a:endParaRPr>
          </a:p>
          <a:p>
            <a:pPr marL="34290" lvl="0" indent="0" algn="just" rtl="0">
              <a:lnSpc>
                <a:spcPct val="90000"/>
              </a:lnSpc>
              <a:spcBef>
                <a:spcPts val="600"/>
              </a:spcBef>
              <a:spcAft>
                <a:spcPts val="0"/>
              </a:spcAft>
              <a:buClr>
                <a:srgbClr val="000000"/>
              </a:buClr>
              <a:buSzPts val="2200"/>
              <a:buFont typeface="Arial" panose="020B0604020202020204"/>
              <a:buNone/>
            </a:pPr>
            <a:r>
              <a:rPr lang="en-GB" sz="1800">
                <a:solidFill>
                  <a:schemeClr val="dk1"/>
                </a:solidFill>
                <a:latin typeface="Oswald"/>
                <a:ea typeface="Oswald"/>
                <a:cs typeface="Oswald"/>
                <a:sym typeface="Oswald"/>
              </a:rPr>
              <a:t>3-6 a) Customer asks cashier to remove an item</a:t>
            </a:r>
            <a:endParaRPr sz="1800">
              <a:solidFill>
                <a:schemeClr val="dk1"/>
              </a:solidFill>
              <a:latin typeface="Oswald"/>
              <a:ea typeface="Oswald"/>
              <a:cs typeface="Oswald"/>
              <a:sym typeface="Oswald"/>
            </a:endParaRPr>
          </a:p>
          <a:p>
            <a:pPr marL="34290" lvl="0" indent="0" algn="just" rtl="0">
              <a:lnSpc>
                <a:spcPct val="90000"/>
              </a:lnSpc>
              <a:spcBef>
                <a:spcPts val="600"/>
              </a:spcBef>
              <a:spcAft>
                <a:spcPts val="0"/>
              </a:spcAft>
              <a:buClr>
                <a:srgbClr val="000000"/>
              </a:buClr>
              <a:buSzPts val="1800"/>
              <a:buFont typeface="Arial" panose="020B0604020202020204"/>
              <a:buNone/>
            </a:pPr>
            <a:r>
              <a:rPr lang="en-GB" sz="1800">
                <a:solidFill>
                  <a:schemeClr val="dk1"/>
                </a:solidFill>
                <a:latin typeface="Oswald"/>
                <a:ea typeface="Oswald"/>
                <a:cs typeface="Oswald"/>
                <a:sym typeface="Oswald"/>
              </a:rPr>
              <a:t>    i. Cashier enters item identifier for removal of sale.</a:t>
            </a:r>
            <a:endParaRPr sz="1800">
              <a:solidFill>
                <a:schemeClr val="dk1"/>
              </a:solidFill>
              <a:latin typeface="Oswald"/>
              <a:ea typeface="Oswald"/>
              <a:cs typeface="Oswald"/>
              <a:sym typeface="Oswald"/>
            </a:endParaRPr>
          </a:p>
          <a:p>
            <a:pPr marL="34290" lvl="0" indent="0" algn="just" rtl="0">
              <a:lnSpc>
                <a:spcPct val="90000"/>
              </a:lnSpc>
              <a:spcBef>
                <a:spcPts val="600"/>
              </a:spcBef>
              <a:spcAft>
                <a:spcPts val="0"/>
              </a:spcAft>
              <a:buNone/>
            </a:pPr>
            <a:r>
              <a:rPr lang="en-GB" sz="1800">
                <a:solidFill>
                  <a:schemeClr val="dk1"/>
                </a:solidFill>
                <a:latin typeface="Oswald"/>
                <a:ea typeface="Oswald"/>
                <a:cs typeface="Oswald"/>
                <a:sym typeface="Oswald"/>
              </a:rPr>
              <a:t>    ii. System displays updated running total.</a:t>
            </a:r>
            <a:endParaRPr sz="1800">
              <a:solidFill>
                <a:schemeClr val="dk1"/>
              </a:solidFill>
              <a:latin typeface="Oswald"/>
              <a:ea typeface="Oswald"/>
              <a:cs typeface="Oswald"/>
              <a:sym typeface="Oswald"/>
            </a:endParaRPr>
          </a:p>
          <a:p>
            <a:pPr marL="34290" lvl="0" indent="0" algn="just" rtl="0">
              <a:lnSpc>
                <a:spcPct val="90000"/>
              </a:lnSpc>
              <a:spcBef>
                <a:spcPts val="600"/>
              </a:spcBef>
              <a:spcAft>
                <a:spcPts val="0"/>
              </a:spcAft>
              <a:buClr>
                <a:srgbClr val="000000"/>
              </a:buClr>
              <a:buSzPts val="2200"/>
              <a:buFont typeface="Arial" panose="020B0604020202020204"/>
              <a:buNone/>
            </a:pPr>
            <a:r>
              <a:rPr lang="en-GB" sz="1800">
                <a:solidFill>
                  <a:schemeClr val="dk1"/>
                </a:solidFill>
                <a:latin typeface="Oswald"/>
                <a:ea typeface="Oswald"/>
                <a:cs typeface="Oswald"/>
                <a:sym typeface="Oswald"/>
              </a:rPr>
              <a:t>3-6 b) Customer tells cashier to cancel sale</a:t>
            </a:r>
            <a:endParaRPr sz="1800">
              <a:solidFill>
                <a:schemeClr val="dk1"/>
              </a:solidFill>
              <a:latin typeface="Oswald"/>
              <a:ea typeface="Oswald"/>
              <a:cs typeface="Oswald"/>
              <a:sym typeface="Oswald"/>
            </a:endParaRPr>
          </a:p>
          <a:p>
            <a:pPr marL="34290" lvl="0" indent="0" algn="just" rtl="0">
              <a:lnSpc>
                <a:spcPct val="90000"/>
              </a:lnSpc>
              <a:spcBef>
                <a:spcPts val="600"/>
              </a:spcBef>
              <a:spcAft>
                <a:spcPts val="0"/>
              </a:spcAft>
              <a:buClr>
                <a:srgbClr val="000000"/>
              </a:buClr>
              <a:buSzPts val="1800"/>
              <a:buFont typeface="Arial" panose="020B0604020202020204"/>
              <a:buNone/>
            </a:pPr>
            <a:r>
              <a:rPr lang="en-GB" sz="1800">
                <a:solidFill>
                  <a:schemeClr val="dk1"/>
                </a:solidFill>
                <a:latin typeface="Oswald"/>
                <a:ea typeface="Oswald"/>
                <a:cs typeface="Oswald"/>
                <a:sym typeface="Oswald"/>
              </a:rPr>
              <a:t>     i. Cashier cancels sale on System.</a:t>
            </a:r>
            <a:endParaRPr sz="1800">
              <a:solidFill>
                <a:schemeClr val="dk1"/>
              </a:solidFill>
              <a:latin typeface="Oswald"/>
              <a:ea typeface="Oswald"/>
              <a:cs typeface="Oswald"/>
              <a:sym typeface="Oswald"/>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672" name="Shape 672"/>
        <p:cNvGrpSpPr/>
        <p:nvPr/>
      </p:nvGrpSpPr>
      <p:grpSpPr>
        <a:xfrm>
          <a:off x="0" y="0"/>
          <a:ext cx="0" cy="0"/>
          <a:chOff x="0" y="0"/>
          <a:chExt cx="0" cy="0"/>
        </a:xfrm>
      </p:grpSpPr>
      <p:sp>
        <p:nvSpPr>
          <p:cNvPr id="673" name="Google Shape;673;p77"/>
          <p:cNvSpPr txBox="1"/>
          <p:nvPr>
            <p:ph type="title"/>
          </p:nvPr>
        </p:nvSpPr>
        <p:spPr>
          <a:xfrm>
            <a:off x="311700" y="315250"/>
            <a:ext cx="85206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2800"/>
              <a:buFont typeface="Arial" panose="020B0604020202020204"/>
              <a:buNone/>
            </a:pPr>
            <a:r>
              <a:rPr lang="en-GB" sz="2800"/>
              <a:t>UC 01: Sell Item – Descriptive Form</a:t>
            </a:r>
            <a:endParaRPr sz="3200"/>
          </a:p>
        </p:txBody>
      </p:sp>
      <p:sp>
        <p:nvSpPr>
          <p:cNvPr id="674" name="Google Shape;674;p77"/>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
        <p:nvSpPr>
          <p:cNvPr id="675" name="Google Shape;675;p77"/>
          <p:cNvSpPr txBox="1"/>
          <p:nvPr/>
        </p:nvSpPr>
        <p:spPr>
          <a:xfrm>
            <a:off x="310896" y="887950"/>
            <a:ext cx="8522100" cy="760500"/>
          </a:xfrm>
          <a:prstGeom prst="rect">
            <a:avLst/>
          </a:prstGeom>
          <a:noFill/>
          <a:ln>
            <a:noFill/>
          </a:ln>
        </p:spPr>
        <p:txBody>
          <a:bodyPr spcFirstLastPara="1" wrap="square" lIns="91425" tIns="91425" rIns="91425" bIns="91425" anchor="t" anchorCtr="0">
            <a:spAutoFit/>
          </a:bodyPr>
          <a:lstStyle/>
          <a:p>
            <a:pPr marL="34290" lvl="0" indent="0" algn="just" rtl="0">
              <a:lnSpc>
                <a:spcPct val="90000"/>
              </a:lnSpc>
              <a:spcBef>
                <a:spcPts val="600"/>
              </a:spcBef>
              <a:spcAft>
                <a:spcPts val="0"/>
              </a:spcAft>
              <a:buNone/>
            </a:pPr>
            <a:r>
              <a:rPr lang="en-GB" sz="1800">
                <a:solidFill>
                  <a:srgbClr val="93C47D"/>
                </a:solidFill>
                <a:latin typeface="Oswald"/>
                <a:ea typeface="Oswald"/>
                <a:cs typeface="Oswald"/>
                <a:sym typeface="Oswald"/>
              </a:rPr>
              <a:t>Post-conditions </a:t>
            </a:r>
            <a:r>
              <a:rPr lang="en-GB" sz="1800">
                <a:solidFill>
                  <a:schemeClr val="dk1"/>
                </a:solidFill>
                <a:latin typeface="Oswald"/>
                <a:ea typeface="Oswald"/>
                <a:cs typeface="Oswald"/>
                <a:sym typeface="Oswald"/>
              </a:rPr>
              <a:t>: </a:t>
            </a:r>
            <a:endParaRPr sz="1800">
              <a:solidFill>
                <a:schemeClr val="dk1"/>
              </a:solidFill>
              <a:latin typeface="Oswald"/>
              <a:ea typeface="Oswald"/>
              <a:cs typeface="Oswald"/>
              <a:sym typeface="Oswald"/>
            </a:endParaRPr>
          </a:p>
          <a:p>
            <a:pPr marL="34290" lvl="0" indent="0" algn="just" rtl="0">
              <a:lnSpc>
                <a:spcPct val="90000"/>
              </a:lnSpc>
              <a:spcBef>
                <a:spcPts val="600"/>
              </a:spcBef>
              <a:spcAft>
                <a:spcPts val="0"/>
              </a:spcAft>
              <a:buNone/>
            </a:pPr>
            <a:r>
              <a:rPr lang="en-GB" sz="1800">
                <a:solidFill>
                  <a:schemeClr val="dk1"/>
                </a:solidFill>
                <a:latin typeface="Oswald"/>
                <a:ea typeface="Oswald"/>
                <a:cs typeface="Oswald"/>
                <a:sym typeface="Oswald"/>
              </a:rPr>
              <a:t>Sale is saved. Tax is correctly calculated. Accounting and inventory updated. Receipt is generated. </a:t>
            </a:r>
            <a:endParaRPr sz="1800">
              <a:solidFill>
                <a:schemeClr val="dk1"/>
              </a:solidFill>
              <a:latin typeface="Oswald"/>
              <a:ea typeface="Oswald"/>
              <a:cs typeface="Oswald"/>
              <a:sym typeface="Oswald"/>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679" name="Shape 679"/>
        <p:cNvGrpSpPr/>
        <p:nvPr/>
      </p:nvGrpSpPr>
      <p:grpSpPr>
        <a:xfrm>
          <a:off x="0" y="0"/>
          <a:ext cx="0" cy="0"/>
          <a:chOff x="0" y="0"/>
          <a:chExt cx="0" cy="0"/>
        </a:xfrm>
      </p:grpSpPr>
      <p:sp>
        <p:nvSpPr>
          <p:cNvPr id="680" name="Google Shape;680;p78"/>
          <p:cNvSpPr txBox="1"/>
          <p:nvPr>
            <p:ph type="title"/>
          </p:nvPr>
        </p:nvSpPr>
        <p:spPr>
          <a:xfrm>
            <a:off x="311700" y="4676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Activity</a:t>
            </a:r>
            <a:r>
              <a:rPr lang="en-GB" sz="3200"/>
              <a:t> Diagram</a:t>
            </a:r>
            <a:endParaRPr sz="3200"/>
          </a:p>
        </p:txBody>
      </p:sp>
      <p:sp>
        <p:nvSpPr>
          <p:cNvPr id="681" name="Google Shape;681;p78"/>
          <p:cNvSpPr txBox="1"/>
          <p:nvPr>
            <p:ph type="body" idx="1"/>
          </p:nvPr>
        </p:nvSpPr>
        <p:spPr>
          <a:xfrm>
            <a:off x="311700" y="1152475"/>
            <a:ext cx="8178600" cy="3657600"/>
          </a:xfrm>
          <a:prstGeom prst="rect">
            <a:avLst/>
          </a:prstGeom>
          <a:noFill/>
          <a:ln>
            <a:noFill/>
          </a:ln>
        </p:spPr>
        <p:txBody>
          <a:bodyPr spcFirstLastPara="1" wrap="square" lIns="91425" tIns="91425" rIns="91425" bIns="91425" anchor="t" anchorCtr="0">
            <a:noAutofit/>
          </a:bodyPr>
          <a:lstStyle/>
          <a:p>
            <a:pPr marL="457200" lvl="0" indent="0" algn="just" rtl="0">
              <a:lnSpc>
                <a:spcPct val="90000"/>
              </a:lnSpc>
              <a:spcBef>
                <a:spcPts val="600"/>
              </a:spcBef>
              <a:spcAft>
                <a:spcPts val="0"/>
              </a:spcAft>
              <a:buNone/>
            </a:pPr>
            <a:endParaRPr sz="2400">
              <a:solidFill>
                <a:schemeClr val="dk1"/>
              </a:solidFill>
              <a:latin typeface="Oswald"/>
              <a:ea typeface="Oswald"/>
              <a:cs typeface="Oswald"/>
              <a:sym typeface="Oswald"/>
            </a:endParaRPr>
          </a:p>
          <a:p>
            <a:pPr marL="457200" lvl="0" indent="-381000" algn="just" rtl="0">
              <a:lnSpc>
                <a:spcPct val="90000"/>
              </a:lnSpc>
              <a:spcBef>
                <a:spcPts val="60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Shows how </a:t>
            </a:r>
            <a:r>
              <a:rPr lang="en-GB" sz="2400">
                <a:solidFill>
                  <a:srgbClr val="93C47D"/>
                </a:solidFill>
                <a:latin typeface="Oswald"/>
                <a:ea typeface="Oswald"/>
                <a:cs typeface="Oswald"/>
                <a:sym typeface="Oswald"/>
              </a:rPr>
              <a:t>activities</a:t>
            </a:r>
            <a:r>
              <a:rPr lang="en-GB" sz="2400">
                <a:solidFill>
                  <a:schemeClr val="dk1"/>
                </a:solidFill>
                <a:latin typeface="Oswald"/>
                <a:ea typeface="Oswald"/>
                <a:cs typeface="Oswald"/>
                <a:sym typeface="Oswald"/>
              </a:rPr>
              <a:t> are coordinated to achieve a </a:t>
            </a:r>
            <a:r>
              <a:rPr lang="en-GB" sz="2400">
                <a:solidFill>
                  <a:srgbClr val="93C47D"/>
                </a:solidFill>
                <a:latin typeface="Oswald"/>
                <a:ea typeface="Oswald"/>
                <a:cs typeface="Oswald"/>
                <a:sym typeface="Oswald"/>
              </a:rPr>
              <a:t>single event</a:t>
            </a:r>
            <a:br>
              <a:rPr lang="en-GB" sz="2400">
                <a:solidFill>
                  <a:schemeClr val="dk1"/>
                </a:solidFill>
                <a:latin typeface="Oswald"/>
                <a:ea typeface="Oswald"/>
                <a:cs typeface="Oswald"/>
                <a:sym typeface="Oswald"/>
              </a:rPr>
            </a:br>
            <a:endParaRPr sz="2400">
              <a:solidFill>
                <a:schemeClr val="dk1"/>
              </a:solidFill>
              <a:latin typeface="Oswald"/>
              <a:ea typeface="Oswald"/>
              <a:cs typeface="Oswald"/>
              <a:sym typeface="Oswald"/>
            </a:endParaRPr>
          </a:p>
          <a:p>
            <a:pPr marL="457200" lvl="0" indent="-381000" algn="just" rtl="0">
              <a:lnSpc>
                <a:spcPct val="90000"/>
              </a:lnSpc>
              <a:spcBef>
                <a:spcPts val="60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Similar to flowchart</a:t>
            </a:r>
            <a:br>
              <a:rPr lang="en-GB" sz="2400">
                <a:solidFill>
                  <a:schemeClr val="dk1"/>
                </a:solidFill>
                <a:latin typeface="Oswald"/>
                <a:ea typeface="Oswald"/>
                <a:cs typeface="Oswald"/>
                <a:sym typeface="Oswald"/>
              </a:rPr>
            </a:br>
            <a:endParaRPr sz="2400">
              <a:solidFill>
                <a:schemeClr val="dk1"/>
              </a:solidFill>
              <a:latin typeface="Oswald"/>
              <a:ea typeface="Oswald"/>
              <a:cs typeface="Oswald"/>
              <a:sym typeface="Oswald"/>
            </a:endParaRPr>
          </a:p>
          <a:p>
            <a:pPr marL="457200" lvl="0" indent="-381000" algn="just" rtl="0">
              <a:lnSpc>
                <a:spcPct val="90000"/>
              </a:lnSpc>
              <a:spcBef>
                <a:spcPts val="60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Suitable for modelling use cases to represent business workflows</a:t>
            </a:r>
            <a:endParaRPr sz="2400">
              <a:solidFill>
                <a:schemeClr val="dk1"/>
              </a:solidFill>
              <a:latin typeface="Oswald"/>
              <a:ea typeface="Oswald"/>
              <a:cs typeface="Oswald"/>
              <a:sym typeface="Oswald"/>
            </a:endParaRPr>
          </a:p>
          <a:p>
            <a:pPr marL="0" lvl="0" indent="0" algn="l" rtl="0">
              <a:lnSpc>
                <a:spcPct val="130000"/>
              </a:lnSpc>
              <a:spcBef>
                <a:spcPts val="600"/>
              </a:spcBef>
              <a:spcAft>
                <a:spcPts val="0"/>
              </a:spcAft>
              <a:buNone/>
            </a:pPr>
            <a:endParaRPr sz="2400">
              <a:solidFill>
                <a:schemeClr val="dk1"/>
              </a:solidFill>
              <a:latin typeface="Oswald"/>
              <a:ea typeface="Oswald"/>
              <a:cs typeface="Oswald"/>
              <a:sym typeface="Oswald"/>
            </a:endParaRPr>
          </a:p>
        </p:txBody>
      </p:sp>
      <p:sp>
        <p:nvSpPr>
          <p:cNvPr id="682" name="Google Shape;682;p78"/>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686" name="Shape 686"/>
        <p:cNvGrpSpPr/>
        <p:nvPr/>
      </p:nvGrpSpPr>
      <p:grpSpPr>
        <a:xfrm>
          <a:off x="0" y="0"/>
          <a:ext cx="0" cy="0"/>
          <a:chOff x="0" y="0"/>
          <a:chExt cx="0" cy="0"/>
        </a:xfrm>
      </p:grpSpPr>
      <p:sp>
        <p:nvSpPr>
          <p:cNvPr id="687" name="Google Shape;687;p79"/>
          <p:cNvSpPr txBox="1"/>
          <p:nvPr>
            <p:ph type="title"/>
          </p:nvPr>
        </p:nvSpPr>
        <p:spPr>
          <a:xfrm>
            <a:off x="311700" y="315250"/>
            <a:ext cx="30369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Activity</a:t>
            </a:r>
            <a:r>
              <a:rPr lang="en-GB" sz="3200"/>
              <a:t> Diagram</a:t>
            </a:r>
            <a:endParaRPr sz="3200"/>
          </a:p>
        </p:txBody>
      </p:sp>
      <p:sp>
        <p:nvSpPr>
          <p:cNvPr id="688" name="Google Shape;688;p79"/>
          <p:cNvSpPr txBox="1"/>
          <p:nvPr>
            <p:ph type="body" idx="1"/>
          </p:nvPr>
        </p:nvSpPr>
        <p:spPr>
          <a:xfrm>
            <a:off x="311700" y="1000075"/>
            <a:ext cx="6400800" cy="3657600"/>
          </a:xfrm>
          <a:prstGeom prst="rect">
            <a:avLst/>
          </a:prstGeom>
          <a:noFill/>
          <a:ln>
            <a:noFill/>
          </a:ln>
        </p:spPr>
        <p:txBody>
          <a:bodyPr spcFirstLastPara="1" wrap="square" lIns="91425" tIns="91425" rIns="91425" bIns="91425" anchor="t" anchorCtr="0">
            <a:noAutofit/>
          </a:bodyPr>
          <a:lstStyle/>
          <a:p>
            <a:pPr marL="0" lvl="0" indent="0" algn="l" rtl="0">
              <a:lnSpc>
                <a:spcPct val="130000"/>
              </a:lnSpc>
              <a:spcBef>
                <a:spcPts val="600"/>
              </a:spcBef>
              <a:spcAft>
                <a:spcPts val="0"/>
              </a:spcAft>
              <a:buNone/>
            </a:pPr>
            <a:r>
              <a:rPr lang="en-GB" sz="2400">
                <a:solidFill>
                  <a:schemeClr val="dk1"/>
                </a:solidFill>
                <a:latin typeface="Oswald"/>
                <a:ea typeface="Oswald"/>
                <a:cs typeface="Oswald"/>
                <a:sym typeface="Oswald"/>
              </a:rPr>
              <a:t>Components &amp; Notations</a:t>
            </a:r>
            <a:endParaRPr sz="2400">
              <a:solidFill>
                <a:schemeClr val="dk1"/>
              </a:solidFill>
              <a:latin typeface="Oswald"/>
              <a:ea typeface="Oswald"/>
              <a:cs typeface="Oswald"/>
              <a:sym typeface="Oswald"/>
            </a:endParaRPr>
          </a:p>
          <a:p>
            <a:pPr marL="457200" lvl="0" indent="-342900" algn="l" rtl="0">
              <a:lnSpc>
                <a:spcPct val="130000"/>
              </a:lnSpc>
              <a:spcBef>
                <a:spcPts val="600"/>
              </a:spcBef>
              <a:spcAft>
                <a:spcPts val="0"/>
              </a:spcAft>
              <a:buClr>
                <a:schemeClr val="dk1"/>
              </a:buClr>
              <a:buSzPts val="1800"/>
              <a:buFont typeface="Oswald"/>
              <a:buChar char="●"/>
            </a:pPr>
            <a:r>
              <a:rPr lang="en-GB">
                <a:solidFill>
                  <a:srgbClr val="93C47D"/>
                </a:solidFill>
                <a:latin typeface="Oswald"/>
                <a:ea typeface="Oswald"/>
                <a:cs typeface="Oswald"/>
                <a:sym typeface="Oswald"/>
              </a:rPr>
              <a:t>Action</a:t>
            </a:r>
            <a:r>
              <a:rPr lang="en-GB">
                <a:solidFill>
                  <a:schemeClr val="dk1"/>
                </a:solidFill>
                <a:latin typeface="Oswald"/>
                <a:ea typeface="Oswald"/>
                <a:cs typeface="Oswald"/>
                <a:sym typeface="Oswald"/>
              </a:rPr>
              <a:t> is a</a:t>
            </a:r>
            <a:r>
              <a:rPr lang="en-GB">
                <a:solidFill>
                  <a:schemeClr val="dk1"/>
                </a:solidFill>
                <a:latin typeface="Oswald"/>
                <a:ea typeface="Oswald"/>
                <a:cs typeface="Oswald"/>
                <a:sym typeface="Oswald"/>
              </a:rPr>
              <a:t> task to be performed</a:t>
            </a:r>
            <a:endParaRPr>
              <a:solidFill>
                <a:schemeClr val="dk1"/>
              </a:solidFill>
              <a:latin typeface="Oswald"/>
              <a:ea typeface="Oswald"/>
              <a:cs typeface="Oswald"/>
              <a:sym typeface="Oswald"/>
            </a:endParaRPr>
          </a:p>
          <a:p>
            <a:pPr marL="457200" lvl="0" indent="0" algn="l" rtl="0">
              <a:lnSpc>
                <a:spcPct val="130000"/>
              </a:lnSpc>
              <a:spcBef>
                <a:spcPts val="600"/>
              </a:spcBef>
              <a:spcAft>
                <a:spcPts val="0"/>
              </a:spcAft>
              <a:buNone/>
            </a:pPr>
            <a:endParaRPr>
              <a:solidFill>
                <a:schemeClr val="dk1"/>
              </a:solidFill>
              <a:latin typeface="Oswald"/>
              <a:ea typeface="Oswald"/>
              <a:cs typeface="Oswald"/>
              <a:sym typeface="Oswald"/>
            </a:endParaRPr>
          </a:p>
          <a:p>
            <a:pPr marL="457200" lvl="0" indent="-342900" algn="l" rtl="0">
              <a:lnSpc>
                <a:spcPct val="130000"/>
              </a:lnSpc>
              <a:spcBef>
                <a:spcPts val="600"/>
              </a:spcBef>
              <a:spcAft>
                <a:spcPts val="0"/>
              </a:spcAft>
              <a:buClr>
                <a:schemeClr val="dk1"/>
              </a:buClr>
              <a:buSzPts val="1800"/>
              <a:buFont typeface="Oswald"/>
              <a:buChar char="●"/>
            </a:pPr>
            <a:r>
              <a:rPr lang="en-GB">
                <a:solidFill>
                  <a:srgbClr val="93C47D"/>
                </a:solidFill>
                <a:latin typeface="Oswald"/>
                <a:ea typeface="Oswald"/>
                <a:cs typeface="Oswald"/>
                <a:sym typeface="Oswald"/>
              </a:rPr>
              <a:t>Control Flow</a:t>
            </a:r>
            <a:r>
              <a:rPr lang="en-GB">
                <a:solidFill>
                  <a:schemeClr val="dk1"/>
                </a:solidFill>
                <a:latin typeface="Oswald"/>
                <a:ea typeface="Oswald"/>
                <a:cs typeface="Oswald"/>
                <a:sym typeface="Oswald"/>
              </a:rPr>
              <a:t> shows the sequence of execution</a:t>
            </a:r>
            <a:endParaRPr>
              <a:solidFill>
                <a:schemeClr val="dk1"/>
              </a:solidFill>
              <a:latin typeface="Oswald"/>
              <a:ea typeface="Oswald"/>
              <a:cs typeface="Oswald"/>
              <a:sym typeface="Oswald"/>
            </a:endParaRPr>
          </a:p>
          <a:p>
            <a:pPr marL="457200" lvl="0" indent="0" algn="l" rtl="0">
              <a:lnSpc>
                <a:spcPct val="130000"/>
              </a:lnSpc>
              <a:spcBef>
                <a:spcPts val="600"/>
              </a:spcBef>
              <a:spcAft>
                <a:spcPts val="0"/>
              </a:spcAft>
              <a:buNone/>
            </a:pPr>
            <a:endParaRPr>
              <a:solidFill>
                <a:schemeClr val="dk1"/>
              </a:solidFill>
              <a:latin typeface="Oswald"/>
              <a:ea typeface="Oswald"/>
              <a:cs typeface="Oswald"/>
              <a:sym typeface="Oswald"/>
            </a:endParaRPr>
          </a:p>
          <a:p>
            <a:pPr marL="457200" lvl="0" indent="-342900" algn="l" rtl="0">
              <a:lnSpc>
                <a:spcPct val="130000"/>
              </a:lnSpc>
              <a:spcBef>
                <a:spcPts val="600"/>
              </a:spcBef>
              <a:spcAft>
                <a:spcPts val="0"/>
              </a:spcAft>
              <a:buClr>
                <a:schemeClr val="dk1"/>
              </a:buClr>
              <a:buSzPts val="1800"/>
              <a:buFont typeface="Oswald"/>
              <a:buChar char="●"/>
            </a:pPr>
            <a:r>
              <a:rPr lang="en-GB">
                <a:solidFill>
                  <a:srgbClr val="93C47D"/>
                </a:solidFill>
                <a:latin typeface="Oswald"/>
                <a:ea typeface="Oswald"/>
                <a:cs typeface="Oswald"/>
                <a:sym typeface="Oswald"/>
              </a:rPr>
              <a:t>Initial Node</a:t>
            </a:r>
            <a:r>
              <a:rPr lang="en-GB">
                <a:solidFill>
                  <a:schemeClr val="dk1"/>
                </a:solidFill>
                <a:latin typeface="Oswald"/>
                <a:ea typeface="Oswald"/>
                <a:cs typeface="Oswald"/>
                <a:sym typeface="Oswald"/>
              </a:rPr>
              <a:t> portrays the beginning of a set of actions or activities</a:t>
            </a:r>
            <a:endParaRPr>
              <a:solidFill>
                <a:schemeClr val="dk1"/>
              </a:solidFill>
              <a:latin typeface="Oswald"/>
              <a:ea typeface="Oswald"/>
              <a:cs typeface="Oswald"/>
              <a:sym typeface="Oswald"/>
            </a:endParaRPr>
          </a:p>
          <a:p>
            <a:pPr marL="457200" lvl="0" indent="0" algn="l" rtl="0">
              <a:lnSpc>
                <a:spcPct val="130000"/>
              </a:lnSpc>
              <a:spcBef>
                <a:spcPts val="600"/>
              </a:spcBef>
              <a:spcAft>
                <a:spcPts val="0"/>
              </a:spcAft>
              <a:buNone/>
            </a:pPr>
            <a:endParaRPr>
              <a:solidFill>
                <a:schemeClr val="dk1"/>
              </a:solidFill>
              <a:latin typeface="Oswald"/>
              <a:ea typeface="Oswald"/>
              <a:cs typeface="Oswald"/>
              <a:sym typeface="Oswald"/>
            </a:endParaRPr>
          </a:p>
          <a:p>
            <a:pPr marL="457200" lvl="0" indent="-342900" algn="l" rtl="0">
              <a:spcBef>
                <a:spcPts val="1200"/>
              </a:spcBef>
              <a:spcAft>
                <a:spcPts val="0"/>
              </a:spcAft>
              <a:buClr>
                <a:schemeClr val="dk1"/>
              </a:buClr>
              <a:buSzPts val="1800"/>
              <a:buFont typeface="Oswald"/>
              <a:buChar char="●"/>
            </a:pPr>
            <a:r>
              <a:rPr lang="en-GB">
                <a:solidFill>
                  <a:srgbClr val="93C47D"/>
                </a:solidFill>
                <a:latin typeface="Oswald"/>
                <a:ea typeface="Oswald"/>
                <a:cs typeface="Oswald"/>
                <a:sym typeface="Oswald"/>
              </a:rPr>
              <a:t>Activity Final Node</a:t>
            </a:r>
            <a:r>
              <a:rPr lang="en-GB">
                <a:solidFill>
                  <a:schemeClr val="dk1"/>
                </a:solidFill>
                <a:latin typeface="Oswald"/>
                <a:ea typeface="Oswald"/>
                <a:cs typeface="Oswald"/>
                <a:sym typeface="Oswald"/>
              </a:rPr>
              <a:t> stops all control flows in an activity (or action)</a:t>
            </a:r>
            <a:endParaRPr sz="1100" b="1">
              <a:solidFill>
                <a:srgbClr val="000000"/>
              </a:solidFill>
              <a:latin typeface="Arial" panose="020B0604020202020204"/>
              <a:ea typeface="Arial" panose="020B0604020202020204"/>
              <a:cs typeface="Arial" panose="020B0604020202020204"/>
              <a:sym typeface="Arial" panose="020B0604020202020204"/>
            </a:endParaRPr>
          </a:p>
        </p:txBody>
      </p:sp>
      <p:sp>
        <p:nvSpPr>
          <p:cNvPr id="689" name="Google Shape;689;p79"/>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cxnSp>
        <p:nvCxnSpPr>
          <p:cNvPr id="690" name="Google Shape;690;p79"/>
          <p:cNvCxnSpPr/>
          <p:nvPr/>
        </p:nvCxnSpPr>
        <p:spPr>
          <a:xfrm>
            <a:off x="4839600" y="2673850"/>
            <a:ext cx="1259100" cy="0"/>
          </a:xfrm>
          <a:prstGeom prst="straightConnector1">
            <a:avLst/>
          </a:prstGeom>
          <a:noFill/>
          <a:ln w="76200" cap="flat" cmpd="sng">
            <a:solidFill>
              <a:schemeClr val="dk2"/>
            </a:solidFill>
            <a:prstDash val="solid"/>
            <a:round/>
            <a:headEnd type="none" w="med" len="med"/>
            <a:tailEnd type="triangle" w="med" len="med"/>
          </a:ln>
          <a:effectLst>
            <a:outerShdw blurRad="57150" dist="19050" dir="5400000" algn="bl" rotWithShape="0">
              <a:srgbClr val="000000">
                <a:alpha val="50000"/>
              </a:srgbClr>
            </a:outerShdw>
          </a:effectLst>
        </p:spPr>
      </p:cxnSp>
      <p:sp>
        <p:nvSpPr>
          <p:cNvPr id="691" name="Google Shape;691;p79"/>
          <p:cNvSpPr/>
          <p:nvPr/>
        </p:nvSpPr>
        <p:spPr>
          <a:xfrm>
            <a:off x="3629925" y="1468350"/>
            <a:ext cx="1017900" cy="572700"/>
          </a:xfrm>
          <a:prstGeom prst="roundRect">
            <a:avLst>
              <a:gd name="adj" fmla="val 16667"/>
            </a:avLst>
          </a:prstGeom>
          <a:solidFill>
            <a:schemeClr val="lt2"/>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a:latin typeface="Average"/>
                <a:ea typeface="Average"/>
                <a:cs typeface="Average"/>
                <a:sym typeface="Average"/>
              </a:rPr>
              <a:t>Action</a:t>
            </a:r>
            <a:endParaRPr>
              <a:latin typeface="Average"/>
              <a:ea typeface="Average"/>
              <a:cs typeface="Average"/>
              <a:sym typeface="Average"/>
            </a:endParaRPr>
          </a:p>
        </p:txBody>
      </p:sp>
      <p:sp>
        <p:nvSpPr>
          <p:cNvPr id="692" name="Google Shape;692;p79"/>
          <p:cNvSpPr/>
          <p:nvPr/>
        </p:nvSpPr>
        <p:spPr>
          <a:xfrm>
            <a:off x="6498200" y="3236425"/>
            <a:ext cx="457200" cy="457200"/>
          </a:xfrm>
          <a:prstGeom prst="ellipse">
            <a:avLst/>
          </a:prstGeom>
          <a:solidFill>
            <a:srgbClr val="00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verage"/>
              <a:ea typeface="Average"/>
              <a:cs typeface="Average"/>
              <a:sym typeface="Average"/>
            </a:endParaRPr>
          </a:p>
        </p:txBody>
      </p:sp>
      <p:sp>
        <p:nvSpPr>
          <p:cNvPr id="693" name="Google Shape;693;p79"/>
          <p:cNvSpPr/>
          <p:nvPr/>
        </p:nvSpPr>
        <p:spPr>
          <a:xfrm>
            <a:off x="6498200" y="4200475"/>
            <a:ext cx="457200" cy="457200"/>
          </a:xfrm>
          <a:prstGeom prst="donut">
            <a:avLst>
              <a:gd name="adj" fmla="val 25000"/>
            </a:avLst>
          </a:prstGeom>
          <a:solidFill>
            <a:schemeClr val="dk1"/>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verage"/>
              <a:ea typeface="Average"/>
              <a:cs typeface="Average"/>
              <a:sym typeface="Average"/>
            </a:endParaRPr>
          </a:p>
        </p:txBody>
      </p:sp>
      <p:sp>
        <p:nvSpPr>
          <p:cNvPr id="694" name="Google Shape;694;p79"/>
          <p:cNvSpPr/>
          <p:nvPr/>
        </p:nvSpPr>
        <p:spPr>
          <a:xfrm>
            <a:off x="6635300" y="4337575"/>
            <a:ext cx="183000" cy="183000"/>
          </a:xfrm>
          <a:prstGeom prst="ellipse">
            <a:avLst/>
          </a:prstGeom>
          <a:solidFill>
            <a:srgbClr val="00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verage"/>
              <a:ea typeface="Average"/>
              <a:cs typeface="Average"/>
              <a:sym typeface="Average"/>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698" name="Shape 698"/>
        <p:cNvGrpSpPr/>
        <p:nvPr/>
      </p:nvGrpSpPr>
      <p:grpSpPr>
        <a:xfrm>
          <a:off x="0" y="0"/>
          <a:ext cx="0" cy="0"/>
          <a:chOff x="0" y="0"/>
          <a:chExt cx="0" cy="0"/>
        </a:xfrm>
      </p:grpSpPr>
      <p:sp>
        <p:nvSpPr>
          <p:cNvPr id="699" name="Google Shape;699;p80"/>
          <p:cNvSpPr txBox="1"/>
          <p:nvPr>
            <p:ph type="title"/>
          </p:nvPr>
        </p:nvSpPr>
        <p:spPr>
          <a:xfrm>
            <a:off x="311700" y="315250"/>
            <a:ext cx="30369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Activity Diagram</a:t>
            </a:r>
            <a:endParaRPr sz="3200"/>
          </a:p>
        </p:txBody>
      </p:sp>
      <p:sp>
        <p:nvSpPr>
          <p:cNvPr id="700" name="Google Shape;700;p80"/>
          <p:cNvSpPr txBox="1"/>
          <p:nvPr>
            <p:ph type="body" idx="1"/>
          </p:nvPr>
        </p:nvSpPr>
        <p:spPr>
          <a:xfrm>
            <a:off x="311700" y="1000075"/>
            <a:ext cx="6400800" cy="4074600"/>
          </a:xfrm>
          <a:prstGeom prst="rect">
            <a:avLst/>
          </a:prstGeom>
          <a:noFill/>
          <a:ln>
            <a:noFill/>
          </a:ln>
        </p:spPr>
        <p:txBody>
          <a:bodyPr spcFirstLastPara="1" wrap="square" lIns="91425" tIns="91425" rIns="91425" bIns="91425" anchor="t" anchorCtr="0">
            <a:noAutofit/>
          </a:bodyPr>
          <a:lstStyle/>
          <a:p>
            <a:pPr marL="0" lvl="0" indent="0" algn="l" rtl="0">
              <a:lnSpc>
                <a:spcPct val="130000"/>
              </a:lnSpc>
              <a:spcBef>
                <a:spcPts val="600"/>
              </a:spcBef>
              <a:spcAft>
                <a:spcPts val="0"/>
              </a:spcAft>
              <a:buNone/>
            </a:pPr>
            <a:r>
              <a:rPr lang="en-GB" sz="2400">
                <a:solidFill>
                  <a:schemeClr val="dk1"/>
                </a:solidFill>
                <a:latin typeface="Oswald"/>
                <a:ea typeface="Oswald"/>
                <a:cs typeface="Oswald"/>
                <a:sym typeface="Oswald"/>
              </a:rPr>
              <a:t>Components &amp; Notations</a:t>
            </a:r>
            <a:endParaRPr sz="1100">
              <a:solidFill>
                <a:srgbClr val="000000"/>
              </a:solidFill>
              <a:latin typeface="Arial" panose="020B0604020202020204"/>
              <a:ea typeface="Arial" panose="020B0604020202020204"/>
              <a:cs typeface="Arial" panose="020B0604020202020204"/>
              <a:sym typeface="Arial" panose="020B0604020202020204"/>
            </a:endParaRPr>
          </a:p>
          <a:p>
            <a:pPr marL="457200" lvl="0" indent="-342900" algn="l" rtl="0">
              <a:spcBef>
                <a:spcPts val="0"/>
              </a:spcBef>
              <a:spcAft>
                <a:spcPts val="0"/>
              </a:spcAft>
              <a:buClr>
                <a:schemeClr val="dk1"/>
              </a:buClr>
              <a:buSzPts val="1800"/>
              <a:buFont typeface="Oswald"/>
              <a:buChar char="●"/>
            </a:pPr>
            <a:r>
              <a:rPr lang="en-GB">
                <a:solidFill>
                  <a:srgbClr val="93C47D"/>
                </a:solidFill>
                <a:latin typeface="Oswald"/>
                <a:ea typeface="Oswald"/>
                <a:cs typeface="Oswald"/>
                <a:sym typeface="Oswald"/>
              </a:rPr>
              <a:t>Decision Node</a:t>
            </a:r>
            <a:r>
              <a:rPr lang="en-GB">
                <a:solidFill>
                  <a:schemeClr val="dk1"/>
                </a:solidFill>
                <a:latin typeface="Oswald"/>
                <a:ea typeface="Oswald"/>
                <a:cs typeface="Oswald"/>
                <a:sym typeface="Oswald"/>
              </a:rPr>
              <a:t> represents a test condition to ensure that the control flow only goes down one path</a:t>
            </a:r>
            <a:br>
              <a:rPr lang="en-GB">
                <a:solidFill>
                  <a:schemeClr val="dk1"/>
                </a:solidFill>
                <a:latin typeface="Oswald"/>
                <a:ea typeface="Oswald"/>
                <a:cs typeface="Oswald"/>
                <a:sym typeface="Oswald"/>
              </a:rPr>
            </a:br>
            <a:endParaRPr>
              <a:solidFill>
                <a:schemeClr val="dk1"/>
              </a:solidFill>
              <a:latin typeface="Oswald"/>
              <a:ea typeface="Oswald"/>
              <a:cs typeface="Oswald"/>
              <a:sym typeface="Oswald"/>
            </a:endParaRPr>
          </a:p>
          <a:p>
            <a:pPr marL="457200" lvl="0" indent="-342900" algn="l" rtl="0">
              <a:spcBef>
                <a:spcPts val="0"/>
              </a:spcBef>
              <a:spcAft>
                <a:spcPts val="0"/>
              </a:spcAft>
              <a:buClr>
                <a:schemeClr val="dk1"/>
              </a:buClr>
              <a:buSzPts val="1800"/>
              <a:buFont typeface="Oswald"/>
              <a:buChar char="●"/>
            </a:pPr>
            <a:r>
              <a:rPr lang="en-GB">
                <a:solidFill>
                  <a:srgbClr val="93C47D"/>
                </a:solidFill>
                <a:latin typeface="Oswald"/>
                <a:ea typeface="Oswald"/>
                <a:cs typeface="Oswald"/>
                <a:sym typeface="Oswald"/>
              </a:rPr>
              <a:t>Merge Node</a:t>
            </a:r>
            <a:r>
              <a:rPr lang="en-GB">
                <a:solidFill>
                  <a:schemeClr val="dk1"/>
                </a:solidFill>
                <a:latin typeface="Oswald"/>
                <a:ea typeface="Oswald"/>
                <a:cs typeface="Oswald"/>
                <a:sym typeface="Oswald"/>
              </a:rPr>
              <a:t> brings back together different decision paths that were created using a decision-node.</a:t>
            </a:r>
            <a:br>
              <a:rPr lang="en-GB">
                <a:solidFill>
                  <a:schemeClr val="dk1"/>
                </a:solidFill>
                <a:latin typeface="Oswald"/>
                <a:ea typeface="Oswald"/>
                <a:cs typeface="Oswald"/>
                <a:sym typeface="Oswald"/>
              </a:rPr>
            </a:br>
            <a:endParaRPr>
              <a:solidFill>
                <a:schemeClr val="dk1"/>
              </a:solidFill>
              <a:latin typeface="Oswald"/>
              <a:ea typeface="Oswald"/>
              <a:cs typeface="Oswald"/>
              <a:sym typeface="Oswald"/>
            </a:endParaRPr>
          </a:p>
          <a:p>
            <a:pPr marL="457200" lvl="0" indent="-342900" algn="l" rtl="0">
              <a:spcBef>
                <a:spcPts val="0"/>
              </a:spcBef>
              <a:spcAft>
                <a:spcPts val="0"/>
              </a:spcAft>
              <a:buClr>
                <a:schemeClr val="dk1"/>
              </a:buClr>
              <a:buSzPts val="1800"/>
              <a:buFont typeface="Oswald"/>
              <a:buChar char="●"/>
            </a:pPr>
            <a:r>
              <a:rPr lang="en-GB">
                <a:solidFill>
                  <a:srgbClr val="93C47D"/>
                </a:solidFill>
                <a:latin typeface="Oswald"/>
                <a:ea typeface="Oswald"/>
                <a:cs typeface="Oswald"/>
                <a:sym typeface="Oswald"/>
              </a:rPr>
              <a:t>Fork Node</a:t>
            </a:r>
            <a:r>
              <a:rPr lang="en-GB">
                <a:solidFill>
                  <a:schemeClr val="dk1"/>
                </a:solidFill>
                <a:latin typeface="Oswald"/>
                <a:ea typeface="Oswald"/>
                <a:cs typeface="Oswald"/>
                <a:sym typeface="Oswald"/>
              </a:rPr>
              <a:t> splits behavior into a set of parallel or concurrent flows of activities (or actions)</a:t>
            </a:r>
            <a:br>
              <a:rPr lang="en-GB">
                <a:solidFill>
                  <a:schemeClr val="dk1"/>
                </a:solidFill>
                <a:latin typeface="Oswald"/>
                <a:ea typeface="Oswald"/>
                <a:cs typeface="Oswald"/>
                <a:sym typeface="Oswald"/>
              </a:rPr>
            </a:br>
            <a:endParaRPr>
              <a:solidFill>
                <a:schemeClr val="dk1"/>
              </a:solidFill>
              <a:latin typeface="Oswald"/>
              <a:ea typeface="Oswald"/>
              <a:cs typeface="Oswald"/>
              <a:sym typeface="Oswald"/>
            </a:endParaRPr>
          </a:p>
          <a:p>
            <a:pPr marL="457200" lvl="0" indent="-342900" algn="l" rtl="0">
              <a:spcBef>
                <a:spcPts val="0"/>
              </a:spcBef>
              <a:spcAft>
                <a:spcPts val="0"/>
              </a:spcAft>
              <a:buClr>
                <a:schemeClr val="dk1"/>
              </a:buClr>
              <a:buSzPts val="1800"/>
              <a:buFont typeface="Oswald"/>
              <a:buChar char="●"/>
            </a:pPr>
            <a:r>
              <a:rPr lang="en-GB">
                <a:solidFill>
                  <a:srgbClr val="93C47D"/>
                </a:solidFill>
                <a:latin typeface="Oswald"/>
                <a:ea typeface="Oswald"/>
                <a:cs typeface="Oswald"/>
                <a:sym typeface="Oswald"/>
              </a:rPr>
              <a:t>Join Node</a:t>
            </a:r>
            <a:r>
              <a:rPr lang="en-GB">
                <a:solidFill>
                  <a:schemeClr val="dk1"/>
                </a:solidFill>
                <a:latin typeface="Oswald"/>
                <a:ea typeface="Oswald"/>
                <a:cs typeface="Oswald"/>
                <a:sym typeface="Oswald"/>
              </a:rPr>
              <a:t> brings back together a set of parallel or concurrent flows of activities (or actions).</a:t>
            </a:r>
            <a:endParaRPr sz="1100" b="1">
              <a:solidFill>
                <a:srgbClr val="000000"/>
              </a:solidFill>
              <a:latin typeface="Arial" panose="020B0604020202020204"/>
              <a:ea typeface="Arial" panose="020B0604020202020204"/>
              <a:cs typeface="Arial" panose="020B0604020202020204"/>
              <a:sym typeface="Arial" panose="020B0604020202020204"/>
            </a:endParaRPr>
          </a:p>
        </p:txBody>
      </p:sp>
      <p:sp>
        <p:nvSpPr>
          <p:cNvPr id="701" name="Google Shape;701;p80"/>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702" name="Google Shape;702;p80"/>
          <p:cNvPicPr preferRelativeResize="0"/>
          <p:nvPr/>
        </p:nvPicPr>
        <p:blipFill>
          <a:blip r:embed="rId1"/>
          <a:stretch>
            <a:fillRect/>
          </a:stretch>
        </p:blipFill>
        <p:spPr>
          <a:xfrm>
            <a:off x="6972050" y="1290050"/>
            <a:ext cx="1600200" cy="6858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pic>
        <p:nvPicPr>
          <p:cNvPr id="703" name="Google Shape;703;p80"/>
          <p:cNvPicPr preferRelativeResize="0"/>
          <p:nvPr/>
        </p:nvPicPr>
        <p:blipFill>
          <a:blip r:embed="rId2"/>
          <a:stretch>
            <a:fillRect/>
          </a:stretch>
        </p:blipFill>
        <p:spPr>
          <a:xfrm>
            <a:off x="6972050" y="2266950"/>
            <a:ext cx="1600200" cy="6858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pic>
        <p:nvPicPr>
          <p:cNvPr id="704" name="Google Shape;704;p80"/>
          <p:cNvPicPr preferRelativeResize="0"/>
          <p:nvPr/>
        </p:nvPicPr>
        <p:blipFill>
          <a:blip r:embed="rId3"/>
          <a:stretch>
            <a:fillRect/>
          </a:stretch>
        </p:blipFill>
        <p:spPr>
          <a:xfrm>
            <a:off x="6972050" y="3243850"/>
            <a:ext cx="1600200" cy="6858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pic>
        <p:nvPicPr>
          <p:cNvPr id="705" name="Google Shape;705;p80"/>
          <p:cNvPicPr preferRelativeResize="0"/>
          <p:nvPr/>
        </p:nvPicPr>
        <p:blipFill>
          <a:blip r:embed="rId4"/>
          <a:stretch>
            <a:fillRect/>
          </a:stretch>
        </p:blipFill>
        <p:spPr>
          <a:xfrm>
            <a:off x="6972050" y="4220750"/>
            <a:ext cx="1600200" cy="6858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709" name="Shape 709"/>
        <p:cNvGrpSpPr/>
        <p:nvPr/>
      </p:nvGrpSpPr>
      <p:grpSpPr>
        <a:xfrm>
          <a:off x="0" y="0"/>
          <a:ext cx="0" cy="0"/>
          <a:chOff x="0" y="0"/>
          <a:chExt cx="0" cy="0"/>
        </a:xfrm>
      </p:grpSpPr>
      <p:sp>
        <p:nvSpPr>
          <p:cNvPr id="710" name="Google Shape;710;p81"/>
          <p:cNvSpPr txBox="1"/>
          <p:nvPr>
            <p:ph type="title"/>
          </p:nvPr>
        </p:nvSpPr>
        <p:spPr>
          <a:xfrm>
            <a:off x="311700" y="10450"/>
            <a:ext cx="83544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Activity</a:t>
            </a:r>
            <a:r>
              <a:rPr lang="en-GB" sz="3200"/>
              <a:t> Diagram - Example (Student Enrolment)</a:t>
            </a:r>
            <a:endParaRPr sz="3200"/>
          </a:p>
        </p:txBody>
      </p:sp>
      <p:sp>
        <p:nvSpPr>
          <p:cNvPr id="711" name="Google Shape;711;p81"/>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
        <p:nvSpPr>
          <p:cNvPr id="712" name="Google Shape;712;p81"/>
          <p:cNvSpPr txBox="1"/>
          <p:nvPr/>
        </p:nvSpPr>
        <p:spPr>
          <a:xfrm>
            <a:off x="311700" y="863500"/>
            <a:ext cx="7862700" cy="3817500"/>
          </a:xfrm>
          <a:prstGeom prst="rect">
            <a:avLst/>
          </a:prstGeom>
          <a:noFill/>
          <a:ln>
            <a:noFill/>
          </a:ln>
        </p:spPr>
        <p:txBody>
          <a:bodyPr spcFirstLastPara="1" wrap="square" lIns="91425" tIns="91425" rIns="91425" bIns="91425" anchor="t" anchorCtr="0">
            <a:noAutofit/>
          </a:bodyPr>
          <a:lstStyle/>
          <a:p>
            <a:pPr marL="457200" lvl="0" indent="-381000" algn="l" rtl="0">
              <a:lnSpc>
                <a:spcPct val="115000"/>
              </a:lnSpc>
              <a:spcBef>
                <a:spcPts val="120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An applicant wants to enroll in the university.</a:t>
            </a:r>
            <a:endParaRPr sz="2400">
              <a:solidFill>
                <a:schemeClr val="dk1"/>
              </a:solidFill>
              <a:latin typeface="Oswald"/>
              <a:ea typeface="Oswald"/>
              <a:cs typeface="Oswald"/>
              <a:sym typeface="Oswald"/>
            </a:endParaRPr>
          </a:p>
          <a:p>
            <a:pPr marL="457200" lvl="0" indent="-381000" algn="l" rtl="0">
              <a:lnSpc>
                <a:spcPct val="115000"/>
              </a:lnSpc>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The applicant hands a filled out copy of Enrollment Form.</a:t>
            </a:r>
            <a:endParaRPr sz="2400">
              <a:solidFill>
                <a:schemeClr val="dk1"/>
              </a:solidFill>
              <a:latin typeface="Oswald"/>
              <a:ea typeface="Oswald"/>
              <a:cs typeface="Oswald"/>
              <a:sym typeface="Oswald"/>
            </a:endParaRPr>
          </a:p>
          <a:p>
            <a:pPr marL="457200" lvl="0" indent="-381000" algn="l" rtl="0">
              <a:lnSpc>
                <a:spcPct val="115000"/>
              </a:lnSpc>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The registrar inspects the forms.</a:t>
            </a:r>
            <a:endParaRPr sz="2400">
              <a:solidFill>
                <a:schemeClr val="dk1"/>
              </a:solidFill>
              <a:latin typeface="Oswald"/>
              <a:ea typeface="Oswald"/>
              <a:cs typeface="Oswald"/>
              <a:sym typeface="Oswald"/>
            </a:endParaRPr>
          </a:p>
          <a:p>
            <a:pPr marL="457200" lvl="0" indent="-381000" algn="l" rtl="0">
              <a:lnSpc>
                <a:spcPct val="115000"/>
              </a:lnSpc>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The registrar determines that the forms have been filled out properly.</a:t>
            </a:r>
            <a:endParaRPr sz="2400">
              <a:solidFill>
                <a:schemeClr val="dk1"/>
              </a:solidFill>
              <a:latin typeface="Oswald"/>
              <a:ea typeface="Oswald"/>
              <a:cs typeface="Oswald"/>
              <a:sym typeface="Oswald"/>
            </a:endParaRPr>
          </a:p>
          <a:p>
            <a:pPr marL="457200" lvl="0" indent="-381000" algn="l" rtl="0">
              <a:lnSpc>
                <a:spcPct val="115000"/>
              </a:lnSpc>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The registrar informs student to attend in university overview presentation.</a:t>
            </a:r>
            <a:endParaRPr sz="2400">
              <a:solidFill>
                <a:schemeClr val="dk1"/>
              </a:solidFill>
              <a:latin typeface="Oswald"/>
              <a:ea typeface="Oswald"/>
              <a:cs typeface="Oswald"/>
              <a:sym typeface="Oswald"/>
            </a:endParaRPr>
          </a:p>
          <a:p>
            <a:pPr marL="457200" lvl="0" indent="-381000" algn="l" rtl="0">
              <a:lnSpc>
                <a:spcPct val="115000"/>
              </a:lnSpc>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The registrar helps the student to enroll in seminars</a:t>
            </a:r>
            <a:endParaRPr sz="2400">
              <a:solidFill>
                <a:schemeClr val="dk1"/>
              </a:solidFill>
              <a:latin typeface="Oswald"/>
              <a:ea typeface="Oswald"/>
              <a:cs typeface="Oswald"/>
              <a:sym typeface="Oswald"/>
            </a:endParaRPr>
          </a:p>
          <a:p>
            <a:pPr marL="457200" lvl="0" indent="-381000" algn="l" rtl="0">
              <a:lnSpc>
                <a:spcPct val="115000"/>
              </a:lnSpc>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The registrar asks the student to pay for the initial tuition.</a:t>
            </a:r>
            <a:endParaRPr sz="2400">
              <a:solidFill>
                <a:schemeClr val="dk1"/>
              </a:solidFill>
              <a:latin typeface="Oswald"/>
              <a:ea typeface="Oswald"/>
              <a:cs typeface="Oswald"/>
              <a:sym typeface="Oswald"/>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716" name="Shape 716"/>
        <p:cNvGrpSpPr/>
        <p:nvPr/>
      </p:nvGrpSpPr>
      <p:grpSpPr>
        <a:xfrm>
          <a:off x="0" y="0"/>
          <a:ext cx="0" cy="0"/>
          <a:chOff x="0" y="0"/>
          <a:chExt cx="0" cy="0"/>
        </a:xfrm>
      </p:grpSpPr>
      <p:sp>
        <p:nvSpPr>
          <p:cNvPr id="717" name="Google Shape;717;p82"/>
          <p:cNvSpPr txBox="1"/>
          <p:nvPr>
            <p:ph type="title"/>
          </p:nvPr>
        </p:nvSpPr>
        <p:spPr>
          <a:xfrm>
            <a:off x="311700" y="10450"/>
            <a:ext cx="83544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Activity Diagram - Example (Student Enrolment)</a:t>
            </a:r>
            <a:endParaRPr sz="3200"/>
          </a:p>
        </p:txBody>
      </p:sp>
      <p:sp>
        <p:nvSpPr>
          <p:cNvPr id="718" name="Google Shape;718;p82"/>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719" name="Google Shape;719;p82"/>
          <p:cNvPicPr preferRelativeResize="0"/>
          <p:nvPr/>
        </p:nvPicPr>
        <p:blipFill>
          <a:blip r:embed="rId1"/>
          <a:stretch>
            <a:fillRect/>
          </a:stretch>
        </p:blipFill>
        <p:spPr>
          <a:xfrm>
            <a:off x="457200" y="717075"/>
            <a:ext cx="8229601" cy="41148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723" name="Shape 723"/>
        <p:cNvGrpSpPr/>
        <p:nvPr/>
      </p:nvGrpSpPr>
      <p:grpSpPr>
        <a:xfrm>
          <a:off x="0" y="0"/>
          <a:ext cx="0" cy="0"/>
          <a:chOff x="0" y="0"/>
          <a:chExt cx="0" cy="0"/>
        </a:xfrm>
      </p:grpSpPr>
      <p:sp>
        <p:nvSpPr>
          <p:cNvPr id="724" name="Google Shape;724;p83"/>
          <p:cNvSpPr txBox="1"/>
          <p:nvPr>
            <p:ph type="title"/>
          </p:nvPr>
        </p:nvSpPr>
        <p:spPr>
          <a:xfrm>
            <a:off x="311700" y="10450"/>
            <a:ext cx="83544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Activity Diagram - Example (Typical User/Visitor)</a:t>
            </a:r>
            <a:endParaRPr sz="3200"/>
          </a:p>
        </p:txBody>
      </p:sp>
      <p:sp>
        <p:nvSpPr>
          <p:cNvPr id="725" name="Google Shape;725;p83"/>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726" name="Google Shape;726;p83"/>
          <p:cNvPicPr preferRelativeResize="0"/>
          <p:nvPr/>
        </p:nvPicPr>
        <p:blipFill rotWithShape="1">
          <a:blip r:embed="rId1"/>
          <a:srcRect/>
          <a:stretch>
            <a:fillRect/>
          </a:stretch>
        </p:blipFill>
        <p:spPr>
          <a:xfrm>
            <a:off x="1828800" y="824710"/>
            <a:ext cx="5486400" cy="41148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730" name="Shape 730"/>
        <p:cNvGrpSpPr/>
        <p:nvPr/>
      </p:nvGrpSpPr>
      <p:grpSpPr>
        <a:xfrm>
          <a:off x="0" y="0"/>
          <a:ext cx="0" cy="0"/>
          <a:chOff x="0" y="0"/>
          <a:chExt cx="0" cy="0"/>
        </a:xfrm>
      </p:grpSpPr>
      <p:sp>
        <p:nvSpPr>
          <p:cNvPr id="731" name="Google Shape;731;p84"/>
          <p:cNvSpPr txBox="1"/>
          <p:nvPr>
            <p:ph type="title"/>
          </p:nvPr>
        </p:nvSpPr>
        <p:spPr>
          <a:xfrm>
            <a:off x="311700" y="10450"/>
            <a:ext cx="83544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Activity Diagram - Example (Payment)</a:t>
            </a:r>
            <a:endParaRPr sz="3200"/>
          </a:p>
        </p:txBody>
      </p:sp>
      <p:sp>
        <p:nvSpPr>
          <p:cNvPr id="732" name="Google Shape;732;p84"/>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733" name="Google Shape;733;p84"/>
          <p:cNvPicPr preferRelativeResize="0"/>
          <p:nvPr/>
        </p:nvPicPr>
        <p:blipFill rotWithShape="1">
          <a:blip r:embed="rId1"/>
          <a:srcRect/>
          <a:stretch>
            <a:fillRect/>
          </a:stretch>
        </p:blipFill>
        <p:spPr>
          <a:xfrm>
            <a:off x="1371600" y="822960"/>
            <a:ext cx="6400800" cy="4114801"/>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737" name="Shape 737"/>
        <p:cNvGrpSpPr/>
        <p:nvPr/>
      </p:nvGrpSpPr>
      <p:grpSpPr>
        <a:xfrm>
          <a:off x="0" y="0"/>
          <a:ext cx="0" cy="0"/>
          <a:chOff x="0" y="0"/>
          <a:chExt cx="0" cy="0"/>
        </a:xfrm>
      </p:grpSpPr>
      <p:sp>
        <p:nvSpPr>
          <p:cNvPr id="738" name="Google Shape;738;p85"/>
          <p:cNvSpPr txBox="1"/>
          <p:nvPr>
            <p:ph type="title"/>
          </p:nvPr>
        </p:nvSpPr>
        <p:spPr>
          <a:xfrm>
            <a:off x="311700" y="467650"/>
            <a:ext cx="8520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Swimlane</a:t>
            </a:r>
            <a:r>
              <a:rPr lang="en-GB" sz="3200"/>
              <a:t> Diagram</a:t>
            </a:r>
            <a:endParaRPr sz="3200"/>
          </a:p>
        </p:txBody>
      </p:sp>
      <p:sp>
        <p:nvSpPr>
          <p:cNvPr id="739" name="Google Shape;739;p85"/>
          <p:cNvSpPr txBox="1"/>
          <p:nvPr>
            <p:ph type="body" idx="1"/>
          </p:nvPr>
        </p:nvSpPr>
        <p:spPr>
          <a:xfrm>
            <a:off x="311700" y="1152475"/>
            <a:ext cx="8178600" cy="3657600"/>
          </a:xfrm>
          <a:prstGeom prst="rect">
            <a:avLst/>
          </a:prstGeom>
          <a:noFill/>
          <a:ln>
            <a:noFill/>
          </a:ln>
        </p:spPr>
        <p:txBody>
          <a:bodyPr spcFirstLastPara="1" wrap="square" lIns="91425" tIns="91425" rIns="91425" bIns="91425" anchor="t" anchorCtr="0">
            <a:noAutofit/>
          </a:bodyPr>
          <a:lstStyle/>
          <a:p>
            <a:pPr marL="457200" lvl="0" indent="0" algn="just" rtl="0">
              <a:lnSpc>
                <a:spcPct val="90000"/>
              </a:lnSpc>
              <a:spcBef>
                <a:spcPts val="600"/>
              </a:spcBef>
              <a:spcAft>
                <a:spcPts val="0"/>
              </a:spcAft>
              <a:buNone/>
            </a:pPr>
            <a:endParaRPr sz="2400">
              <a:solidFill>
                <a:schemeClr val="dk1"/>
              </a:solidFill>
              <a:latin typeface="Oswald"/>
              <a:ea typeface="Oswald"/>
              <a:cs typeface="Oswald"/>
              <a:sym typeface="Oswald"/>
            </a:endParaRPr>
          </a:p>
          <a:p>
            <a:pPr marL="457200" lvl="0" indent="-381000" algn="just" rtl="0">
              <a:lnSpc>
                <a:spcPct val="90000"/>
              </a:lnSpc>
              <a:spcBef>
                <a:spcPts val="60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A</a:t>
            </a:r>
            <a:r>
              <a:rPr lang="en-GB" sz="2400">
                <a:solidFill>
                  <a:schemeClr val="dk1"/>
                </a:solidFill>
                <a:latin typeface="Oswald"/>
                <a:ea typeface="Oswald"/>
                <a:cs typeface="Oswald"/>
                <a:sym typeface="Oswald"/>
              </a:rPr>
              <a:t> way to </a:t>
            </a:r>
            <a:r>
              <a:rPr lang="en-GB" sz="2400">
                <a:solidFill>
                  <a:srgbClr val="93C47D"/>
                </a:solidFill>
                <a:latin typeface="Oswald"/>
                <a:ea typeface="Oswald"/>
                <a:cs typeface="Oswald"/>
                <a:sym typeface="Oswald"/>
              </a:rPr>
              <a:t>group activities</a:t>
            </a:r>
            <a:r>
              <a:rPr lang="en-GB" sz="2400">
                <a:solidFill>
                  <a:schemeClr val="dk1"/>
                </a:solidFill>
                <a:latin typeface="Oswald"/>
                <a:ea typeface="Oswald"/>
                <a:cs typeface="Oswald"/>
                <a:sym typeface="Oswald"/>
              </a:rPr>
              <a:t> performed by the </a:t>
            </a:r>
            <a:r>
              <a:rPr lang="en-GB" sz="2400">
                <a:solidFill>
                  <a:srgbClr val="93C47D"/>
                </a:solidFill>
                <a:latin typeface="Oswald"/>
                <a:ea typeface="Oswald"/>
                <a:cs typeface="Oswald"/>
                <a:sym typeface="Oswald"/>
              </a:rPr>
              <a:t>same actor</a:t>
            </a:r>
            <a:r>
              <a:rPr lang="en-GB" sz="2400">
                <a:solidFill>
                  <a:schemeClr val="dk1"/>
                </a:solidFill>
                <a:latin typeface="Oswald"/>
                <a:ea typeface="Oswald"/>
                <a:cs typeface="Oswald"/>
                <a:sym typeface="Oswald"/>
              </a:rPr>
              <a:t> on an </a:t>
            </a:r>
            <a:r>
              <a:rPr lang="en-GB" sz="2400">
                <a:solidFill>
                  <a:srgbClr val="93C47D"/>
                </a:solidFill>
                <a:latin typeface="Oswald"/>
                <a:ea typeface="Oswald"/>
                <a:cs typeface="Oswald"/>
                <a:sym typeface="Oswald"/>
              </a:rPr>
              <a:t>activity diagram</a:t>
            </a:r>
            <a:br>
              <a:rPr lang="en-GB" sz="2400">
                <a:solidFill>
                  <a:schemeClr val="dk1"/>
                </a:solidFill>
                <a:latin typeface="Oswald"/>
                <a:ea typeface="Oswald"/>
                <a:cs typeface="Oswald"/>
                <a:sym typeface="Oswald"/>
              </a:rPr>
            </a:br>
            <a:endParaRPr sz="2400">
              <a:solidFill>
                <a:schemeClr val="dk1"/>
              </a:solidFill>
              <a:latin typeface="Oswald"/>
              <a:ea typeface="Oswald"/>
              <a:cs typeface="Oswald"/>
              <a:sym typeface="Oswald"/>
            </a:endParaRPr>
          </a:p>
          <a:p>
            <a:pPr marL="457200" lvl="0" indent="-381000" algn="just" rtl="0">
              <a:lnSpc>
                <a:spcPct val="90000"/>
              </a:lnSpc>
              <a:spcBef>
                <a:spcPts val="60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V</a:t>
            </a:r>
            <a:r>
              <a:rPr lang="en-GB" sz="2400">
                <a:solidFill>
                  <a:schemeClr val="dk1"/>
                </a:solidFill>
                <a:latin typeface="Oswald"/>
                <a:ea typeface="Oswald"/>
                <a:cs typeface="Oswald"/>
                <a:sym typeface="Oswald"/>
              </a:rPr>
              <a:t>isually </a:t>
            </a:r>
            <a:r>
              <a:rPr lang="en-GB" sz="2400">
                <a:solidFill>
                  <a:srgbClr val="93C47D"/>
                </a:solidFill>
                <a:latin typeface="Oswald"/>
                <a:ea typeface="Oswald"/>
                <a:cs typeface="Oswald"/>
                <a:sym typeface="Oswald"/>
              </a:rPr>
              <a:t>distinguishes job sharing or responsibilities among different stakeholders</a:t>
            </a:r>
            <a:r>
              <a:rPr lang="en-GB" sz="2400">
                <a:solidFill>
                  <a:schemeClr val="dk1"/>
                </a:solidFill>
                <a:latin typeface="Oswald"/>
                <a:ea typeface="Oswald"/>
                <a:cs typeface="Oswald"/>
                <a:sym typeface="Oswald"/>
              </a:rPr>
              <a:t> for different activities or processes</a:t>
            </a:r>
            <a:br>
              <a:rPr lang="en-GB" sz="2400">
                <a:solidFill>
                  <a:schemeClr val="dk1"/>
                </a:solidFill>
                <a:latin typeface="Oswald"/>
                <a:ea typeface="Oswald"/>
                <a:cs typeface="Oswald"/>
                <a:sym typeface="Oswald"/>
              </a:rPr>
            </a:br>
            <a:endParaRPr sz="2400">
              <a:solidFill>
                <a:schemeClr val="dk1"/>
              </a:solidFill>
              <a:latin typeface="Oswald"/>
              <a:ea typeface="Oswald"/>
              <a:cs typeface="Oswald"/>
              <a:sym typeface="Oswald"/>
            </a:endParaRPr>
          </a:p>
          <a:p>
            <a:pPr marL="457200" lvl="0" indent="-381000" algn="just" rtl="0">
              <a:lnSpc>
                <a:spcPct val="100000"/>
              </a:lnSpc>
              <a:spcBef>
                <a:spcPts val="0"/>
              </a:spcBef>
              <a:spcAft>
                <a:spcPts val="0"/>
              </a:spcAft>
              <a:buClr>
                <a:schemeClr val="dk1"/>
              </a:buClr>
              <a:buSzPts val="2400"/>
              <a:buFont typeface="Oswald"/>
              <a:buChar char="●"/>
            </a:pPr>
            <a:r>
              <a:rPr lang="en-GB" sz="2400">
                <a:solidFill>
                  <a:schemeClr val="dk1"/>
                </a:solidFill>
                <a:latin typeface="Oswald"/>
                <a:ea typeface="Oswald"/>
                <a:cs typeface="Oswald"/>
                <a:sym typeface="Oswald"/>
              </a:rPr>
              <a:t>M</a:t>
            </a:r>
            <a:r>
              <a:rPr lang="en-GB" sz="2400">
                <a:solidFill>
                  <a:schemeClr val="dk1"/>
                </a:solidFill>
                <a:latin typeface="Oswald"/>
                <a:ea typeface="Oswald"/>
                <a:cs typeface="Oswald"/>
                <a:sym typeface="Oswald"/>
              </a:rPr>
              <a:t>ay be arranged either horizontally or vertically</a:t>
            </a:r>
            <a:endParaRPr sz="2400">
              <a:solidFill>
                <a:schemeClr val="dk1"/>
              </a:solidFill>
              <a:latin typeface="Oswald"/>
              <a:ea typeface="Oswald"/>
              <a:cs typeface="Oswald"/>
              <a:sym typeface="Oswald"/>
            </a:endParaRPr>
          </a:p>
          <a:p>
            <a:pPr marL="0" lvl="0" indent="0" algn="l" rtl="0">
              <a:lnSpc>
                <a:spcPct val="130000"/>
              </a:lnSpc>
              <a:spcBef>
                <a:spcPts val="600"/>
              </a:spcBef>
              <a:spcAft>
                <a:spcPts val="0"/>
              </a:spcAft>
              <a:buNone/>
            </a:pPr>
            <a:endParaRPr sz="2400">
              <a:solidFill>
                <a:schemeClr val="dk1"/>
              </a:solidFill>
              <a:latin typeface="Oswald"/>
              <a:ea typeface="Oswald"/>
              <a:cs typeface="Oswald"/>
              <a:sym typeface="Oswald"/>
            </a:endParaRPr>
          </a:p>
        </p:txBody>
      </p:sp>
      <p:sp>
        <p:nvSpPr>
          <p:cNvPr id="740" name="Google Shape;740;p85"/>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744" name="Shape 744"/>
        <p:cNvGrpSpPr/>
        <p:nvPr/>
      </p:nvGrpSpPr>
      <p:grpSpPr>
        <a:xfrm>
          <a:off x="0" y="0"/>
          <a:ext cx="0" cy="0"/>
          <a:chOff x="0" y="0"/>
          <a:chExt cx="0" cy="0"/>
        </a:xfrm>
      </p:grpSpPr>
      <p:sp>
        <p:nvSpPr>
          <p:cNvPr id="745" name="Google Shape;745;p86"/>
          <p:cNvSpPr txBox="1"/>
          <p:nvPr>
            <p:ph type="title"/>
          </p:nvPr>
        </p:nvSpPr>
        <p:spPr>
          <a:xfrm>
            <a:off x="311700" y="315250"/>
            <a:ext cx="30369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Swimlane</a:t>
            </a:r>
            <a:r>
              <a:rPr lang="en-GB" sz="3200"/>
              <a:t> Diagram</a:t>
            </a:r>
            <a:endParaRPr sz="3200"/>
          </a:p>
        </p:txBody>
      </p:sp>
      <p:sp>
        <p:nvSpPr>
          <p:cNvPr id="746" name="Google Shape;746;p86"/>
          <p:cNvSpPr txBox="1"/>
          <p:nvPr>
            <p:ph type="body" idx="1"/>
          </p:nvPr>
        </p:nvSpPr>
        <p:spPr>
          <a:xfrm>
            <a:off x="311700" y="1000075"/>
            <a:ext cx="6400800" cy="3657600"/>
          </a:xfrm>
          <a:prstGeom prst="rect">
            <a:avLst/>
          </a:prstGeom>
          <a:noFill/>
          <a:ln>
            <a:noFill/>
          </a:ln>
        </p:spPr>
        <p:txBody>
          <a:bodyPr spcFirstLastPara="1" wrap="square" lIns="91425" tIns="91425" rIns="91425" bIns="91425" anchor="t" anchorCtr="0">
            <a:noAutofit/>
          </a:bodyPr>
          <a:lstStyle/>
          <a:p>
            <a:pPr marL="0" lvl="0" indent="0" algn="l" rtl="0">
              <a:lnSpc>
                <a:spcPct val="130000"/>
              </a:lnSpc>
              <a:spcBef>
                <a:spcPts val="600"/>
              </a:spcBef>
              <a:spcAft>
                <a:spcPts val="0"/>
              </a:spcAft>
              <a:buNone/>
            </a:pPr>
            <a:r>
              <a:rPr lang="en-GB" sz="2400">
                <a:solidFill>
                  <a:schemeClr val="dk1"/>
                </a:solidFill>
                <a:latin typeface="Oswald"/>
                <a:ea typeface="Oswald"/>
                <a:cs typeface="Oswald"/>
                <a:sym typeface="Oswald"/>
              </a:rPr>
              <a:t>Components &amp; Notations</a:t>
            </a:r>
            <a:endParaRPr sz="2400">
              <a:solidFill>
                <a:schemeClr val="dk1"/>
              </a:solidFill>
              <a:latin typeface="Oswald"/>
              <a:ea typeface="Oswald"/>
              <a:cs typeface="Oswald"/>
              <a:sym typeface="Oswald"/>
            </a:endParaRPr>
          </a:p>
          <a:p>
            <a:pPr marL="457200" lvl="0" indent="-342900" algn="l" rtl="0">
              <a:lnSpc>
                <a:spcPct val="130000"/>
              </a:lnSpc>
              <a:spcBef>
                <a:spcPts val="600"/>
              </a:spcBef>
              <a:spcAft>
                <a:spcPts val="0"/>
              </a:spcAft>
              <a:buClr>
                <a:schemeClr val="dk1"/>
              </a:buClr>
              <a:buSzPts val="1800"/>
              <a:buFont typeface="Oswald"/>
              <a:buChar char="●"/>
            </a:pPr>
            <a:r>
              <a:rPr lang="en-GB">
                <a:solidFill>
                  <a:schemeClr val="dk1"/>
                </a:solidFill>
                <a:latin typeface="Oswald"/>
                <a:ea typeface="Oswald"/>
                <a:cs typeface="Oswald"/>
                <a:sym typeface="Oswald"/>
              </a:rPr>
              <a:t>All same as activity diagram except the swimlanes and partitions</a:t>
            </a:r>
            <a:endParaRPr>
              <a:solidFill>
                <a:schemeClr val="dk1"/>
              </a:solidFill>
              <a:latin typeface="Oswald"/>
              <a:ea typeface="Oswald"/>
              <a:cs typeface="Oswald"/>
              <a:sym typeface="Oswald"/>
            </a:endParaRPr>
          </a:p>
          <a:p>
            <a:pPr marL="457200" lvl="0" indent="0" algn="l" rtl="0">
              <a:lnSpc>
                <a:spcPct val="130000"/>
              </a:lnSpc>
              <a:spcBef>
                <a:spcPts val="600"/>
              </a:spcBef>
              <a:spcAft>
                <a:spcPts val="0"/>
              </a:spcAft>
              <a:buNone/>
            </a:pPr>
            <a:endParaRPr>
              <a:solidFill>
                <a:schemeClr val="dk1"/>
              </a:solidFill>
              <a:latin typeface="Oswald"/>
              <a:ea typeface="Oswald"/>
              <a:cs typeface="Oswald"/>
              <a:sym typeface="Oswald"/>
            </a:endParaRPr>
          </a:p>
          <a:p>
            <a:pPr marL="457200" lvl="0" indent="-342900" algn="l" rtl="0">
              <a:lnSpc>
                <a:spcPct val="130000"/>
              </a:lnSpc>
              <a:spcBef>
                <a:spcPts val="600"/>
              </a:spcBef>
              <a:spcAft>
                <a:spcPts val="0"/>
              </a:spcAft>
              <a:buClr>
                <a:schemeClr val="dk1"/>
              </a:buClr>
              <a:buSzPts val="1800"/>
              <a:buFont typeface="Oswald"/>
              <a:buChar char="●"/>
            </a:pPr>
            <a:r>
              <a:rPr lang="en-GB">
                <a:solidFill>
                  <a:srgbClr val="93C47D"/>
                </a:solidFill>
                <a:latin typeface="Oswald"/>
                <a:ea typeface="Oswald"/>
                <a:cs typeface="Oswald"/>
                <a:sym typeface="Oswald"/>
              </a:rPr>
              <a:t>Swimlane and Partition</a:t>
            </a:r>
            <a:r>
              <a:rPr lang="en-GB">
                <a:solidFill>
                  <a:schemeClr val="dk1"/>
                </a:solidFill>
                <a:latin typeface="Oswald"/>
                <a:ea typeface="Oswald"/>
                <a:cs typeface="Oswald"/>
                <a:sym typeface="Oswald"/>
              </a:rPr>
              <a:t> </a:t>
            </a:r>
            <a:r>
              <a:rPr lang="en-GB">
                <a:solidFill>
                  <a:schemeClr val="dk1"/>
                </a:solidFill>
                <a:latin typeface="Oswald"/>
                <a:ea typeface="Oswald"/>
                <a:cs typeface="Oswald"/>
                <a:sym typeface="Oswald"/>
              </a:rPr>
              <a:t>groups activities performed by the same actor</a:t>
            </a:r>
            <a:endParaRPr>
              <a:solidFill>
                <a:schemeClr val="dk1"/>
              </a:solidFill>
              <a:latin typeface="Oswald"/>
              <a:ea typeface="Oswald"/>
              <a:cs typeface="Oswald"/>
              <a:sym typeface="Oswald"/>
            </a:endParaRPr>
          </a:p>
        </p:txBody>
      </p:sp>
      <p:sp>
        <p:nvSpPr>
          <p:cNvPr id="747" name="Google Shape;747;p86"/>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748" name="Google Shape;748;p86"/>
          <p:cNvPicPr preferRelativeResize="0"/>
          <p:nvPr/>
        </p:nvPicPr>
        <p:blipFill>
          <a:blip r:embed="rId1"/>
          <a:stretch>
            <a:fillRect/>
          </a:stretch>
        </p:blipFill>
        <p:spPr>
          <a:xfrm>
            <a:off x="6417825" y="1685875"/>
            <a:ext cx="2286000" cy="22860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752" name="Shape 752"/>
        <p:cNvGrpSpPr/>
        <p:nvPr/>
      </p:nvGrpSpPr>
      <p:grpSpPr>
        <a:xfrm>
          <a:off x="0" y="0"/>
          <a:ext cx="0" cy="0"/>
          <a:chOff x="0" y="0"/>
          <a:chExt cx="0" cy="0"/>
        </a:xfrm>
      </p:grpSpPr>
      <p:sp>
        <p:nvSpPr>
          <p:cNvPr id="753" name="Google Shape;753;p87"/>
          <p:cNvSpPr txBox="1"/>
          <p:nvPr>
            <p:ph type="title"/>
          </p:nvPr>
        </p:nvSpPr>
        <p:spPr>
          <a:xfrm>
            <a:off x="311700" y="10450"/>
            <a:ext cx="83544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Swimlane</a:t>
            </a:r>
            <a:r>
              <a:rPr lang="en-GB" sz="3200"/>
              <a:t> Diagram - Example</a:t>
            </a:r>
            <a:endParaRPr sz="3200"/>
          </a:p>
        </p:txBody>
      </p:sp>
      <p:sp>
        <p:nvSpPr>
          <p:cNvPr id="754" name="Google Shape;754;p87"/>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755" name="Google Shape;755;p87"/>
          <p:cNvPicPr preferRelativeResize="0"/>
          <p:nvPr/>
        </p:nvPicPr>
        <p:blipFill rotWithShape="1">
          <a:blip r:embed="rId1"/>
          <a:srcRect/>
          <a:stretch>
            <a:fillRect/>
          </a:stretch>
        </p:blipFill>
        <p:spPr>
          <a:xfrm>
            <a:off x="1828800" y="761400"/>
            <a:ext cx="5486400" cy="41148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759" name="Shape 759"/>
        <p:cNvGrpSpPr/>
        <p:nvPr/>
      </p:nvGrpSpPr>
      <p:grpSpPr>
        <a:xfrm>
          <a:off x="0" y="0"/>
          <a:ext cx="0" cy="0"/>
          <a:chOff x="0" y="0"/>
          <a:chExt cx="0" cy="0"/>
        </a:xfrm>
      </p:grpSpPr>
      <p:sp>
        <p:nvSpPr>
          <p:cNvPr id="760" name="Google Shape;760;p88"/>
          <p:cNvSpPr txBox="1"/>
          <p:nvPr>
            <p:ph type="title"/>
          </p:nvPr>
        </p:nvSpPr>
        <p:spPr>
          <a:xfrm>
            <a:off x="311700" y="10450"/>
            <a:ext cx="83544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Swimlane Diagram - Example</a:t>
            </a:r>
            <a:endParaRPr sz="3200"/>
          </a:p>
        </p:txBody>
      </p:sp>
      <p:sp>
        <p:nvSpPr>
          <p:cNvPr id="761" name="Google Shape;761;p88"/>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762" name="Google Shape;762;p88"/>
          <p:cNvPicPr preferRelativeResize="0"/>
          <p:nvPr/>
        </p:nvPicPr>
        <p:blipFill rotWithShape="1">
          <a:blip r:embed="rId1"/>
          <a:srcRect/>
          <a:stretch>
            <a:fillRect/>
          </a:stretch>
        </p:blipFill>
        <p:spPr>
          <a:xfrm>
            <a:off x="1371600" y="785675"/>
            <a:ext cx="6400800" cy="41148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766" name="Shape 766"/>
        <p:cNvGrpSpPr/>
        <p:nvPr/>
      </p:nvGrpSpPr>
      <p:grpSpPr>
        <a:xfrm>
          <a:off x="0" y="0"/>
          <a:ext cx="0" cy="0"/>
          <a:chOff x="0" y="0"/>
          <a:chExt cx="0" cy="0"/>
        </a:xfrm>
      </p:grpSpPr>
      <p:sp>
        <p:nvSpPr>
          <p:cNvPr id="767" name="Google Shape;767;p89"/>
          <p:cNvSpPr txBox="1"/>
          <p:nvPr>
            <p:ph type="title"/>
          </p:nvPr>
        </p:nvSpPr>
        <p:spPr>
          <a:xfrm>
            <a:off x="311700" y="10450"/>
            <a:ext cx="83544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800"/>
              <a:buFont typeface="Arial" panose="020B0604020202020204"/>
              <a:buNone/>
            </a:pPr>
            <a:r>
              <a:rPr lang="en-GB" sz="3200"/>
              <a:t>Swimlane Diagram - Example</a:t>
            </a:r>
            <a:endParaRPr sz="3200"/>
          </a:p>
        </p:txBody>
      </p:sp>
      <p:sp>
        <p:nvSpPr>
          <p:cNvPr id="768" name="Google Shape;768;p89"/>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769" name="Google Shape;769;p89" descr="Swimlane Diagram Example | Flow chart, Process map, Diagram"/>
          <p:cNvPicPr preferRelativeResize="0"/>
          <p:nvPr/>
        </p:nvPicPr>
        <p:blipFill rotWithShape="1">
          <a:blip r:embed="rId1"/>
          <a:srcRect/>
          <a:stretch>
            <a:fillRect/>
          </a:stretch>
        </p:blipFill>
        <p:spPr>
          <a:xfrm>
            <a:off x="914400" y="660366"/>
            <a:ext cx="7315198" cy="4343401"/>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773" name="Shape 773"/>
        <p:cNvGrpSpPr/>
        <p:nvPr/>
      </p:nvGrpSpPr>
      <p:grpSpPr>
        <a:xfrm>
          <a:off x="0" y="0"/>
          <a:ext cx="0" cy="0"/>
          <a:chOff x="0" y="0"/>
          <a:chExt cx="0" cy="0"/>
        </a:xfrm>
      </p:grpSpPr>
      <p:sp>
        <p:nvSpPr>
          <p:cNvPr id="774" name="Google Shape;774;p90"/>
          <p:cNvSpPr txBox="1"/>
          <p:nvPr>
            <p:ph type="title"/>
          </p:nvPr>
        </p:nvSpPr>
        <p:spPr>
          <a:xfrm>
            <a:off x="0" y="10450"/>
            <a:ext cx="91440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2800"/>
              <a:buFont typeface="Arial" panose="020B0604020202020204"/>
              <a:buNone/>
            </a:pPr>
            <a:r>
              <a:rPr lang="en-GB" sz="1800"/>
              <a:t>Activity &amp; </a:t>
            </a:r>
            <a:r>
              <a:rPr lang="en-GB" sz="1800"/>
              <a:t>Swimlane Diagram - Example (business process for meeting a new client)</a:t>
            </a:r>
            <a:endParaRPr sz="1800"/>
          </a:p>
        </p:txBody>
      </p:sp>
      <p:sp>
        <p:nvSpPr>
          <p:cNvPr id="775" name="Google Shape;775;p90"/>
          <p:cNvSpPr txBox="1"/>
          <p:nvPr>
            <p:ph type="sldNum" idx="12"/>
          </p:nvPr>
        </p:nvSpPr>
        <p:spPr>
          <a:xfrm>
            <a:off x="8490250" y="4681009"/>
            <a:ext cx="548700" cy="3936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GB">
                <a:latin typeface="Oswald"/>
                <a:ea typeface="Oswald"/>
                <a:cs typeface="Oswald"/>
                <a:sym typeface="Oswald"/>
              </a:rPr>
            </a:fld>
            <a:endParaRPr>
              <a:latin typeface="Oswald"/>
              <a:ea typeface="Oswald"/>
              <a:cs typeface="Oswald"/>
              <a:sym typeface="Oswald"/>
            </a:endParaRPr>
          </a:p>
        </p:txBody>
      </p:sp>
      <p:pic>
        <p:nvPicPr>
          <p:cNvPr id="776" name="Google Shape;776;p90"/>
          <p:cNvPicPr preferRelativeResize="0"/>
          <p:nvPr/>
        </p:nvPicPr>
        <p:blipFill>
          <a:blip r:embed="rId1"/>
          <a:stretch>
            <a:fillRect/>
          </a:stretch>
        </p:blipFill>
        <p:spPr>
          <a:xfrm>
            <a:off x="1019463" y="708750"/>
            <a:ext cx="3200400" cy="4255551"/>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pic>
        <p:nvPicPr>
          <p:cNvPr id="777" name="Google Shape;777;p90"/>
          <p:cNvPicPr preferRelativeResize="0"/>
          <p:nvPr/>
        </p:nvPicPr>
        <p:blipFill>
          <a:blip r:embed="rId2"/>
          <a:stretch>
            <a:fillRect/>
          </a:stretch>
        </p:blipFill>
        <p:spPr>
          <a:xfrm>
            <a:off x="4466940" y="708750"/>
            <a:ext cx="3657600" cy="4255549"/>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781" name="Shape 781"/>
        <p:cNvGrpSpPr/>
        <p:nvPr/>
      </p:nvGrpSpPr>
      <p:grpSpPr>
        <a:xfrm>
          <a:off x="0" y="0"/>
          <a:ext cx="0" cy="0"/>
          <a:chOff x="0" y="0"/>
          <a:chExt cx="0" cy="0"/>
        </a:xfrm>
      </p:grpSpPr>
      <p:sp>
        <p:nvSpPr>
          <p:cNvPr id="782" name="Google Shape;782;p91"/>
          <p:cNvSpPr txBox="1"/>
          <p:nvPr>
            <p:ph type="body" idx="1"/>
          </p:nvPr>
        </p:nvSpPr>
        <p:spPr>
          <a:xfrm>
            <a:off x="83100" y="4687775"/>
            <a:ext cx="5998800" cy="429900"/>
          </a:xfrm>
          <a:prstGeom prst="rect">
            <a:avLst/>
          </a:prstGeom>
        </p:spPr>
        <p:txBody>
          <a:bodyPr spcFirstLastPara="1" wrap="square" lIns="91425" tIns="91425" rIns="91425" bIns="91425" anchor="ctr" anchorCtr="0">
            <a:normAutofit lnSpcReduction="20000"/>
          </a:bodyPr>
          <a:lstStyle/>
          <a:p>
            <a:pPr marL="0" lvl="0" indent="0" algn="l" rtl="0">
              <a:spcBef>
                <a:spcPts val="0"/>
              </a:spcBef>
              <a:spcAft>
                <a:spcPts val="0"/>
              </a:spcAft>
              <a:buNone/>
            </a:pPr>
            <a:r>
              <a:rPr lang="en-GB" sz="2000"/>
              <a:t>References</a:t>
            </a:r>
            <a:endParaRPr sz="2000"/>
          </a:p>
        </p:txBody>
      </p:sp>
      <p:sp>
        <p:nvSpPr>
          <p:cNvPr id="783" name="Google Shape;783;p91"/>
          <p:cNvSpPr txBox="1"/>
          <p:nvPr/>
        </p:nvSpPr>
        <p:spPr>
          <a:xfrm>
            <a:off x="120550" y="147350"/>
            <a:ext cx="8853900" cy="44739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accent3"/>
              </a:buClr>
              <a:buSzPts val="1800"/>
              <a:buFont typeface="Average"/>
              <a:buChar char="❏"/>
            </a:pPr>
            <a:r>
              <a:rPr lang="en-GB" sz="1600" u="sng">
                <a:solidFill>
                  <a:schemeClr val="hlink"/>
                </a:solidFill>
                <a:latin typeface="Average"/>
                <a:ea typeface="Average"/>
                <a:cs typeface="Average"/>
                <a:sym typeface="Average"/>
                <a:hlinkClick r:id="rId1"/>
              </a:rPr>
              <a:t>https://www.geeksforgeeks.org/what-is-system-design-learn-system-design/</a:t>
            </a:r>
            <a:endParaRPr sz="1600">
              <a:solidFill>
                <a:schemeClr val="accent3"/>
              </a:solidFill>
              <a:latin typeface="Average"/>
              <a:ea typeface="Average"/>
              <a:cs typeface="Average"/>
              <a:sym typeface="Average"/>
            </a:endParaRPr>
          </a:p>
          <a:p>
            <a:pPr marL="457200" lvl="0" indent="-330200" algn="l" rtl="0">
              <a:spcBef>
                <a:spcPts val="0"/>
              </a:spcBef>
              <a:spcAft>
                <a:spcPts val="0"/>
              </a:spcAft>
              <a:buClr>
                <a:schemeClr val="accent3"/>
              </a:buClr>
              <a:buSzPts val="1600"/>
              <a:buFont typeface="Average"/>
              <a:buChar char="❏"/>
            </a:pPr>
            <a:r>
              <a:rPr lang="en-GB" sz="1600" u="sng">
                <a:solidFill>
                  <a:schemeClr val="hlink"/>
                </a:solidFill>
                <a:latin typeface="Average"/>
                <a:ea typeface="Average"/>
                <a:cs typeface="Average"/>
                <a:sym typeface="Average"/>
                <a:hlinkClick r:id="rId2"/>
              </a:rPr>
              <a:t>https://www.lucidchart.com/pages/data-flow-diagram</a:t>
            </a:r>
            <a:endParaRPr sz="1600">
              <a:solidFill>
                <a:schemeClr val="accent3"/>
              </a:solidFill>
              <a:latin typeface="Average"/>
              <a:ea typeface="Average"/>
              <a:cs typeface="Average"/>
              <a:sym typeface="Average"/>
            </a:endParaRPr>
          </a:p>
          <a:p>
            <a:pPr marL="457200" lvl="0" indent="-330200" algn="l" rtl="0">
              <a:spcBef>
                <a:spcPts val="0"/>
              </a:spcBef>
              <a:spcAft>
                <a:spcPts val="0"/>
              </a:spcAft>
              <a:buClr>
                <a:schemeClr val="accent3"/>
              </a:buClr>
              <a:buSzPts val="1600"/>
              <a:buFont typeface="Average"/>
              <a:buChar char="❏"/>
            </a:pPr>
            <a:r>
              <a:rPr lang="en-GB" sz="1600" u="sng">
                <a:solidFill>
                  <a:schemeClr val="accent5"/>
                </a:solidFill>
                <a:latin typeface="Average"/>
                <a:ea typeface="Average"/>
                <a:cs typeface="Average"/>
                <a:sym typeface="Average"/>
                <a:hlinkClick r:id="rId3"/>
              </a:rPr>
              <a:t>https://www.geeksforgeeks.org/unified-modeling-language-uml-introduction/</a:t>
            </a:r>
            <a:endParaRPr sz="1600">
              <a:solidFill>
                <a:schemeClr val="accent3"/>
              </a:solidFill>
              <a:latin typeface="Average"/>
              <a:ea typeface="Average"/>
              <a:cs typeface="Average"/>
              <a:sym typeface="Average"/>
            </a:endParaRPr>
          </a:p>
          <a:p>
            <a:pPr marL="457200" lvl="0" indent="-330200" algn="l" rtl="0">
              <a:spcBef>
                <a:spcPts val="0"/>
              </a:spcBef>
              <a:spcAft>
                <a:spcPts val="0"/>
              </a:spcAft>
              <a:buClr>
                <a:schemeClr val="accent3"/>
              </a:buClr>
              <a:buSzPts val="1600"/>
              <a:buFont typeface="Average"/>
              <a:buChar char="❏"/>
            </a:pPr>
            <a:r>
              <a:rPr lang="en-GB" sz="1600" u="sng">
                <a:solidFill>
                  <a:schemeClr val="hlink"/>
                </a:solidFill>
                <a:latin typeface="Average"/>
                <a:ea typeface="Average"/>
                <a:cs typeface="Average"/>
                <a:sym typeface="Average"/>
                <a:hlinkClick r:id="rId4"/>
              </a:rPr>
              <a:t>https://uwaterloo.ca/ist-project-management-office/tools-and-templates/tools/context-diagram</a:t>
            </a:r>
            <a:endParaRPr sz="1600">
              <a:solidFill>
                <a:schemeClr val="accent3"/>
              </a:solidFill>
              <a:latin typeface="Average"/>
              <a:ea typeface="Average"/>
              <a:cs typeface="Average"/>
              <a:sym typeface="Average"/>
            </a:endParaRPr>
          </a:p>
          <a:p>
            <a:pPr marL="457200" lvl="0" indent="-330200" algn="l" rtl="0">
              <a:spcBef>
                <a:spcPts val="0"/>
              </a:spcBef>
              <a:spcAft>
                <a:spcPts val="0"/>
              </a:spcAft>
              <a:buClr>
                <a:schemeClr val="accent3"/>
              </a:buClr>
              <a:buSzPts val="1600"/>
              <a:buFont typeface="Average"/>
              <a:buChar char="❏"/>
            </a:pPr>
            <a:r>
              <a:rPr lang="en-GB" sz="1600" u="sng">
                <a:solidFill>
                  <a:schemeClr val="hlink"/>
                </a:solidFill>
                <a:latin typeface="Average"/>
                <a:ea typeface="Average"/>
                <a:cs typeface="Average"/>
                <a:sym typeface="Average"/>
                <a:hlinkClick r:id="rId5"/>
              </a:rPr>
              <a:t>https://online.visual-paradigm.com/knowledge/system-context-diagram/what-is-system-context-diagram/</a:t>
            </a:r>
            <a:endParaRPr sz="1600">
              <a:solidFill>
                <a:schemeClr val="accent3"/>
              </a:solidFill>
              <a:latin typeface="Average"/>
              <a:ea typeface="Average"/>
              <a:cs typeface="Average"/>
              <a:sym typeface="Average"/>
            </a:endParaRPr>
          </a:p>
          <a:p>
            <a:pPr marL="457200" lvl="0" indent="-330200" algn="l" rtl="0">
              <a:spcBef>
                <a:spcPts val="0"/>
              </a:spcBef>
              <a:spcAft>
                <a:spcPts val="0"/>
              </a:spcAft>
              <a:buClr>
                <a:schemeClr val="accent3"/>
              </a:buClr>
              <a:buSzPts val="1600"/>
              <a:buFont typeface="Average"/>
              <a:buChar char="❏"/>
            </a:pPr>
            <a:r>
              <a:rPr lang="en-GB" sz="1600" u="sng">
                <a:solidFill>
                  <a:schemeClr val="hlink"/>
                </a:solidFill>
                <a:latin typeface="Average"/>
                <a:ea typeface="Average"/>
                <a:cs typeface="Average"/>
                <a:sym typeface="Average"/>
                <a:hlinkClick r:id="rId6"/>
              </a:rPr>
              <a:t>https://www.geeksforgeeks.org/use-case-diagram/</a:t>
            </a:r>
            <a:endParaRPr sz="1600">
              <a:solidFill>
                <a:schemeClr val="accent3"/>
              </a:solidFill>
              <a:latin typeface="Average"/>
              <a:ea typeface="Average"/>
              <a:cs typeface="Average"/>
              <a:sym typeface="Average"/>
            </a:endParaRPr>
          </a:p>
          <a:p>
            <a:pPr marL="457200" lvl="0" indent="-330200" algn="l" rtl="0">
              <a:spcBef>
                <a:spcPts val="0"/>
              </a:spcBef>
              <a:spcAft>
                <a:spcPts val="0"/>
              </a:spcAft>
              <a:buClr>
                <a:schemeClr val="accent3"/>
              </a:buClr>
              <a:buSzPts val="1600"/>
              <a:buFont typeface="Average"/>
              <a:buChar char="❏"/>
            </a:pPr>
            <a:r>
              <a:rPr lang="en-GB" sz="1600" u="sng">
                <a:solidFill>
                  <a:schemeClr val="hlink"/>
                </a:solidFill>
                <a:latin typeface="Average"/>
                <a:ea typeface="Average"/>
                <a:cs typeface="Average"/>
                <a:sym typeface="Average"/>
                <a:hlinkClick r:id="rId7"/>
              </a:rPr>
              <a:t>https://edshare.gcu.ac.uk/3333/2/index.html</a:t>
            </a:r>
            <a:endParaRPr sz="1600">
              <a:solidFill>
                <a:schemeClr val="accent3"/>
              </a:solidFill>
              <a:latin typeface="Average"/>
              <a:ea typeface="Average"/>
              <a:cs typeface="Average"/>
              <a:sym typeface="Average"/>
            </a:endParaRPr>
          </a:p>
          <a:p>
            <a:pPr marL="457200" lvl="0" indent="-330200" algn="l" rtl="0">
              <a:spcBef>
                <a:spcPts val="0"/>
              </a:spcBef>
              <a:spcAft>
                <a:spcPts val="0"/>
              </a:spcAft>
              <a:buClr>
                <a:schemeClr val="accent3"/>
              </a:buClr>
              <a:buSzPts val="1600"/>
              <a:buFont typeface="Average"/>
              <a:buChar char="❏"/>
            </a:pPr>
            <a:r>
              <a:rPr lang="en-GB" sz="1600" u="sng">
                <a:solidFill>
                  <a:schemeClr val="hlink"/>
                </a:solidFill>
                <a:latin typeface="Average"/>
                <a:ea typeface="Average"/>
                <a:cs typeface="Average"/>
                <a:sym typeface="Average"/>
                <a:hlinkClick r:id="rId8"/>
              </a:rPr>
              <a:t>https://www.visual-paradigm.com/guide/uml-unified-modeling-language/what-is-activity-diagram/</a:t>
            </a:r>
            <a:endParaRPr sz="1600">
              <a:solidFill>
                <a:schemeClr val="accent3"/>
              </a:solidFill>
              <a:latin typeface="Average"/>
              <a:ea typeface="Average"/>
              <a:cs typeface="Average"/>
              <a:sym typeface="Average"/>
            </a:endParaRPr>
          </a:p>
          <a:p>
            <a:pPr marL="457200" lvl="0" indent="-330200" algn="l" rtl="0">
              <a:spcBef>
                <a:spcPts val="0"/>
              </a:spcBef>
              <a:spcAft>
                <a:spcPts val="0"/>
              </a:spcAft>
              <a:buClr>
                <a:schemeClr val="accent3"/>
              </a:buClr>
              <a:buSzPts val="1600"/>
              <a:buFont typeface="Average"/>
              <a:buChar char="❏"/>
            </a:pPr>
            <a:endParaRPr sz="1600">
              <a:solidFill>
                <a:schemeClr val="accent3"/>
              </a:solidFill>
              <a:latin typeface="Average"/>
              <a:ea typeface="Average"/>
              <a:cs typeface="Average"/>
              <a:sym typeface="Average"/>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13707</Words>
  <Application>WPS Presentation</Application>
  <PresentationFormat/>
  <Paragraphs>551</Paragraphs>
  <Slides>64</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64</vt:i4>
      </vt:variant>
    </vt:vector>
  </HeadingPairs>
  <TitlesOfParts>
    <vt:vector size="78" baseType="lpstr">
      <vt:lpstr>Arial</vt:lpstr>
      <vt:lpstr>SimSun</vt:lpstr>
      <vt:lpstr>Wingdings</vt:lpstr>
      <vt:lpstr>Arial</vt:lpstr>
      <vt:lpstr>Oswald</vt:lpstr>
      <vt:lpstr>Average</vt:lpstr>
      <vt:lpstr>Montserrat</vt:lpstr>
      <vt:lpstr>Calibri</vt:lpstr>
      <vt:lpstr>Microsoft YaHei</vt:lpstr>
      <vt:lpstr>Arial Unicode MS</vt:lpstr>
      <vt:lpstr>Oswald Light</vt:lpstr>
      <vt:lpstr>Times New Roman</vt:lpstr>
      <vt:lpstr>Simple Light</vt:lpstr>
      <vt:lpstr>Slate</vt:lpstr>
      <vt:lpstr>CSE 3411 System Analysis and Design (SAD) Spring 2024</vt:lpstr>
      <vt:lpstr>SDLC Steps </vt:lpstr>
      <vt:lpstr>PowerPoint 演示文稿</vt:lpstr>
      <vt:lpstr>System Design</vt:lpstr>
      <vt:lpstr>Objectives of System Design</vt:lpstr>
      <vt:lpstr>System Design</vt:lpstr>
      <vt:lpstr>System Design</vt:lpstr>
      <vt:lpstr>Unified Modeling Language (UML)</vt:lpstr>
      <vt:lpstr>Why need UML?</vt:lpstr>
      <vt:lpstr>UML Diagrams</vt:lpstr>
      <vt:lpstr>Diagrams for this course</vt:lpstr>
      <vt:lpstr>Context Diagram</vt:lpstr>
      <vt:lpstr>Context Diagram</vt:lpstr>
      <vt:lpstr>Context Diagram</vt:lpstr>
      <vt:lpstr>Context Diagram - Example</vt:lpstr>
      <vt:lpstr>Context Diagram - Example (Food Order System)</vt:lpstr>
      <vt:lpstr>Context Diagram - Example</vt:lpstr>
      <vt:lpstr>Context Diagram - Example</vt:lpstr>
      <vt:lpstr>Data Flow Diagram</vt:lpstr>
      <vt:lpstr>Data Flow Diagram</vt:lpstr>
      <vt:lpstr>Data Flow Diagram</vt:lpstr>
      <vt:lpstr>Data Flow Diagram</vt:lpstr>
      <vt:lpstr>Data Flow Diagram - Example</vt:lpstr>
      <vt:lpstr>Data Flow Diagram - Example</vt:lpstr>
      <vt:lpstr>Data Flow Diagram - Example (Food Order System)</vt:lpstr>
      <vt:lpstr>Data Flow Diagram - Example (eLearning System)</vt:lpstr>
      <vt:lpstr>Relationship Among DFD Levels</vt:lpstr>
      <vt:lpstr>DFD Example - Hotel Reservation System Level 0</vt:lpstr>
      <vt:lpstr>DFD Example - Hotel Reservation System Level 1</vt:lpstr>
      <vt:lpstr>DFD Example - Hotel Reservation System Level 2</vt:lpstr>
      <vt:lpstr>Use Case Diagram</vt:lpstr>
      <vt:lpstr>Use Case Diagram</vt:lpstr>
      <vt:lpstr>Use Case Diagram</vt:lpstr>
      <vt:lpstr>Use Case Diagram</vt:lpstr>
      <vt:lpstr>Use Case Diagram</vt:lpstr>
      <vt:lpstr>Use Case Diagram</vt:lpstr>
      <vt:lpstr>Use Case Diagram</vt:lpstr>
      <vt:lpstr>Use Case Diagram</vt:lpstr>
      <vt:lpstr>Use Case Diagram</vt:lpstr>
      <vt:lpstr>Use Case Diagram - Example</vt:lpstr>
      <vt:lpstr>Use Case Diagram - Example</vt:lpstr>
      <vt:lpstr>Use Case Diagram - Example</vt:lpstr>
      <vt:lpstr>Use Case Diagram - Example</vt:lpstr>
      <vt:lpstr>Use Case Descriptive Forms</vt:lpstr>
      <vt:lpstr>PowerPoint 演示文稿</vt:lpstr>
      <vt:lpstr>Use Case Descriptive Form - Example</vt:lpstr>
      <vt:lpstr>UC 01: Sell Item – Descriptive Form</vt:lpstr>
      <vt:lpstr>UC 01: Sell Item – Descriptive Form</vt:lpstr>
      <vt:lpstr>UC 01: Sell Item – Descriptive Form</vt:lpstr>
      <vt:lpstr>UC 01: Sell Item – Descriptive Form</vt:lpstr>
      <vt:lpstr>Activity Diagram</vt:lpstr>
      <vt:lpstr>Activity Diagram</vt:lpstr>
      <vt:lpstr>Activity Diagram</vt:lpstr>
      <vt:lpstr>Activity Diagram - Example (Student Enrolment)</vt:lpstr>
      <vt:lpstr>Activity Diagram - Example (Student Enrolment)</vt:lpstr>
      <vt:lpstr>Activity Diagram - Example (Typical User/Visitor)</vt:lpstr>
      <vt:lpstr>Activity Diagram - Example (Payment)</vt:lpstr>
      <vt:lpstr>Swimlane Diagram</vt:lpstr>
      <vt:lpstr>Swimlane Diagram</vt:lpstr>
      <vt:lpstr>Swimlane Diagram - Example</vt:lpstr>
      <vt:lpstr>Swimlane Diagram - Example</vt:lpstr>
      <vt:lpstr>Swimlane Diagram - Example</vt:lpstr>
      <vt:lpstr>Activity &amp; Swimlane Diagram - Example (business process for meeting a new client)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3411 System Analysis and Design (SAD) </dc:title>
  <dc:creator/>
  <cp:lastModifiedBy>tasmin sanjida</cp:lastModifiedBy>
  <cp:revision>1</cp:revision>
  <dcterms:created xsi:type="dcterms:W3CDTF">2025-12-05T10:16:20Z</dcterms:created>
  <dcterms:modified xsi:type="dcterms:W3CDTF">2025-12-05T10:16:21Z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B022E869EC4D41DE9968EAA2E5D11BF5_12</vt:lpwstr>
  </property>
  <property fmtid="{D5CDD505-2E9C-101B-9397-08002B2CF9AE}" pid="3" name="KSOProductBuildVer">
    <vt:lpwstr>1033-12.2.0.23155</vt:lpwstr>
  </property>
</Properties>
</file>