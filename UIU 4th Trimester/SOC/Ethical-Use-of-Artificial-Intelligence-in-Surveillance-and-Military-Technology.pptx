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MuseoModerno Medium"/>
      <p:regular r:id="rId15"/>
    </p:embeddedFont>
    <p:embeddedFont>
      <p:font typeface="MuseoModerno Medium"/>
      <p:regular r:id="rId16"/>
    </p:embeddedFont>
    <p:embeddedFont>
      <p:font typeface="MuseoModerno Medium"/>
      <p:regular r:id="rId17"/>
    </p:embeddedFont>
    <p:embeddedFont>
      <p:font typeface="MuseoModerno Medium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5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9.xml"/><Relationship Id="rId7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011204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Ethical Use of Artificial Intelligence in Surveillance and Military Technology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477703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This presentation explores the complex ethical considerations surrounding the application of artificial intelligence in surveillance and military contexts, examining key issues, potential benefits, and risks.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5838468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7810" y="5846088"/>
            <a:ext cx="347663" cy="3476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756440" y="5821561"/>
            <a:ext cx="1921073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2B4150"/>
                </a:solidFill>
                <a:latin typeface="Source Sans Pro Bold" pitchFamily="34" charset="0"/>
                <a:ea typeface="Source Sans Pro Bold" pitchFamily="34" charset="-122"/>
                <a:cs typeface="Source Sans Pro Bold" pitchFamily="34" charset="-120"/>
              </a:rPr>
              <a:t>by binoy sarker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39153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Overview of AI in Surveillance and Military Applications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305651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3EEE3"/>
          </a:solidFill>
          <a:ln/>
        </p:spPr>
      </p:sp>
      <p:sp>
        <p:nvSpPr>
          <p:cNvPr id="5" name="Text 2"/>
          <p:cNvSpPr/>
          <p:nvPr/>
        </p:nvSpPr>
        <p:spPr>
          <a:xfrm>
            <a:off x="1530906" y="3383518"/>
            <a:ext cx="33837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Surveillance Applications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30906" y="3873937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Facial recognition systems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530906" y="4316135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Behavior analysis algorithms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530906" y="4758333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Predictive policing tools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793790" y="557486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3EEE3"/>
          </a:solidFill>
          <a:ln/>
        </p:spPr>
      </p:sp>
      <p:sp>
        <p:nvSpPr>
          <p:cNvPr id="10" name="Text 7"/>
          <p:cNvSpPr/>
          <p:nvPr/>
        </p:nvSpPr>
        <p:spPr>
          <a:xfrm>
            <a:off x="1530906" y="5652730"/>
            <a:ext cx="285440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Military Applications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530906" y="6143149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Autonomous weapons systems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1530906" y="6585347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Battlefield analysis and decision support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1530906" y="7027545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Cybersecurity and threat detection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642580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Potential Benefits of AI in These Domains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2400300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644253" y="253496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Enhanced Security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1644253" y="3025378"/>
            <a:ext cx="670595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AI can improve threat detection and response times, potentially saving lives and preventing attacks.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318159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644253" y="44528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Increased Efficiency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1644253" y="4943237"/>
            <a:ext cx="670595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Automation of routine tasks allows human resources to focus on more complex decision-making.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6236018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644253" y="63706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Improved Accuracy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1644253" y="6861096"/>
            <a:ext cx="670595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AI systems can process vast amounts of data quickly, potentially reducing human error in critical situations.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1109"/>
            <a:ext cx="720459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Ethical Concerns and Risks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857256" y="258937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Privacy Violations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079790"/>
            <a:ext cx="389870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Widespread AI surveillance could lead to unprecedented invasions of personal privacy.</a:t>
            </a:r>
            <a:endParaRPr lang="en-US" sz="1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5633" y="3353991"/>
            <a:ext cx="339328" cy="4242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37790" y="258937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Algorithmic Bias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937790" y="3079790"/>
            <a:ext cx="3898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AI systems may perpetuate or amplify existing societal biases, leading to unfair targeting or discrimination.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201" y="3353991"/>
            <a:ext cx="339328" cy="4242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37790" y="4860488"/>
            <a:ext cx="321314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Autonomous Weapons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937790" y="5350907"/>
            <a:ext cx="38988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The development of AI-powered weapons raises concerns about accountability and the potential for uncontrolled escalation.</a:t>
            </a:r>
            <a:endParaRPr lang="en-US" sz="17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201" y="5613559"/>
            <a:ext cx="339328" cy="42422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849636" y="5041940"/>
            <a:ext cx="284285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Lack of Transparency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793790" y="5532358"/>
            <a:ext cx="389870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The "black box" nature of some AI algorithms makes it difficult to understand or challenge their decisions.</a:t>
            </a:r>
            <a:endParaRPr lang="en-US" sz="175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15633" y="5613559"/>
            <a:ext cx="339328" cy="4242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23053"/>
            <a:ext cx="899564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Legal and Regulatory Challenges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798808"/>
            <a:ext cx="410920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Current Regulatory Landscape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37995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Varying international laws and standards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82215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Gaps in existing legislation regarding AI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26434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Challenges in defining liability for AI actions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37988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Proposed Solutions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99521" y="437995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Development of AI-specific regulations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482215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International agreements on AI use in military contexts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526434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Mandatory ethical reviews for AI surveillance systems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50412" y="630912"/>
            <a:ext cx="7815977" cy="1185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37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Ethical Frameworks for AI in Surveillance and Military Use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150412" y="2101334"/>
            <a:ext cx="189667" cy="1138357"/>
          </a:xfrm>
          <a:prstGeom prst="roundRect">
            <a:avLst>
              <a:gd name="adj" fmla="val 15006"/>
            </a:avLst>
          </a:prstGeom>
          <a:solidFill>
            <a:srgbClr val="F3EEE3"/>
          </a:solidFill>
          <a:ln/>
        </p:spPr>
      </p:sp>
      <p:sp>
        <p:nvSpPr>
          <p:cNvPr id="5" name="Text 2"/>
          <p:cNvSpPr/>
          <p:nvPr/>
        </p:nvSpPr>
        <p:spPr>
          <a:xfrm>
            <a:off x="6529745" y="2291001"/>
            <a:ext cx="2371606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Transparency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529745" y="2701290"/>
            <a:ext cx="7436644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Ensuring AI systems are explainable and their decision-making processes are open to scrutiny.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434971" y="3381970"/>
            <a:ext cx="189667" cy="1138357"/>
          </a:xfrm>
          <a:prstGeom prst="roundRect">
            <a:avLst>
              <a:gd name="adj" fmla="val 15006"/>
            </a:avLst>
          </a:prstGeom>
          <a:solidFill>
            <a:srgbClr val="F3EEE3"/>
          </a:solidFill>
          <a:ln/>
        </p:spPr>
      </p:sp>
      <p:sp>
        <p:nvSpPr>
          <p:cNvPr id="8" name="Text 5"/>
          <p:cNvSpPr/>
          <p:nvPr/>
        </p:nvSpPr>
        <p:spPr>
          <a:xfrm>
            <a:off x="6814304" y="3571637"/>
            <a:ext cx="2371606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Accountability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6814304" y="3981926"/>
            <a:ext cx="7152084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Establishing clear lines of responsibility for AI-driven decisions and actions.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719530" y="4662607"/>
            <a:ext cx="189667" cy="1396841"/>
          </a:xfrm>
          <a:prstGeom prst="roundRect">
            <a:avLst>
              <a:gd name="adj" fmla="val 15006"/>
            </a:avLst>
          </a:prstGeom>
          <a:solidFill>
            <a:srgbClr val="F3EEE3"/>
          </a:solidFill>
          <a:ln/>
        </p:spPr>
      </p:sp>
      <p:sp>
        <p:nvSpPr>
          <p:cNvPr id="11" name="Text 8"/>
          <p:cNvSpPr/>
          <p:nvPr/>
        </p:nvSpPr>
        <p:spPr>
          <a:xfrm>
            <a:off x="7098863" y="4852273"/>
            <a:ext cx="2371606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Fairness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7098863" y="5262563"/>
            <a:ext cx="6867525" cy="607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Implementing safeguards against bias and ensuring equitable treatment across all demographics.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7004209" y="6201728"/>
            <a:ext cx="189667" cy="1396841"/>
          </a:xfrm>
          <a:prstGeom prst="roundRect">
            <a:avLst>
              <a:gd name="adj" fmla="val 15006"/>
            </a:avLst>
          </a:prstGeom>
          <a:solidFill>
            <a:srgbClr val="F3EEE3"/>
          </a:solidFill>
          <a:ln/>
        </p:spPr>
      </p:sp>
      <p:sp>
        <p:nvSpPr>
          <p:cNvPr id="14" name="Text 11"/>
          <p:cNvSpPr/>
          <p:nvPr/>
        </p:nvSpPr>
        <p:spPr>
          <a:xfrm>
            <a:off x="7383542" y="6391394"/>
            <a:ext cx="2371606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Human Oversight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7383542" y="6801683"/>
            <a:ext cx="6582847" cy="607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Maintaining meaningful human control over critical AI systems, especially in military applications.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79821"/>
            <a:ext cx="1081790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Case Studies and Real-World Examples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54222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This section would typically include specific examples from academic sources. In their absence, we can note that case studies might cover: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16028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Implementation of facial recognition in public spaces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60248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Use of predictive policing algorithms and their impacts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04467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Deployment of AI in conflict zones for reconnaissance or decision support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48687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Ethical challenges faced in real-world applications of these technologies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0447" y="706636"/>
            <a:ext cx="7703106" cy="1286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Future Directions and Recommendations</a:t>
            </a:r>
            <a:endParaRPr lang="en-US" sz="40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447" y="2301954"/>
            <a:ext cx="1029295" cy="123515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955602" y="2507813"/>
            <a:ext cx="2573179" cy="32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Continued Research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1955602" y="2952869"/>
            <a:ext cx="6467951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Invest in ongoing studies on the ethical implications of AI in these domains</a:t>
            </a:r>
            <a:endParaRPr lang="en-US" sz="16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447" y="3537109"/>
            <a:ext cx="1029295" cy="123515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955602" y="3742968"/>
            <a:ext cx="2573179" cy="32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Policy Development</a:t>
            </a:r>
            <a:endParaRPr lang="en-US" sz="2000" dirty="0"/>
          </a:p>
        </p:txBody>
      </p:sp>
      <p:sp>
        <p:nvSpPr>
          <p:cNvPr id="9" name="Text 4"/>
          <p:cNvSpPr/>
          <p:nvPr/>
        </p:nvSpPr>
        <p:spPr>
          <a:xfrm>
            <a:off x="1955602" y="4188023"/>
            <a:ext cx="6467951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Create comprehensive, adaptable policies to guide ethical AI use</a:t>
            </a:r>
            <a:endParaRPr lang="en-US" sz="16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447" y="4772263"/>
            <a:ext cx="1029295" cy="123515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955602" y="4978122"/>
            <a:ext cx="2573179" cy="32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Public Engagement</a:t>
            </a:r>
            <a:endParaRPr lang="en-US" sz="2000" dirty="0"/>
          </a:p>
        </p:txBody>
      </p:sp>
      <p:sp>
        <p:nvSpPr>
          <p:cNvPr id="12" name="Text 6"/>
          <p:cNvSpPr/>
          <p:nvPr/>
        </p:nvSpPr>
        <p:spPr>
          <a:xfrm>
            <a:off x="1955602" y="5423178"/>
            <a:ext cx="6467951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Educate and involve the public in discussions on AI ethics</a:t>
            </a:r>
            <a:endParaRPr lang="en-US" sz="16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447" y="6007418"/>
            <a:ext cx="1029295" cy="151542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955602" y="6213277"/>
            <a:ext cx="3247192" cy="32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International Cooperation</a:t>
            </a:r>
            <a:endParaRPr lang="en-US" sz="2000" dirty="0"/>
          </a:p>
        </p:txBody>
      </p:sp>
      <p:sp>
        <p:nvSpPr>
          <p:cNvPr id="15" name="Text 8"/>
          <p:cNvSpPr/>
          <p:nvPr/>
        </p:nvSpPr>
        <p:spPr>
          <a:xfrm>
            <a:off x="1955602" y="6658332"/>
            <a:ext cx="6467951" cy="658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Foster global agreements on ethical standards for AI in surveillance and military applications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2025-06-29T04:48:14Z</dcterms:created>
  <dcterms:modified xsi:type="dcterms:W3CDTF">2025-06-29T04:48:14Z</dcterms:modified>
</cp:coreProperties>
</file>