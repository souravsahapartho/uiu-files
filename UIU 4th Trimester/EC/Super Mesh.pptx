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6" r:id="rId4"/>
    <p:sldId id="317" r:id="rId5"/>
    <p:sldId id="292" r:id="rId6"/>
    <p:sldId id="303" r:id="rId7"/>
    <p:sldId id="294" r:id="rId8"/>
    <p:sldId id="318" r:id="rId9"/>
    <p:sldId id="312" r:id="rId10"/>
    <p:sldId id="31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222D27-C745-DCE2-E1FA-E2DFE4C5C5AD}" v="46" dt="2023-03-01T14:07:51.605"/>
    <p1510:client id="{D0749517-E927-CA77-1328-E786C81CD12B}" v="220" dt="2023-03-01T14:29:21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D2BB-3506-E4A5-0502-CEA8330C0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95216-975A-CD08-FC75-4ABCC4040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9C529-8C81-895D-7347-D83AB9A2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37A1D-BE0C-3EB3-2CE2-C81F491C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69113-FB46-869A-15CB-FDFF07680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0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C455-E77A-FD68-A027-AC636FF1B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8CC7B-F700-C070-3926-EA369A8FB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CCABC-D55E-FE38-F208-16891A42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880B4-6073-D19D-9A50-A850D9BE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413B4-68A5-8D59-B499-2F00674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1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13BF-9B83-37AC-C104-2C398B59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86443-4330-A1B1-B749-2803F868D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968B9-4B4F-672C-0823-E3854FE8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8904B-7804-C9BE-2671-82C75430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51D3D-3FB4-F408-5B84-F2A76B16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4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7A35-DE00-7A80-CC00-3D024DC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56AA-B078-4423-7A93-2A422AACD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A304E-AFF3-8546-E967-AB426EB6A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A435E-C153-5E9F-00B4-874F92B1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2D663-D51A-755E-D924-CDC54E2C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DB03-CD9E-4EE9-66D8-755141B0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3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DB26-DBF0-69FD-9D78-3F4664CC0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ED74A-2239-009B-2939-38ABAF327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0A8CE-51F4-E7AC-208A-531E28A19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1C2642-5098-E2E3-154F-877FF6007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4691C-14EC-3D16-38A8-5237D52CC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C9F79-3FF5-CFF2-46F5-E57D77BD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C474A3-01BA-859A-26EB-ECE92A5D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724E6B-E001-82CE-1F15-58127D87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3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E718-F4A1-001B-0E37-B59C654D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63A2C-A1D3-3A17-07E5-81B6288BC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F1D16-124B-9AA7-B14E-B839CE9C8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7FA7A-7CDD-9514-E9F9-FC4D125DA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33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E9873-1127-6769-E15A-5D3EB3AA5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BFB77-7685-107C-20DD-F02D1C11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BBFAF-E36E-209C-22B7-0A4172CC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6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B043-56C0-E4FF-7042-DCD5835BC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12E22-327A-C36E-808A-DE8144F8D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DC268-F76A-27D3-2376-D9E312EBB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40E58-DC5C-AFD6-4753-0CC6A6B2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B42D5-2ADA-5987-A571-FEDE8A4D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E0CA9-23C0-E12E-66A6-80FB1AAB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5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88D8-17BD-D348-50BF-FC7E1A19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AAE64F-926B-078B-FB43-E80FE4B18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F858A-1607-FCEF-8A71-EDC613A32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32871-F4DB-4167-70CA-FF8EC6D0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133DD-70DE-5597-C8BC-764D9741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15E11-1B4D-E31A-F93A-E85683A04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69D2-B05D-D9DD-0D9E-1908EF43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A1A1C-9628-F764-C9FA-E94AB74E6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FCFDE-4F81-FE12-E19D-E43A4945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78B07-389D-F626-4D6E-78AB47A4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B4C87-BA94-D0BD-37A2-7E76D073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68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085CC-DE84-996D-DFCF-F3ADAD528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3C947-5894-3709-B4AC-127C0A343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0CC84-9288-706F-5F70-83E69204B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39FD1-E3D2-1BA9-CEB3-9A033BC8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69D48-FE90-86FB-C15B-494D59B3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8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9D26E-E77C-7A25-E7B3-78B32425C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DF16E-5440-3E63-BD65-B4A9F918F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4BAE-DAD5-3583-B62F-7EF7369C1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BA1B1-2F99-4812-8EE7-72A17929DDCD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0E42E-C4DB-FF3D-24D8-1369DC9DE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1330A-8DF9-DA89-F4E0-B1A70C8D6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3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D06AC-5BDA-B2CE-6050-846A09D5F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9431" y="2288856"/>
            <a:ext cx="6420125" cy="2150719"/>
          </a:xfrm>
          <a:noFill/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080808"/>
                </a:solidFill>
              </a:rPr>
              <a:t>  </a:t>
            </a:r>
            <a:r>
              <a:rPr lang="en-US" sz="72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 Mesh</a:t>
            </a:r>
            <a:br>
              <a:rPr lang="en-US" sz="72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Arial" panose="020B0604020202020204" pitchFamily="34" charset="0"/>
                <a:ea typeface="Arial" panose="020B0604020202020204" pitchFamily="34" charset="0"/>
              </a:rPr>
              <a:t>Section 3.5</a:t>
            </a:r>
            <a:br>
              <a:rPr lang="en-US" sz="9600" b="1" dirty="0">
                <a:solidFill>
                  <a:srgbClr val="FFFFFF"/>
                </a:solidFill>
              </a:rPr>
            </a:br>
            <a:endParaRPr lang="en-US" sz="3600" b="1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34DD34A7-0713-420D-0D34-4EE88CEA8E18}"/>
              </a:ext>
            </a:extLst>
          </p:cNvPr>
          <p:cNvSpPr>
            <a:spLocks noGrp="1"/>
          </p:cNvSpPr>
          <p:nvPr/>
        </p:nvSpPr>
        <p:spPr>
          <a:xfrm>
            <a:off x="5001333" y="4441414"/>
            <a:ext cx="2528725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b="1" spc="-5" dirty="0">
                <a:latin typeface="Arial"/>
                <a:cs typeface="Arial"/>
              </a:rPr>
              <a:t>Md. Shafqat </a:t>
            </a:r>
            <a:r>
              <a:rPr lang="en-US" sz="1600" b="1" spc="-5" dirty="0" err="1">
                <a:latin typeface="Arial"/>
                <a:cs typeface="Arial"/>
              </a:rPr>
              <a:t>Talukder</a:t>
            </a:r>
            <a:r>
              <a:rPr lang="en-US" sz="1600" b="1" spc="-5" dirty="0">
                <a:latin typeface="Arial"/>
                <a:cs typeface="Arial"/>
              </a:rPr>
              <a:t> Rakin</a:t>
            </a:r>
            <a:endParaRPr lang="en-US" sz="1600" b="1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United International</a:t>
            </a:r>
            <a:r>
              <a:rPr lang="en-US" sz="1600" b="1" spc="10" dirty="0">
                <a:latin typeface="Arial"/>
                <a:cs typeface="Arial"/>
              </a:rPr>
              <a:t> </a:t>
            </a:r>
            <a:r>
              <a:rPr lang="en-US" sz="1600" b="1" spc="-5" dirty="0"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Email id : </a:t>
            </a:r>
            <a:r>
              <a:rPr lang="en-US" sz="1600" b="1" spc="-5" dirty="0">
                <a:solidFill>
                  <a:schemeClr val="accent1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600" b="1" dirty="0">
              <a:solidFill>
                <a:schemeClr val="accent1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10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5CCCD6-25F7-0043-8FBB-DE8981AE756F}"/>
              </a:ext>
            </a:extLst>
          </p:cNvPr>
          <p:cNvSpPr txBox="1"/>
          <p:nvPr/>
        </p:nvSpPr>
        <p:spPr>
          <a:xfrm>
            <a:off x="2088859" y="612396"/>
            <a:ext cx="767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AD3BD1-9E29-AB51-908E-524D9005D66D}"/>
              </a:ext>
            </a:extLst>
          </p:cNvPr>
          <p:cNvSpPr txBox="1"/>
          <p:nvPr/>
        </p:nvSpPr>
        <p:spPr>
          <a:xfrm>
            <a:off x="1627465" y="498931"/>
            <a:ext cx="7907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with Current Sources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07BA2-180F-FF47-F35B-D627F87DB987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05C3FA-56E0-31C8-D66B-CEFEB64FD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16" y="3276729"/>
            <a:ext cx="4974584" cy="1061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6D86B-4B65-FAD8-E40E-16F05EBFC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096" y="2482377"/>
            <a:ext cx="3912893" cy="245303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64795B-FBBA-4148-35EE-020C0AF5B28F}"/>
              </a:ext>
            </a:extLst>
          </p:cNvPr>
          <p:cNvCxnSpPr>
            <a:cxnSpLocks/>
          </p:cNvCxnSpPr>
          <p:nvPr/>
        </p:nvCxnSpPr>
        <p:spPr>
          <a:xfrm flipH="1">
            <a:off x="10449822" y="2617365"/>
            <a:ext cx="549873" cy="546847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24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41B1-FDAE-DE81-4C1D-D2182566D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C87C1B-B950-E92B-1227-97A2D70716B7}"/>
              </a:ext>
            </a:extLst>
          </p:cNvPr>
          <p:cNvSpPr txBox="1"/>
          <p:nvPr/>
        </p:nvSpPr>
        <p:spPr>
          <a:xfrm>
            <a:off x="2088859" y="612396"/>
            <a:ext cx="767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7D4B8A-5F59-8BB4-77E6-5FFFFB182E96}"/>
              </a:ext>
            </a:extLst>
          </p:cNvPr>
          <p:cNvSpPr txBox="1"/>
          <p:nvPr/>
        </p:nvSpPr>
        <p:spPr>
          <a:xfrm>
            <a:off x="1627464" y="498931"/>
            <a:ext cx="9883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with Current Sources (Continued)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7AEF8A-AB73-4CFD-4602-1C21E26E0476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A14EC0-0859-2963-A63B-1C5D2754D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69" y="2941277"/>
            <a:ext cx="5418290" cy="9754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672781-D896-5986-A333-4F13E5371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69" y="4435166"/>
            <a:ext cx="5227773" cy="5563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3542EE-1E96-0C6C-7484-07A91AFAF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70" y="2724217"/>
            <a:ext cx="4130398" cy="238526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2BC253-318A-8DB0-E97B-1C0642BCBBFF}"/>
              </a:ext>
            </a:extLst>
          </p:cNvPr>
          <p:cNvCxnSpPr>
            <a:cxnSpLocks/>
          </p:cNvCxnSpPr>
          <p:nvPr/>
        </p:nvCxnSpPr>
        <p:spPr>
          <a:xfrm flipV="1">
            <a:off x="8420216" y="4267727"/>
            <a:ext cx="824753" cy="891186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460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1EA39-A1F5-DE14-43EE-C99EB554D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F5AA2-C4B4-B3CC-676C-7DC2F2751834}"/>
              </a:ext>
            </a:extLst>
          </p:cNvPr>
          <p:cNvSpPr txBox="1"/>
          <p:nvPr/>
        </p:nvSpPr>
        <p:spPr>
          <a:xfrm>
            <a:off x="2088859" y="612396"/>
            <a:ext cx="767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3D0C3C-0888-7806-9DB7-81E985B2F19E}"/>
              </a:ext>
            </a:extLst>
          </p:cNvPr>
          <p:cNvSpPr txBox="1"/>
          <p:nvPr/>
        </p:nvSpPr>
        <p:spPr>
          <a:xfrm>
            <a:off x="1627464" y="498931"/>
            <a:ext cx="9883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with Current Sources (Continued)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3CE95A-D4F5-F463-0BD6-68812B04EA1F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1ECEF7-9DF5-813C-77B3-63E424D4F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503" y="1444980"/>
            <a:ext cx="7407282" cy="3017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36CCCE-5312-E94F-5ABA-AE8CC5CF7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41" y="4634288"/>
            <a:ext cx="4104427" cy="17247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5D5B0A-7B72-30B9-5022-B1BCCC317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2" y="4243583"/>
            <a:ext cx="3734124" cy="223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33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F2741-9E02-6D7F-3514-1BF7EB0A71B0}"/>
              </a:ext>
            </a:extLst>
          </p:cNvPr>
          <p:cNvSpPr txBox="1"/>
          <p:nvPr/>
        </p:nvSpPr>
        <p:spPr>
          <a:xfrm>
            <a:off x="1361661" y="1235291"/>
            <a:ext cx="90306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circuit in Fig. 3.24, find i1 to i4 using mesh analysis.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4FF2DF-E064-D311-93DA-643F30F06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94" y="2510970"/>
            <a:ext cx="4896412" cy="311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3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CCA731-365D-FCFC-27A7-D1EB95CDF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900639"/>
            <a:ext cx="5569510" cy="3612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CBE7BC-B562-350A-2AC7-08967799E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783" y="2405412"/>
            <a:ext cx="4480948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Sadiku_Practice_Problem_3.7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F69901-C783-9C97-10EA-5472A7D2D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403" y="2415370"/>
            <a:ext cx="3833192" cy="3314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CC4D1F-D41E-5AFA-14F1-C24DFBA50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131" y="1129498"/>
            <a:ext cx="5509737" cy="10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82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F7EB3-6A77-C637-7F58-C6B79FB0A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8B74E0-84ED-18B1-5643-005F326178E0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549F5-844E-6E3D-7148-EAF3974CFC58}"/>
              </a:ext>
            </a:extLst>
          </p:cNvPr>
          <p:cNvSpPr txBox="1"/>
          <p:nvPr/>
        </p:nvSpPr>
        <p:spPr>
          <a:xfrm>
            <a:off x="7552985" y="636939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Sadiku_Practice_Problem_3.7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D77AD-A278-C97F-30D2-FC799D40B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433" y="1091434"/>
            <a:ext cx="3647105" cy="5432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7EB4CE-0794-5F2C-5B8F-529CD0301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481" y="2182498"/>
            <a:ext cx="4733729" cy="325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529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42ED-9241-2EED-6B92-33A47AF5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Math to Practice from the Book for Exam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0BC1-BA28-FBAA-2EC5-898CB022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Chapter 3</a:t>
            </a:r>
            <a:br>
              <a:rPr lang="en-US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800" u="sng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20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Example: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3.1, 3.2, 3.5, 3.6, 3.7 </a:t>
            </a: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Practice 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3.1, 3.2, 3.5, 3.6, 3.7</a:t>
            </a: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3.2 to 3.9, 3.12, 3.14, 3.19, 3.38, 3.40, 3.41, 3.42, 3.43, 3.44, 3.45, 3.46, 3.48, 3.50, 3.51, 3.52, 3.55, 3.58, 3.63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N:B: Please note that the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supernode</a:t>
            </a:r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concept is not in the present syllabus!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24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C67D-BE2B-4F54-B8C0-7FE41C6D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7609"/>
            <a:ext cx="10515600" cy="6627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45817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216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  Super Mesh Section 3.5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 to Practice from the Book for Exam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Analysis</dc:title>
  <dc:creator>1606117 - Rifat Bin Rashid</dc:creator>
  <cp:lastModifiedBy>Shafqat Rakin</cp:lastModifiedBy>
  <cp:revision>96</cp:revision>
  <dcterms:created xsi:type="dcterms:W3CDTF">2023-02-24T16:42:05Z</dcterms:created>
  <dcterms:modified xsi:type="dcterms:W3CDTF">2024-02-29T11:53:26Z</dcterms:modified>
</cp:coreProperties>
</file>