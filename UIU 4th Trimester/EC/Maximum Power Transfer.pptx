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313" r:id="rId6"/>
    <p:sldId id="314" r:id="rId7"/>
    <p:sldId id="315" r:id="rId8"/>
    <p:sldId id="263" r:id="rId9"/>
    <p:sldId id="264" r:id="rId10"/>
    <p:sldId id="316" r:id="rId11"/>
    <p:sldId id="275" r:id="rId12"/>
    <p:sldId id="302" r:id="rId13"/>
    <p:sldId id="317" r:id="rId14"/>
    <p:sldId id="304" r:id="rId15"/>
    <p:sldId id="282" r:id="rId16"/>
    <p:sldId id="290" r:id="rId17"/>
    <p:sldId id="318" r:id="rId18"/>
    <p:sldId id="283" r:id="rId19"/>
    <p:sldId id="291" r:id="rId20"/>
    <p:sldId id="319" r:id="rId21"/>
    <p:sldId id="307" r:id="rId22"/>
    <p:sldId id="312" r:id="rId23"/>
    <p:sldId id="26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40076-4313-4ADA-96C6-362C347E14F3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AAB0F-ACDD-44B5-B737-274DBCA6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6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4/15/2024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-bub9PDvng" TargetMode="External"/><Relationship Id="rId2" Type="http://schemas.openxmlformats.org/officeDocument/2006/relationships/hyperlink" Target="https://www.youtube.com/watch?v=dNnTubgY2g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5nhx6bWXN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473-6BEC-6AFB-2798-4582BB10C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Maximum Power Transfer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68F26-86E4-0073-632A-006F206B2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Section 4.8</a:t>
            </a:r>
            <a:endParaRPr lang="en-US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38A1410-372D-2589-2894-B11257E8AB7A}"/>
              </a:ext>
            </a:extLst>
          </p:cNvPr>
          <p:cNvSpPr>
            <a:spLocks noGrp="1"/>
          </p:cNvSpPr>
          <p:nvPr/>
        </p:nvSpPr>
        <p:spPr>
          <a:xfrm>
            <a:off x="820132" y="5359789"/>
            <a:ext cx="2922309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rgbClr val="0070C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1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D5D9-C1F8-98C1-C95C-048F59727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many practical situations, a circuit is designed to provide power to a load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are applications in areas such as communications where it is desirable to maximize the power delivered to a load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need to find the equation to maximize power delivered to a load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0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1EE7-EE99-9703-6B8A-C6BCCECA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8A33-0756-1953-8251-705DD164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6F93D-4BC4-8BC2-1EB8-A073C17A8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3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787A8-64D3-F01D-85D0-F703CE88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29" y="2705330"/>
            <a:ext cx="3848433" cy="284250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2FC8EF-B086-5DAB-3B8D-B5CF6AEC7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89D1B-8931-22CD-D0BB-A5B2647D5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97" y="3530936"/>
            <a:ext cx="3177815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6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76D3E-B9AC-FC63-0BF9-A69B92147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236772"/>
            <a:ext cx="6629975" cy="179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65253D-2C24-FF05-3987-6D6F712B9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823" y="2346320"/>
            <a:ext cx="3810330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0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power transfer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BD0C4-58B9-3F13-4FD7-617FF730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236" y="2955899"/>
            <a:ext cx="8503528" cy="94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5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Maximum power transfer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F0B4A-B80A-67BF-2201-D13E0E0A5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89" y="3037661"/>
            <a:ext cx="5570703" cy="2110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3DB80-4382-40C5-A474-46AAEFDC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5460"/>
            <a:ext cx="5685013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1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B8B261-9FDB-3567-393D-BA4D5EAD9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55" y="1700963"/>
            <a:ext cx="8885690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8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0D66D-D3E1-E98C-433A-26DA470E0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5DD756-5727-E3E0-3665-80B976AAB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49" y="1676010"/>
            <a:ext cx="9960203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7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537A5-192E-7510-7760-D048FEDBA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550" y="1866590"/>
            <a:ext cx="6330459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6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Sadiku_Exercise_4.67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191DE-9154-9841-B17F-02A1D85ED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934" y="1757312"/>
            <a:ext cx="6030090" cy="44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1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477C2-70D4-EB8C-48DF-325A3310DCD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Sadiku_Exercise_4.67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B9B92-21E1-36C7-9933-301E6983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24" y="2093976"/>
            <a:ext cx="5791702" cy="38255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05B9AC-6FFF-E360-E7E4-091A62A02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26" y="1299101"/>
            <a:ext cx="4991533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62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Sadiku_Exercise_4.68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2E4C4-7D86-9920-AB0F-CBF2BEE1D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7" y="2078876"/>
            <a:ext cx="6273786" cy="409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0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Sadiku_Exercise_4.68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AC877-B082-617C-CAAA-9DD480AA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6" y="2093976"/>
            <a:ext cx="6500423" cy="3292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A6864E-7385-E962-2EBC-6A118415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389" y="2722148"/>
            <a:ext cx="4939645" cy="23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1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066"/>
            <a:ext cx="10058400" cy="4543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54264-688D-4F52-73A9-CF54C95C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18" y="1728752"/>
            <a:ext cx="7414173" cy="4014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A917B9-4E1F-FBB8-2382-BAF93039F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512" y="5499929"/>
            <a:ext cx="6264183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3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6B151C-14A9-B924-613B-682A0979F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269" y="1724973"/>
            <a:ext cx="3813341" cy="446489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8436E5-04BA-24E1-5F1B-26158482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67" y="1724973"/>
            <a:ext cx="3284594" cy="51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38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A37157-59A9-549D-616C-5A7306C6E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571" y="2120900"/>
            <a:ext cx="5943208" cy="4051300"/>
          </a:xfrm>
        </p:spPr>
      </p:pic>
    </p:spTree>
    <p:extLst>
      <p:ext uri="{BB962C8B-B14F-4D97-AF65-F5344CB8AC3E}">
        <p14:creationId xmlns:p14="http://schemas.microsoft.com/office/powerpoint/2010/main" val="226318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066"/>
            <a:ext cx="10058400" cy="4543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C691F-DD04-B60F-F76D-9449F0F3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73" y="1491030"/>
            <a:ext cx="6655233" cy="4137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BF28DD-170D-AE8D-0617-7BC1D3D9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702" y="5522284"/>
            <a:ext cx="6416596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3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336324-5533-09EE-9F8A-4D04F2EB3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467" y="1741917"/>
            <a:ext cx="3113678" cy="48729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1CC7D5-6035-6550-4364-5CF927A4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13" y="1741917"/>
            <a:ext cx="3317091" cy="511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80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7D7194-E30A-8909-6815-7D70AEAB6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4485" y="2120900"/>
            <a:ext cx="4309380" cy="4051300"/>
          </a:xfrm>
        </p:spPr>
      </p:pic>
    </p:spTree>
    <p:extLst>
      <p:ext uri="{BB962C8B-B14F-4D97-AF65-F5344CB8AC3E}">
        <p14:creationId xmlns:p14="http://schemas.microsoft.com/office/powerpoint/2010/main" val="18764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circuit reference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What is SHORT CIRCUIT - Explained with Example | Basics of Electronics (youtube.com)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3"/>
              </a:rPr>
              <a:t>What is Short Circuit ? Easiest Explanation | </a:t>
            </a:r>
            <a:r>
              <a:rPr lang="en-US" dirty="0" err="1">
                <a:hlinkClick r:id="rId3"/>
              </a:rPr>
              <a:t>TheElectricalGuy</a:t>
            </a:r>
            <a:r>
              <a:rPr lang="en-US" dirty="0">
                <a:hlinkClick r:id="rId3"/>
              </a:rPr>
              <a:t> (youtube.com)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4"/>
              </a:rPr>
              <a:t>The Concept of Short Circuit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0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Maximum Power Transfer theorem: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4.13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4.67, 4.68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N:B: Please note that Circuits with Independent sources only, for Thevenin’s theorem and maximum power transfer!</a:t>
            </a:r>
            <a:endParaRPr lang="en-U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indent="0">
              <a:lnSpc>
                <a:spcPct val="115000"/>
              </a:lnSpc>
              <a:spcBef>
                <a:spcPts val="0"/>
              </a:spcBef>
              <a:buNone/>
            </a:pP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11819-A50C-D6D6-3FBB-FCABEB21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0112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987</TotalTime>
  <Words>284</Words>
  <Application>Microsoft Office PowerPoint</Application>
  <PresentationFormat>Widescreen</PresentationFormat>
  <Paragraphs>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Maximum Power Transfer</vt:lpstr>
      <vt:lpstr>Our goal</vt:lpstr>
      <vt:lpstr>PowerPoint Presentation</vt:lpstr>
      <vt:lpstr>Power calculation</vt:lpstr>
      <vt:lpstr>Power calculation</vt:lpstr>
      <vt:lpstr>Maximum power transfer</vt:lpstr>
      <vt:lpstr>Proof of Maximum power transfer</vt:lpstr>
      <vt:lpstr>Math Problem Practice:</vt:lpstr>
      <vt:lpstr>Math Problem Practice: </vt:lpstr>
      <vt:lpstr>Math Problem Practice:</vt:lpstr>
      <vt:lpstr>Math Problem Practice: </vt:lpstr>
      <vt:lpstr>Math Problem Practice: </vt:lpstr>
      <vt:lpstr>Math Problem Practice: </vt:lpstr>
      <vt:lpstr>Math Problem Practice: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 circuit reference 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Superposition</dc:title>
  <dc:creator>Shafqat Rakin</dc:creator>
  <cp:lastModifiedBy>Shafqat Rakin</cp:lastModifiedBy>
  <cp:revision>59</cp:revision>
  <dcterms:created xsi:type="dcterms:W3CDTF">2024-03-17T15:42:52Z</dcterms:created>
  <dcterms:modified xsi:type="dcterms:W3CDTF">2024-04-15T14:55:11Z</dcterms:modified>
</cp:coreProperties>
</file>