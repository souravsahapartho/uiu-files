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1" r:id="rId3"/>
    <p:sldId id="257" r:id="rId4"/>
    <p:sldId id="306" r:id="rId5"/>
    <p:sldId id="307" r:id="rId6"/>
    <p:sldId id="308" r:id="rId7"/>
    <p:sldId id="279" r:id="rId8"/>
    <p:sldId id="302" r:id="rId9"/>
    <p:sldId id="292" r:id="rId10"/>
    <p:sldId id="309" r:id="rId11"/>
    <p:sldId id="293" r:id="rId12"/>
    <p:sldId id="310" r:id="rId13"/>
    <p:sldId id="311" r:id="rId14"/>
    <p:sldId id="312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452F-DC42-FDBE-862B-9E0900F1B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964A9-4B74-E4A2-51FC-E1C441BDD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327B2-96D3-1028-4C09-BB22DA46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F431C-07D4-85E6-4BFD-84696F17C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F7EEB-CBD0-CA55-AC7D-01A3D296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32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7B920-B80B-BAE4-DDF4-6C446D68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45137-68CC-2C0D-9B73-039F67632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82047-D199-C438-7C20-0345FB44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68813-8423-7032-00A7-0DEB67B57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1631B-35F3-2817-FB59-8DC06CCC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1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6B53-9B37-9D65-3820-4FFE213EE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3C10D-9258-6CE5-29B3-ED5D65505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EB094-62D2-4AA4-8ECD-8374D61C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8BFBE-4ABB-23D1-37B9-2799FF56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B4291-94EE-45C4-B523-37E97072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2670-749F-0D40-658F-A565556E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8BCC0-5D44-CF39-9786-D8090EBF7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DCBC6-BA02-F226-EFCB-2F7C21F5A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5C681-86F4-BABD-8FE6-607E2587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ED9FC-DEFE-26EE-B6F0-D57E7C96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71172-5EE7-2043-81D3-F5FF1738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4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0342E-1035-235B-F337-217E264D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66726-7BFC-0D4D-4A15-30F814808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B22BD-37CC-1B88-2207-39BCB310C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41B85-FFC0-CC96-4F12-AE069F375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CEE19-D9C1-CC3C-25BF-808477FAC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94AA6-1892-A2C4-8104-F2E7CE9F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B5F6FB-E18B-46D8-1B9F-469B6D0AB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35308-0DA4-D20B-8856-11E6B535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2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73AA-B484-B566-43FC-BD4D19F2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2FDAC-87CE-77F0-7130-6FA98C11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FE54E-8D80-2D35-2389-09E047B8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EB568-CC96-2FE3-8308-82991A85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12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BFE3F3-328C-DFE3-691A-70DA1439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CA31E-164F-F0B6-612D-00A8E336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6D97-DA6E-4703-9D72-01C0FC56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3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901F-9CCA-1A3D-D259-532B062C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DAC37-7431-4F5A-0C6B-CF8E34EA3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D765-FB68-224A-46BB-2CB8258B0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B79FA-FD18-5AB6-8D72-CE98EEB9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D4713-2F4E-DF14-4BD8-A8D24FD4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BE555-4D94-BA9C-7ED5-9B36B8CC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0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7E2A-C88B-5E20-DB36-5D005831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0A8B5-3454-883E-8229-5DB15D054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DD49C-61D7-EAA8-21CF-903A2A627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735F3-F938-E9A7-45F1-523B580E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82A3-0D49-AA19-0D79-B9DB1D2BB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C4A0A-633F-E2A9-F6D8-CE97767E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1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7E355-8FB6-F210-CD97-B2C73499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9C120-7F86-C229-7B05-832B21DCC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40AA2-FAFA-1095-705F-7071E1D5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70680-B309-0DAB-D731-57147FAC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EC948-2FE9-997F-8364-A3811047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8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2125FF-A1B6-184C-9DAA-B21472762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4D27B-23DA-4D09-C9A5-513A9825D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4026-26C9-8EDC-F429-EBBBAD54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C4B9C-F508-F4AF-3FB1-626FB37E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5F32-F535-BBB2-F078-4AA2E1FE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06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09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84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20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74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915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08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23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80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1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55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59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13087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66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762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553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751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93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8DA31B-A9D0-65BF-6965-C2A0B398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2797C-043C-2682-7FF2-18C34F9DC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B7D3F-4EEF-4E5E-A3B4-C9458FB94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9287C-4E38-4D7B-8EE9-A163BF663D86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F6DAA-9D8C-D4FC-5C74-8CECA258A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B55E5-EDF1-95AD-FA28-57ABC959C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7EBA8-D253-4CC7-8CD8-346EF46B7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5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46CE7D5-CF57-46EF-B807-FDD0502418D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01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afqat@cse.uiu.ac.bd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lectronics protoboard">
            <a:extLst>
              <a:ext uri="{FF2B5EF4-FFF2-40B4-BE49-F238E27FC236}">
                <a16:creationId xmlns:a16="http://schemas.microsoft.com/office/drawing/2014/main" id="{60A13CD2-E348-86CB-9037-B06FE3A16F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5709" r="-1" b="-1"/>
          <a:stretch/>
        </p:blipFill>
        <p:spPr>
          <a:xfrm>
            <a:off x="3070" y="10"/>
            <a:ext cx="1218893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0C5C3E-BD37-D72A-4480-C35245650DF0}"/>
              </a:ext>
            </a:extLst>
          </p:cNvPr>
          <p:cNvSpPr txBox="1"/>
          <p:nvPr/>
        </p:nvSpPr>
        <p:spPr>
          <a:xfrm>
            <a:off x="1524000" y="1122363"/>
            <a:ext cx="9144000" cy="306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>
                <a:solidFill>
                  <a:srgbClr val="FFFFFF"/>
                </a:solidFill>
                <a:ea typeface="+mj-ea"/>
                <a:cs typeface="+mj-cs"/>
              </a:rPr>
              <a:t>Super Node</a:t>
            </a:r>
            <a:br>
              <a:rPr lang="en-US" sz="6600" b="1" dirty="0">
                <a:solidFill>
                  <a:srgbClr val="FFFFFF"/>
                </a:solidFill>
                <a:ea typeface="+mj-ea"/>
                <a:cs typeface="+mj-cs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Section 3.3</a:t>
            </a:r>
            <a:endParaRPr lang="en-US" sz="6600" b="1" dirty="0"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34DD34A7-0713-420D-0D34-4EE88CEA8E18}"/>
              </a:ext>
            </a:extLst>
          </p:cNvPr>
          <p:cNvSpPr>
            <a:spLocks noGrp="1"/>
          </p:cNvSpPr>
          <p:nvPr/>
        </p:nvSpPr>
        <p:spPr>
          <a:xfrm>
            <a:off x="4830113" y="5089055"/>
            <a:ext cx="2528725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b="1" spc="-5" dirty="0">
                <a:latin typeface="Arial"/>
                <a:cs typeface="Arial"/>
              </a:rPr>
              <a:t>Md. Shafqat </a:t>
            </a:r>
            <a:r>
              <a:rPr lang="en-US" sz="1600" b="1" spc="-5" dirty="0" err="1">
                <a:latin typeface="Arial"/>
                <a:cs typeface="Arial"/>
              </a:rPr>
              <a:t>Talukder</a:t>
            </a:r>
            <a:r>
              <a:rPr lang="en-US" sz="1600" b="1" spc="-5" dirty="0">
                <a:latin typeface="Arial"/>
                <a:cs typeface="Arial"/>
              </a:rPr>
              <a:t> Rakin</a:t>
            </a:r>
            <a:endParaRPr lang="en-US" sz="1600" b="1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United International</a:t>
            </a:r>
            <a:r>
              <a:rPr lang="en-US" sz="1600" b="1" spc="10" dirty="0">
                <a:latin typeface="Arial"/>
                <a:cs typeface="Arial"/>
              </a:rPr>
              <a:t> </a:t>
            </a:r>
            <a:r>
              <a:rPr lang="en-US" sz="1600" b="1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Email id : </a:t>
            </a:r>
            <a:r>
              <a:rPr lang="en-US" sz="1600" b="1" spc="-5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b="1" dirty="0">
              <a:solidFill>
                <a:schemeClr val="accent4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600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5CCCD6-25F7-0043-8FBB-DE8981AE756F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D3BD1-9E29-AB51-908E-524D9005D66D}"/>
              </a:ext>
            </a:extLst>
          </p:cNvPr>
          <p:cNvSpPr txBox="1"/>
          <p:nvPr/>
        </p:nvSpPr>
        <p:spPr>
          <a:xfrm>
            <a:off x="1627465" y="498931"/>
            <a:ext cx="7907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Analysis with Voltage sources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07BA2-180F-FF47-F35B-D627F87DB987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25F82E-F8B4-D516-5B1D-5E102AF31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06" y="2402541"/>
            <a:ext cx="5799988" cy="2052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F050E6-7E68-91EB-8641-29154887F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460" y="2201634"/>
            <a:ext cx="3856054" cy="294919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7ABCBD-9186-DFBC-82EA-4389456E7D58}"/>
              </a:ext>
            </a:extLst>
          </p:cNvPr>
          <p:cNvCxnSpPr/>
          <p:nvPr/>
        </p:nvCxnSpPr>
        <p:spPr>
          <a:xfrm>
            <a:off x="6812280" y="2402541"/>
            <a:ext cx="1139414" cy="54684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24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81231-1690-003A-C943-2BAC5AFF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30C5FC-E48D-4959-F279-4066F4A5B64B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92AE6-E0BE-5182-D0BB-F355013EA355}"/>
              </a:ext>
            </a:extLst>
          </p:cNvPr>
          <p:cNvSpPr txBox="1"/>
          <p:nvPr/>
        </p:nvSpPr>
        <p:spPr>
          <a:xfrm>
            <a:off x="1627464" y="498931"/>
            <a:ext cx="9650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Analysis with Voltage sources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(Continued)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443B97-C8E3-FBA7-F4BD-04FDB28F7E06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BE1534-817D-85A9-5B8E-87903F339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460" y="2201634"/>
            <a:ext cx="3856054" cy="294919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4DC707-3E82-EC12-A98B-06DF0FD6E5EB}"/>
              </a:ext>
            </a:extLst>
          </p:cNvPr>
          <p:cNvCxnSpPr>
            <a:cxnSpLocks/>
          </p:cNvCxnSpPr>
          <p:nvPr/>
        </p:nvCxnSpPr>
        <p:spPr>
          <a:xfrm flipH="1">
            <a:off x="10334492" y="1471827"/>
            <a:ext cx="252826" cy="77431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1DAF942-06A2-5F34-4801-3892817F7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18" y="2842897"/>
            <a:ext cx="5351029" cy="604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DCAE71-4A14-2503-BAAE-6FEBDD31E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53" y="2345239"/>
            <a:ext cx="5575814" cy="6463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B2844B-3399-55AC-7795-67E8977CA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281" y="4458089"/>
            <a:ext cx="4168501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4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907A5-82CB-F36F-7866-F852AB91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98533B-8C9B-F080-82B4-D1AEAC669DCD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48EE8E-087E-0879-F344-157B77E50BD9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26BEE4-EF66-31E3-EF55-658ECB4DA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460" y="2201634"/>
            <a:ext cx="3856054" cy="294919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B16834-B35F-43AA-3267-2C65BFEE45DC}"/>
              </a:ext>
            </a:extLst>
          </p:cNvPr>
          <p:cNvCxnSpPr>
            <a:cxnSpLocks/>
          </p:cNvCxnSpPr>
          <p:nvPr/>
        </p:nvCxnSpPr>
        <p:spPr>
          <a:xfrm flipH="1">
            <a:off x="10334492" y="1471827"/>
            <a:ext cx="252826" cy="77431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E7BD486-19FB-FE7C-B13F-D087765F3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874" y="2201634"/>
            <a:ext cx="5164531" cy="33654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2B2FDA-965E-44E8-E1FC-B1D846CD17CF}"/>
              </a:ext>
            </a:extLst>
          </p:cNvPr>
          <p:cNvSpPr txBox="1"/>
          <p:nvPr/>
        </p:nvSpPr>
        <p:spPr>
          <a:xfrm>
            <a:off x="1627464" y="498931"/>
            <a:ext cx="9650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Analysis with Voltage sources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(Continued)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160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5CBA2-D195-22DF-1EF4-5A0C4432C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9CAD63-0A25-8BF2-C925-86E0F485FA90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EAE59-7F72-E98A-1D2C-528F8D876C2E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A1DDF-CC5E-7556-5DC6-7D2600D3F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85" y="2250635"/>
            <a:ext cx="10336830" cy="326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F80491-9F42-9D35-5086-0999E2836CE9}"/>
              </a:ext>
            </a:extLst>
          </p:cNvPr>
          <p:cNvSpPr txBox="1"/>
          <p:nvPr/>
        </p:nvSpPr>
        <p:spPr>
          <a:xfrm>
            <a:off x="1627464" y="498931"/>
            <a:ext cx="9650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Analysis with Voltage sources 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(Continued)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6710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B13019-C560-6F8C-F29B-BB5E798C2F72}"/>
              </a:ext>
            </a:extLst>
          </p:cNvPr>
          <p:cNvSpPr txBox="1"/>
          <p:nvPr/>
        </p:nvSpPr>
        <p:spPr>
          <a:xfrm>
            <a:off x="4134339" y="11172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Determine the voltages at the nodes.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2473EC-7CD9-2747-C581-D6E7967C2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339" y="1907771"/>
            <a:ext cx="4778154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8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2BBF-F4F7-9363-3CDD-6290AD38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8EC8CA-01E6-4A26-4985-B86EBA78E80B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860C36-FBFA-AA51-A07F-B0B7A2E4A37A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67458A-8F0F-5A5A-3F96-046483AB9679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00D059-AD8E-6729-FDBC-D49425904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130" y="957131"/>
            <a:ext cx="5500118" cy="531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9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Sadiku_Practice_Problem_3.3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371C4F-E359-1146-34C7-504A9716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579" y="2573882"/>
            <a:ext cx="5730841" cy="3625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42529A-F912-78B6-14FB-2DC9AB70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900" y="1026934"/>
            <a:ext cx="5872198" cy="165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3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E9F26-3B36-3351-0E0A-13866015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04EEEB-E845-C60D-0664-DB70524B2ADF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C1542-66C2-4EBD-91A0-B0A38A3D3092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2CD140-5A32-9540-DBD3-7BC2128F0771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58FD5-1925-72EE-C0C5-29F9029DA7BF}"/>
              </a:ext>
            </a:extLst>
          </p:cNvPr>
          <p:cNvSpPr txBox="1"/>
          <p:nvPr/>
        </p:nvSpPr>
        <p:spPr>
          <a:xfrm>
            <a:off x="4134339" y="11172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Determine the voltages at the nodes.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D074F4-157B-0B61-93A9-C954FDCDB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388" y="2256514"/>
            <a:ext cx="4877223" cy="29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81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Sadiku_Exercise_3.4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AC5248-AB71-0F94-3768-D1947A77F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596" y="1198612"/>
            <a:ext cx="4410807" cy="494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8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D58B3-7539-6486-2E45-3346906A4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74BC0B-1842-BD4E-517E-A0B034819F8B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248DE-C642-EF98-9208-035FEE55540D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B4C822-08A9-A765-E661-4E573A4C1B5B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FEE6F-A583-8C26-6BE8-1B2E09586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03" y="2415452"/>
            <a:ext cx="4991533" cy="2027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8F498-032B-3E33-D062-2FB6D41EF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69" y="1305672"/>
            <a:ext cx="4097650" cy="424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15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674C6-52F7-58C4-E8A9-0A30C419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200A10-B646-FC6A-0ED9-C37348E1335F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7A5CB-F61E-2E62-EFE3-A40BCFB51838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31C63-CBBA-ADEB-581C-97C8316E5BF1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DFF348-C908-AB3F-0A13-6745C7A7E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03" y="2415452"/>
            <a:ext cx="4991533" cy="2027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E81B87-8994-3F00-BE7C-A54D2B911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166" y="1824851"/>
            <a:ext cx="3673158" cy="32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5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50E6-8520-7997-C92E-65E7DF25D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B44B74-87EC-7106-1B88-6E5AA90BB504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31719-CBDE-923F-9F0B-510D100BE9B1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Sadiku_Practice_Problem_3.4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3F8CB-8F08-83AA-5966-2F83C340880C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D5DB6D-2201-FC46-07A6-FBC7906B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885" y="2612831"/>
            <a:ext cx="3772227" cy="36045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3A5E0E-942B-6C50-4415-80589C4EB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665" y="1234675"/>
            <a:ext cx="6294665" cy="10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3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F7471772-E57F-4CD9-9241-D264A2F78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6EF04-93A4-BB10-2055-5177D6666658}"/>
              </a:ext>
            </a:extLst>
          </p:cNvPr>
          <p:cNvSpPr txBox="1"/>
          <p:nvPr/>
        </p:nvSpPr>
        <p:spPr>
          <a:xfrm>
            <a:off x="4377625" y="963507"/>
            <a:ext cx="6849344" cy="4995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Thank You for patient Hearing</a:t>
            </a:r>
            <a:endParaRPr kumimoji="0" lang="en-US" sz="52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rgbClr val="DADADA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31CC7E9E-3FF6-4189-9B36-995A779F3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47699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514</TotalTime>
  <Words>175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 Light</vt:lpstr>
      <vt:lpstr>Calisto MT</vt:lpstr>
      <vt:lpstr>Times New Roman</vt:lpstr>
      <vt:lpstr>Wingdings 2</vt:lpstr>
      <vt:lpstr>Office Theme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1606117 - Rifat Bin Rashid</dc:creator>
  <cp:lastModifiedBy>Shafqat Rakin</cp:lastModifiedBy>
  <cp:revision>29</cp:revision>
  <dcterms:created xsi:type="dcterms:W3CDTF">2022-09-22T08:02:39Z</dcterms:created>
  <dcterms:modified xsi:type="dcterms:W3CDTF">2024-02-26T18:30:04Z</dcterms:modified>
</cp:coreProperties>
</file>